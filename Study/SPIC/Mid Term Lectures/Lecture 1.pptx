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Roboto"/>
      <p:regular r:id="rId32"/>
      <p:bold r:id="rId33"/>
      <p:italic r:id="rId34"/>
      <p:boldItalic r:id="rId35"/>
    </p:embeddedFont>
    <p:embeddedFont>
      <p:font typeface="Poppins"/>
      <p:regular r:id="rId36"/>
      <p:bold r:id="rId37"/>
      <p:italic r:id="rId38"/>
      <p:boldItalic r:id="rId39"/>
    </p:embeddedFont>
    <p:embeddedFont>
      <p:font typeface="Tahoma"/>
      <p:regular r:id="rId40"/>
      <p:bold r:id="rId41"/>
    </p:embeddedFont>
    <p:embeddedFont>
      <p:font typeface="IBM Plex Mono"/>
      <p:regular r:id="rId42"/>
      <p:bold r:id="rId43"/>
      <p:italic r:id="rId44"/>
      <p:boldItalic r:id="rId45"/>
    </p:embeddedFont>
    <p:embeddedFont>
      <p:font typeface="Gill Sans"/>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hTCm/OVyX4zp/ysk4JL1SEoqiT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5.xml"/><Relationship Id="rId42" Type="http://schemas.openxmlformats.org/officeDocument/2006/relationships/font" Target="fonts/IBMPlexMono-regular.fntdata"/><Relationship Id="rId41" Type="http://schemas.openxmlformats.org/officeDocument/2006/relationships/font" Target="fonts/Tahoma-bold.fntdata"/><Relationship Id="rId22" Type="http://schemas.openxmlformats.org/officeDocument/2006/relationships/slide" Target="slides/slide17.xml"/><Relationship Id="rId44" Type="http://schemas.openxmlformats.org/officeDocument/2006/relationships/font" Target="fonts/IBMPlexMono-italic.fntdata"/><Relationship Id="rId21" Type="http://schemas.openxmlformats.org/officeDocument/2006/relationships/slide" Target="slides/slide16.xml"/><Relationship Id="rId43" Type="http://schemas.openxmlformats.org/officeDocument/2006/relationships/font" Target="fonts/IBMPlexMono-bold.fntdata"/><Relationship Id="rId24" Type="http://schemas.openxmlformats.org/officeDocument/2006/relationships/slide" Target="slides/slide19.xml"/><Relationship Id="rId46" Type="http://schemas.openxmlformats.org/officeDocument/2006/relationships/font" Target="fonts/GillSans-regular.fntdata"/><Relationship Id="rId23" Type="http://schemas.openxmlformats.org/officeDocument/2006/relationships/slide" Target="slides/slide18.xml"/><Relationship Id="rId45" Type="http://schemas.openxmlformats.org/officeDocument/2006/relationships/font" Target="fonts/IBMPlexMon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GillSans-bold.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Poppins-bold.fntdata"/><Relationship Id="rId14" Type="http://schemas.openxmlformats.org/officeDocument/2006/relationships/slide" Target="slides/slide9.xml"/><Relationship Id="rId36" Type="http://schemas.openxmlformats.org/officeDocument/2006/relationships/font" Target="fonts/Poppins-regular.fntdata"/><Relationship Id="rId17" Type="http://schemas.openxmlformats.org/officeDocument/2006/relationships/slide" Target="slides/slide12.xml"/><Relationship Id="rId39" Type="http://schemas.openxmlformats.org/officeDocument/2006/relationships/font" Target="fonts/Poppins-boldItalic.fntdata"/><Relationship Id="rId16" Type="http://schemas.openxmlformats.org/officeDocument/2006/relationships/slide" Target="slides/slide11.xml"/><Relationship Id="rId38" Type="http://schemas.openxmlformats.org/officeDocument/2006/relationships/font" Target="fonts/Poppi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bda25c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bbda25c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bbda25c5c6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bbda25c5c6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e4b8486ea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37e4b8486ea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e4b8486ea_1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37e4b8486ea_1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d29e9972a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37d29e9972a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d5b8cad92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30d5b8cad92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17f86cebd7_0_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17f86cebd7_0_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e3fbecea8_2_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37e3fbecea8_2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7d9a76c35b_0_9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g37d9a76c35b_0_9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6d8cfdd53_0_2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316d8cfdd53_0_2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7d9a76c35b_0_4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g37d9a76c35b_0_4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d29e9972a_0_3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g37d29e9972a_0_3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7d9a76c35b_0_7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37d9a76c35b_0_7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7d29e9972a_0_75: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7d29e9972a_0_7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7d9a76c35b_0_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37d9a76c35b_0_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7e3fbecea8_2_95: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7e3fbecea8_2_9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d9a76c35b_0_8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g37d9a76c35b_0_8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7d9a76c35b_0_24: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37d9a76c35b_0_2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7d9a76c35b_0_1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37d9a76c35b_0_1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7d9a76c35b_0_11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g37d9a76c35b_0_11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7e3fbecea8_2_1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g37e3fbecea8_2_1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7e3fbecea8_2_1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37e3fbecea8_2_1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7d9a76c35b_0_13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g37d9a76c35b_0_13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7d9a76c35b_0_1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g37d9a76c35b_0_1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7e3fbecea8_2_6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g37e3fbecea8_2_6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bc34c55794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bc34c55794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bbda25c5c6_0_17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bbda25c5c6_0_17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bbda25c5c6_0_17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gbbda25c5c6_0_185"/>
          <p:cNvSpPr txBox="1"/>
          <p:nvPr>
            <p:ph type="title"/>
          </p:nvPr>
        </p:nvSpPr>
        <p:spPr>
          <a:xfrm>
            <a:off x="609600" y="274637"/>
            <a:ext cx="10972800" cy="1143300"/>
          </a:xfrm>
          <a:prstGeom prst="rect">
            <a:avLst/>
          </a:prstGeom>
          <a:noFill/>
          <a:ln>
            <a:noFill/>
          </a:ln>
        </p:spPr>
        <p:txBody>
          <a:bodyPr anchorCtr="0" anchor="t" bIns="60925" lIns="121900" spcFirstLastPara="1" rIns="121900" wrap="square" tIns="60925">
            <a:noAutofit/>
          </a:bodyPr>
          <a:lstStyle>
            <a:lvl1pPr lvl="0"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1pPr>
            <a:lvl2pPr lvl="1"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2pPr>
            <a:lvl3pPr lvl="2"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3pPr>
            <a:lvl4pPr lvl="3"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4pPr>
            <a:lvl5pPr lvl="4"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5pPr>
            <a:lvl6pPr lvl="5"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6pPr>
            <a:lvl7pPr lvl="6"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7pPr>
            <a:lvl8pPr lvl="7"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8pPr>
            <a:lvl9pPr lvl="8"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9pPr>
          </a:lstStyle>
          <a:p/>
        </p:txBody>
      </p:sp>
      <p:sp>
        <p:nvSpPr>
          <p:cNvPr id="19" name="Google Shape;19;gbbda25c5c6_0_185"/>
          <p:cNvSpPr txBox="1"/>
          <p:nvPr>
            <p:ph idx="1" type="body"/>
          </p:nvPr>
        </p:nvSpPr>
        <p:spPr>
          <a:xfrm>
            <a:off x="609600" y="1600200"/>
            <a:ext cx="10972800" cy="4526100"/>
          </a:xfrm>
          <a:prstGeom prst="rect">
            <a:avLst/>
          </a:prstGeom>
          <a:noFill/>
          <a:ln>
            <a:noFill/>
          </a:ln>
        </p:spPr>
        <p:txBody>
          <a:bodyPr anchorCtr="0" anchor="t" bIns="60925" lIns="121900" spcFirstLastPara="1" rIns="121900" wrap="square" tIns="60925">
            <a:noAutofit/>
          </a:bodyPr>
          <a:lstStyle>
            <a:lvl1pPr indent="-393700" lvl="0" marL="457200" marR="0" algn="l">
              <a:lnSpc>
                <a:spcPct val="115000"/>
              </a:lnSpc>
              <a:spcBef>
                <a:spcPts val="900"/>
              </a:spcBef>
              <a:spcAft>
                <a:spcPts val="0"/>
              </a:spcAft>
              <a:buClr>
                <a:schemeClr val="folHlink"/>
              </a:buClr>
              <a:buSzPts val="2600"/>
              <a:buFont typeface="Noto Sans Symbols"/>
              <a:buChar char="■"/>
              <a:defRPr b="0" i="0" sz="4300" u="none" cap="none" strike="noStrike">
                <a:solidFill>
                  <a:schemeClr val="dk1"/>
                </a:solidFill>
                <a:latin typeface="Tahoma"/>
                <a:ea typeface="Tahoma"/>
                <a:cs typeface="Tahoma"/>
                <a:sym typeface="Tahoma"/>
              </a:defRPr>
            </a:lvl1pPr>
            <a:lvl2pPr indent="-361950" lvl="1" marL="914400" marR="0" algn="l">
              <a:lnSpc>
                <a:spcPct val="115000"/>
              </a:lnSpc>
              <a:spcBef>
                <a:spcPts val="700"/>
              </a:spcBef>
              <a:spcAft>
                <a:spcPts val="0"/>
              </a:spcAft>
              <a:buClr>
                <a:schemeClr val="hlink"/>
              </a:buClr>
              <a:buSzPts val="2100"/>
              <a:buFont typeface="Noto Sans Symbols"/>
              <a:buChar char="■"/>
              <a:defRPr b="0" i="0" sz="3700" u="none" cap="none" strike="noStrike">
                <a:solidFill>
                  <a:schemeClr val="dk1"/>
                </a:solidFill>
                <a:latin typeface="Tahoma"/>
                <a:ea typeface="Tahoma"/>
                <a:cs typeface="Tahoma"/>
                <a:sym typeface="Tahoma"/>
              </a:defRPr>
            </a:lvl2pPr>
            <a:lvl3pPr indent="-330200" lvl="2" marL="1371600" marR="0" algn="l">
              <a:lnSpc>
                <a:spcPct val="115000"/>
              </a:lnSpc>
              <a:spcBef>
                <a:spcPts val="600"/>
              </a:spcBef>
              <a:spcAft>
                <a:spcPts val="0"/>
              </a:spcAft>
              <a:buClr>
                <a:schemeClr val="folHlink"/>
              </a:buClr>
              <a:buSzPts val="1600"/>
              <a:buFont typeface="Noto Sans Symbols"/>
              <a:buChar char="■"/>
              <a:defRPr b="0" i="0" sz="3200" u="none" cap="none" strike="noStrike">
                <a:solidFill>
                  <a:schemeClr val="dk1"/>
                </a:solidFill>
                <a:latin typeface="Tahoma"/>
                <a:ea typeface="Tahoma"/>
                <a:cs typeface="Tahoma"/>
                <a:sym typeface="Tahoma"/>
              </a:defRPr>
            </a:lvl3pPr>
            <a:lvl4pPr indent="-323850" lvl="3" marL="1828800" marR="0" algn="l">
              <a:lnSpc>
                <a:spcPct val="115000"/>
              </a:lnSpc>
              <a:spcBef>
                <a:spcPts val="500"/>
              </a:spcBef>
              <a:spcAft>
                <a:spcPts val="0"/>
              </a:spcAft>
              <a:buClr>
                <a:schemeClr val="accent2"/>
              </a:buClr>
              <a:buSzPts val="1500"/>
              <a:buFont typeface="Noto Sans Symbols"/>
              <a:buChar char="■"/>
              <a:defRPr b="0" i="0" sz="2700" u="none" cap="none" strike="noStrike">
                <a:solidFill>
                  <a:schemeClr val="dk1"/>
                </a:solidFill>
                <a:latin typeface="Tahoma"/>
                <a:ea typeface="Tahoma"/>
                <a:cs typeface="Tahoma"/>
                <a:sym typeface="Tahoma"/>
              </a:defRPr>
            </a:lvl4pPr>
            <a:lvl5pPr indent="-311150" lvl="4" marL="22860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5pPr>
            <a:lvl6pPr indent="-311150" lvl="5" marL="27432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6pPr>
            <a:lvl7pPr indent="-311150" lvl="6" marL="32004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7pPr>
            <a:lvl8pPr indent="-311150" lvl="7" marL="36576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8pPr>
            <a:lvl9pPr indent="-311150" lvl="8" marL="41148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9pPr>
          </a:lstStyle>
          <a:p/>
        </p:txBody>
      </p:sp>
      <p:sp>
        <p:nvSpPr>
          <p:cNvPr id="20" name="Google Shape;20;gbbda25c5c6_0_185"/>
          <p:cNvSpPr txBox="1"/>
          <p:nvPr>
            <p:ph idx="12" type="sldNum"/>
          </p:nvPr>
        </p:nvSpPr>
        <p:spPr>
          <a:xfrm>
            <a:off x="-101600" y="6400800"/>
            <a:ext cx="2540100" cy="457200"/>
          </a:xfrm>
          <a:prstGeom prst="rect">
            <a:avLst/>
          </a:prstGeom>
          <a:noFill/>
          <a:ln>
            <a:noFill/>
          </a:ln>
        </p:spPr>
        <p:txBody>
          <a:bodyPr anchorCtr="0" anchor="b" bIns="60925" lIns="121900" spcFirstLastPara="1" rIns="121900" wrap="square" tIns="60925">
            <a:noAutofit/>
          </a:bodyPr>
          <a:lstStyle>
            <a:lvl1pPr indent="0" lvl="0"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19.</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g305d2edbf8d_0_21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 name="Google Shape;23;g305d2edbf8d_0_219"/>
          <p:cNvSpPr txBox="1"/>
          <p:nvPr>
            <p:ph idx="1" type="body"/>
          </p:nvPr>
        </p:nvSpPr>
        <p:spPr>
          <a:xfrm>
            <a:off x="7112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4" name="Google Shape;24;g305d2edbf8d_0_219"/>
          <p:cNvSpPr txBox="1"/>
          <p:nvPr>
            <p:ph idx="2" type="body"/>
          </p:nvPr>
        </p:nvSpPr>
        <p:spPr>
          <a:xfrm>
            <a:off x="59944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5" name="Google Shape;25;g305d2edbf8d_0_21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g305d2edbf8d_0_219"/>
          <p:cNvSpPr txBox="1"/>
          <p:nvPr>
            <p:ph idx="11" type="ftr"/>
          </p:nvPr>
        </p:nvSpPr>
        <p:spPr>
          <a:xfrm>
            <a:off x="7376583" y="6467475"/>
            <a:ext cx="3860700" cy="2874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g305d2edbf8d_0_219"/>
          <p:cNvSpPr txBox="1"/>
          <p:nvPr>
            <p:ph idx="12" type="sldNum"/>
          </p:nvPr>
        </p:nvSpPr>
        <p:spPr>
          <a:xfrm>
            <a:off x="11099800" y="6462712"/>
            <a:ext cx="901500" cy="276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4-</a:t>
            </a:r>
            <a:fld id="{00000000-1234-1234-1234-123412341234}" type="slidenum">
              <a:rPr lang="en-US"/>
              <a:t>‹#›</a:t>
            </a:fld>
            <a:endParaRPr sz="1300">
              <a:solidFill>
                <a:schemeClr val="dk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gbbda25c5c6_0_1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0" name="Google Shape;30;gbbda25c5c6_0_1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1" name="Google Shape;31;gbbda25c5c6_0_17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 name="Shape 32"/>
        <p:cNvGrpSpPr/>
        <p:nvPr/>
      </p:nvGrpSpPr>
      <p:grpSpPr>
        <a:xfrm>
          <a:off x="0" y="0"/>
          <a:ext cx="0" cy="0"/>
          <a:chOff x="0" y="0"/>
          <a:chExt cx="0" cy="0"/>
        </a:xfrm>
      </p:grpSpPr>
      <p:sp>
        <p:nvSpPr>
          <p:cNvPr id="33" name="Google Shape;33;g31d3c0017c5_0_529"/>
          <p:cNvSpPr txBox="1"/>
          <p:nvPr>
            <p:ph type="title"/>
          </p:nvPr>
        </p:nvSpPr>
        <p:spPr>
          <a:xfrm>
            <a:off x="960000" y="593367"/>
            <a:ext cx="102720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 name="Google Shape;34;g31d3c0017c5_0_529"/>
          <p:cNvSpPr txBox="1"/>
          <p:nvPr>
            <p:ph idx="1" type="subTitle"/>
          </p:nvPr>
        </p:nvSpPr>
        <p:spPr>
          <a:xfrm>
            <a:off x="950967" y="2722033"/>
            <a:ext cx="7437900" cy="808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 name="Google Shape;35;g31d3c0017c5_0_529"/>
          <p:cNvSpPr txBox="1"/>
          <p:nvPr>
            <p:ph idx="2" type="subTitle"/>
          </p:nvPr>
        </p:nvSpPr>
        <p:spPr>
          <a:xfrm>
            <a:off x="950967" y="4488867"/>
            <a:ext cx="7437900" cy="856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6" name="Google Shape;36;g31d3c0017c5_0_529"/>
          <p:cNvSpPr txBox="1"/>
          <p:nvPr>
            <p:ph idx="3" type="subTitle"/>
          </p:nvPr>
        </p:nvSpPr>
        <p:spPr>
          <a:xfrm>
            <a:off x="950967" y="2239200"/>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sp>
        <p:nvSpPr>
          <p:cNvPr id="37" name="Google Shape;37;g31d3c0017c5_0_529"/>
          <p:cNvSpPr txBox="1"/>
          <p:nvPr>
            <p:ph idx="4" type="subTitle"/>
          </p:nvPr>
        </p:nvSpPr>
        <p:spPr>
          <a:xfrm>
            <a:off x="950967" y="4054067"/>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grpSp>
        <p:nvGrpSpPr>
          <p:cNvPr id="38" name="Google Shape;38;g31d3c0017c5_0_529"/>
          <p:cNvGrpSpPr/>
          <p:nvPr/>
        </p:nvGrpSpPr>
        <p:grpSpPr>
          <a:xfrm flipH="1" rot="-5400000">
            <a:off x="8318750" y="1376865"/>
            <a:ext cx="6695880" cy="6352440"/>
            <a:chOff x="4571990" y="2268214"/>
            <a:chExt cx="5022034" cy="4764449"/>
          </a:xfrm>
        </p:grpSpPr>
        <p:pic>
          <p:nvPicPr>
            <p:cNvPr id="39" name="Google Shape;39;g31d3c0017c5_0_52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40" name="Google Shape;40;g31d3c0017c5_0_529"/>
            <p:cNvGrpSpPr/>
            <p:nvPr/>
          </p:nvGrpSpPr>
          <p:grpSpPr>
            <a:xfrm rot="10800000">
              <a:off x="4571990" y="2268214"/>
              <a:ext cx="5022034" cy="4764449"/>
              <a:chOff x="-494405" y="-1584825"/>
              <a:chExt cx="4397193" cy="4171657"/>
            </a:xfrm>
          </p:grpSpPr>
          <p:grpSp>
            <p:nvGrpSpPr>
              <p:cNvPr id="41" name="Google Shape;41;g31d3c0017c5_0_529"/>
              <p:cNvGrpSpPr/>
              <p:nvPr/>
            </p:nvGrpSpPr>
            <p:grpSpPr>
              <a:xfrm>
                <a:off x="245875" y="-51824"/>
                <a:ext cx="208200" cy="1824700"/>
                <a:chOff x="1040050" y="3812126"/>
                <a:chExt cx="208200" cy="1824700"/>
              </a:xfrm>
            </p:grpSpPr>
            <p:sp>
              <p:nvSpPr>
                <p:cNvPr id="42" name="Google Shape;42;g31d3c0017c5_0_5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3921"/>
                      </a:srgbClr>
                    </a:gs>
                    <a:gs pos="100000">
                      <a:srgbClr val="FFFFFF">
                        <a:alpha val="43921"/>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 name="Google Shape;43;g31d3c0017c5_0_5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3921"/>
                      </a:srgbClr>
                    </a:gs>
                    <a:gs pos="78000">
                      <a:srgbClr val="F5F8FF">
                        <a:alpha val="43921"/>
                      </a:srgbClr>
                    </a:gs>
                    <a:gs pos="100000">
                      <a:srgbClr val="F5F8FF">
                        <a:alpha val="43921"/>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4" name="Google Shape;44;g31d3c0017c5_0_529"/>
              <p:cNvGrpSpPr/>
              <p:nvPr/>
            </p:nvGrpSpPr>
            <p:grpSpPr>
              <a:xfrm rot="-8100000">
                <a:off x="540898" y="-1172741"/>
                <a:ext cx="2552124" cy="3347490"/>
                <a:chOff x="2976325" y="908175"/>
                <a:chExt cx="4028179" cy="5283555"/>
              </a:xfrm>
            </p:grpSpPr>
            <p:sp>
              <p:nvSpPr>
                <p:cNvPr id="45" name="Google Shape;45;g31d3c0017c5_0_5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6" name="Google Shape;46;g31d3c0017c5_0_5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 name="Google Shape;47;g31d3c0017c5_0_5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8" name="Google Shape;48;g31d3c0017c5_0_529"/>
              <p:cNvGrpSpPr/>
              <p:nvPr/>
            </p:nvGrpSpPr>
            <p:grpSpPr>
              <a:xfrm>
                <a:off x="-1" y="621223"/>
                <a:ext cx="699940" cy="478601"/>
                <a:chOff x="39723" y="4349022"/>
                <a:chExt cx="1061964" cy="726143"/>
              </a:xfrm>
            </p:grpSpPr>
            <p:grpSp>
              <p:nvGrpSpPr>
                <p:cNvPr id="49" name="Google Shape;49;g31d3c0017c5_0_529"/>
                <p:cNvGrpSpPr/>
                <p:nvPr/>
              </p:nvGrpSpPr>
              <p:grpSpPr>
                <a:xfrm rot="2700000">
                  <a:off x="140502" y="4460925"/>
                  <a:ext cx="524584" cy="502337"/>
                  <a:chOff x="1189791" y="-1767331"/>
                  <a:chExt cx="904284" cy="865933"/>
                </a:xfrm>
              </p:grpSpPr>
              <p:sp>
                <p:nvSpPr>
                  <p:cNvPr id="50" name="Google Shape;5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549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51" name="Google Shape;51;g31d3c0017c5_0_529"/>
                  <p:cNvGrpSpPr/>
                  <p:nvPr/>
                </p:nvGrpSpPr>
                <p:grpSpPr>
                  <a:xfrm>
                    <a:off x="1232795" y="-1740829"/>
                    <a:ext cx="717622" cy="717393"/>
                    <a:chOff x="1483457" y="3953671"/>
                    <a:chExt cx="717622" cy="717393"/>
                  </a:xfrm>
                </p:grpSpPr>
                <p:sp>
                  <p:nvSpPr>
                    <p:cNvPr id="52" name="Google Shape;5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 name="Google Shape;5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57" name="Google Shape;5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3529"/>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58" name="Google Shape;58;g31d3c0017c5_0_529"/>
              <p:cNvGrpSpPr/>
              <p:nvPr/>
            </p:nvGrpSpPr>
            <p:grpSpPr>
              <a:xfrm>
                <a:off x="955673" y="14"/>
                <a:ext cx="592576" cy="405260"/>
                <a:chOff x="39723" y="4349022"/>
                <a:chExt cx="1061964" cy="726143"/>
              </a:xfrm>
            </p:grpSpPr>
            <p:grpSp>
              <p:nvGrpSpPr>
                <p:cNvPr id="59" name="Google Shape;59;g31d3c0017c5_0_529"/>
                <p:cNvGrpSpPr/>
                <p:nvPr/>
              </p:nvGrpSpPr>
              <p:grpSpPr>
                <a:xfrm rot="2700000">
                  <a:off x="140502" y="4460925"/>
                  <a:ext cx="524584" cy="502337"/>
                  <a:chOff x="1189791" y="-1767331"/>
                  <a:chExt cx="904284" cy="865933"/>
                </a:xfrm>
              </p:grpSpPr>
              <p:sp>
                <p:nvSpPr>
                  <p:cNvPr id="60" name="Google Shape;6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549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61" name="Google Shape;61;g31d3c0017c5_0_529"/>
                  <p:cNvGrpSpPr/>
                  <p:nvPr/>
                </p:nvGrpSpPr>
                <p:grpSpPr>
                  <a:xfrm>
                    <a:off x="1232795" y="-1740829"/>
                    <a:ext cx="717622" cy="717393"/>
                    <a:chOff x="1483457" y="3953671"/>
                    <a:chExt cx="717622" cy="717393"/>
                  </a:xfrm>
                </p:grpSpPr>
                <p:sp>
                  <p:nvSpPr>
                    <p:cNvPr id="62" name="Google Shape;6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 name="Google Shape;6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 name="Google Shape;6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 name="Google Shape;6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67" name="Google Shape;6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3529"/>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68" name="Google Shape;68;g31d3c0017c5_0_529"/>
              <p:cNvGrpSpPr/>
              <p:nvPr/>
            </p:nvGrpSpPr>
            <p:grpSpPr>
              <a:xfrm>
                <a:off x="441574" y="-36652"/>
                <a:ext cx="699940" cy="478601"/>
                <a:chOff x="39723" y="4349022"/>
                <a:chExt cx="1061964" cy="726143"/>
              </a:xfrm>
            </p:grpSpPr>
            <p:grpSp>
              <p:nvGrpSpPr>
                <p:cNvPr id="69" name="Google Shape;69;g31d3c0017c5_0_529"/>
                <p:cNvGrpSpPr/>
                <p:nvPr/>
              </p:nvGrpSpPr>
              <p:grpSpPr>
                <a:xfrm rot="2700000">
                  <a:off x="140502" y="4460925"/>
                  <a:ext cx="524584" cy="502337"/>
                  <a:chOff x="1189791" y="-1767331"/>
                  <a:chExt cx="904284" cy="865933"/>
                </a:xfrm>
              </p:grpSpPr>
              <p:sp>
                <p:nvSpPr>
                  <p:cNvPr id="70" name="Google Shape;7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549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71" name="Google Shape;71;g31d3c0017c5_0_529"/>
                  <p:cNvGrpSpPr/>
                  <p:nvPr/>
                </p:nvGrpSpPr>
                <p:grpSpPr>
                  <a:xfrm>
                    <a:off x="1232795" y="-1740829"/>
                    <a:ext cx="717622" cy="717393"/>
                    <a:chOff x="1483457" y="3953671"/>
                    <a:chExt cx="717622" cy="717393"/>
                  </a:xfrm>
                </p:grpSpPr>
                <p:sp>
                  <p:nvSpPr>
                    <p:cNvPr id="72" name="Google Shape;7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 name="Google Shape;7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6" name="Google Shape;7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921"/>
                          </a:srgbClr>
                        </a:gs>
                        <a:gs pos="100000">
                          <a:srgbClr val="FFFFFF">
                            <a:alpha val="43921"/>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77" name="Google Shape;7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3529"/>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78" name="Google Shape;78;g31d3c0017c5_0_529"/>
              <p:cNvGrpSpPr/>
              <p:nvPr/>
            </p:nvGrpSpPr>
            <p:grpSpPr>
              <a:xfrm>
                <a:off x="-494405" y="-252396"/>
                <a:ext cx="1741563" cy="1288563"/>
                <a:chOff x="-494405" y="-252396"/>
                <a:chExt cx="1741563" cy="1288563"/>
              </a:xfrm>
            </p:grpSpPr>
            <p:sp>
              <p:nvSpPr>
                <p:cNvPr id="79" name="Google Shape;79;g31d3c0017c5_0_5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1d3c0017c5_0_5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grpSp>
          <p:nvGrpSpPr>
            <p:cNvPr id="81" name="Google Shape;81;g31d3c0017c5_0_529"/>
            <p:cNvGrpSpPr/>
            <p:nvPr/>
          </p:nvGrpSpPr>
          <p:grpSpPr>
            <a:xfrm>
              <a:off x="5643425" y="4968525"/>
              <a:ext cx="439200" cy="439100"/>
              <a:chOff x="1101075" y="2142375"/>
              <a:chExt cx="439200" cy="439100"/>
            </a:xfrm>
          </p:grpSpPr>
          <p:sp>
            <p:nvSpPr>
              <p:cNvPr id="82" name="Google Shape;82;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3529"/>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 name="Google Shape;83;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3529"/>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pic>
        <p:nvPicPr>
          <p:cNvPr id="84" name="Google Shape;84;g31d3c0017c5_0_529"/>
          <p:cNvPicPr preferRelativeResize="0"/>
          <p:nvPr/>
        </p:nvPicPr>
        <p:blipFill rotWithShape="1">
          <a:blip r:embed="rId2">
            <a:alphaModFix/>
          </a:blip>
          <a:srcRect b="26177" l="16960" r="7121" t="24718"/>
          <a:stretch/>
        </p:blipFill>
        <p:spPr>
          <a:xfrm rot="5400000">
            <a:off x="-1910466" y="1177267"/>
            <a:ext cx="3255933" cy="2484998"/>
          </a:xfrm>
          <a:prstGeom prst="rect">
            <a:avLst/>
          </a:prstGeom>
          <a:noFill/>
          <a:ln>
            <a:noFill/>
          </a:ln>
        </p:spPr>
      </p:pic>
      <p:grpSp>
        <p:nvGrpSpPr>
          <p:cNvPr id="85" name="Google Shape;85;g31d3c0017c5_0_529"/>
          <p:cNvGrpSpPr/>
          <p:nvPr/>
        </p:nvGrpSpPr>
        <p:grpSpPr>
          <a:xfrm rot="10800000">
            <a:off x="8061112" y="317406"/>
            <a:ext cx="6078471" cy="178796"/>
            <a:chOff x="796100" y="3019701"/>
            <a:chExt cx="4558967" cy="134100"/>
          </a:xfrm>
        </p:grpSpPr>
        <p:sp>
          <p:nvSpPr>
            <p:cNvPr id="86" name="Google Shape;86;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87" name="Google Shape;87;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88" name="Google Shape;88;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89" name="Google Shape;89;g31d3c0017c5_0_529"/>
          <p:cNvGrpSpPr/>
          <p:nvPr/>
        </p:nvGrpSpPr>
        <p:grpSpPr>
          <a:xfrm>
            <a:off x="-1524962" y="5234388"/>
            <a:ext cx="6078471" cy="2023665"/>
            <a:chOff x="-1143750" y="3849687"/>
            <a:chExt cx="4558967" cy="1517787"/>
          </a:xfrm>
        </p:grpSpPr>
        <p:grpSp>
          <p:nvGrpSpPr>
            <p:cNvPr id="90" name="Google Shape;90;g31d3c0017c5_0_529"/>
            <p:cNvGrpSpPr/>
            <p:nvPr/>
          </p:nvGrpSpPr>
          <p:grpSpPr>
            <a:xfrm rot="5400000">
              <a:off x="-805838" y="4155104"/>
              <a:ext cx="1517787" cy="906953"/>
              <a:chOff x="-55500" y="4835979"/>
              <a:chExt cx="1517787" cy="906953"/>
            </a:xfrm>
          </p:grpSpPr>
          <p:sp>
            <p:nvSpPr>
              <p:cNvPr id="91" name="Google Shape;91;g31d3c0017c5_0_52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8235"/>
                    </a:srgbClr>
                  </a:gs>
                  <a:gs pos="22000">
                    <a:srgbClr val="F5F8FF">
                      <a:alpha val="28235"/>
                    </a:srgbClr>
                  </a:gs>
                  <a:gs pos="45000">
                    <a:srgbClr val="FFFFFF">
                      <a:alpha val="28235"/>
                    </a:srgbClr>
                  </a:gs>
                  <a:gs pos="100000">
                    <a:srgbClr val="0C0A9E">
                      <a:alpha val="28235"/>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 name="Google Shape;92;g31d3c0017c5_0_52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7058"/>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1d3c0017c5_0_52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8235"/>
                    </a:srgbClr>
                  </a:gs>
                  <a:gs pos="22000">
                    <a:srgbClr val="F5F8FF">
                      <a:alpha val="28235"/>
                    </a:srgbClr>
                  </a:gs>
                  <a:gs pos="45000">
                    <a:srgbClr val="FFFFFF">
                      <a:alpha val="28235"/>
                    </a:srgbClr>
                  </a:gs>
                  <a:gs pos="100000">
                    <a:srgbClr val="0C0A9E">
                      <a:alpha val="28235"/>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4" name="Google Shape;94;g31d3c0017c5_0_52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7058"/>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95" name="Google Shape;95;g31d3c0017c5_0_529"/>
            <p:cNvGrpSpPr/>
            <p:nvPr/>
          </p:nvGrpSpPr>
          <p:grpSpPr>
            <a:xfrm>
              <a:off x="-549966" y="3946425"/>
              <a:ext cx="2833357" cy="1421047"/>
              <a:chOff x="-677366" y="4067275"/>
              <a:chExt cx="2833357" cy="1421047"/>
            </a:xfrm>
          </p:grpSpPr>
          <p:sp>
            <p:nvSpPr>
              <p:cNvPr id="96" name="Google Shape;96;g31d3c0017c5_0_52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3529"/>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97" name="Google Shape;97;g31d3c0017c5_0_529"/>
              <p:cNvGrpSpPr/>
              <p:nvPr/>
            </p:nvGrpSpPr>
            <p:grpSpPr>
              <a:xfrm>
                <a:off x="317735" y="4614472"/>
                <a:ext cx="161977" cy="161940"/>
                <a:chOff x="1101075" y="2142375"/>
                <a:chExt cx="439200" cy="439100"/>
              </a:xfrm>
            </p:grpSpPr>
            <p:sp>
              <p:nvSpPr>
                <p:cNvPr id="98" name="Google Shape;98;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3529"/>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9" name="Google Shape;99;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3529"/>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100" name="Google Shape;100;g31d3c0017c5_0_529"/>
              <p:cNvGrpSpPr/>
              <p:nvPr/>
            </p:nvGrpSpPr>
            <p:grpSpPr>
              <a:xfrm rot="10800000">
                <a:off x="1700151" y="5032693"/>
                <a:ext cx="161977" cy="161940"/>
                <a:chOff x="1101075" y="2142375"/>
                <a:chExt cx="439200" cy="439100"/>
              </a:xfrm>
            </p:grpSpPr>
            <p:sp>
              <p:nvSpPr>
                <p:cNvPr id="101" name="Google Shape;101;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3529"/>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2" name="Google Shape;102;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3529"/>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103" name="Google Shape;103;g31d3c0017c5_0_52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104" name="Google Shape;104;g31d3c0017c5_0_529"/>
            <p:cNvGrpSpPr/>
            <p:nvPr/>
          </p:nvGrpSpPr>
          <p:grpSpPr>
            <a:xfrm>
              <a:off x="-1143750" y="4741576"/>
              <a:ext cx="4558967" cy="134100"/>
              <a:chOff x="796100" y="3019701"/>
              <a:chExt cx="4558967" cy="134100"/>
            </a:xfrm>
          </p:grpSpPr>
          <p:sp>
            <p:nvSpPr>
              <p:cNvPr id="105" name="Google Shape;105;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06" name="Google Shape;106;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07" name="Google Shape;107;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gbbda25c5c6_0_18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gbbda25c5c6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bbda25c5c6_0_18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gbbda25c5c6_0_19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5" name="Google Shape;115;gbbda25c5c6_0_192"/>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gbbda25c5c6_0_1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8" name="Google Shape;118;gbbda25c5c6_0_19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19" name="Google Shape;119;gbbda25c5c6_0_19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0" name="Google Shape;120;gbbda25c5c6_0_19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gbbda25c5c6_0_2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3" name="Google Shape;123;gbbda25c5c6_0_2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4" name="Google Shape;124;gbbda25c5c6_0_200"/>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bbda25c5c6_0_2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27" name="Google Shape;127;gbbda25c5c6_0_20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gbbda25c5c6_0_2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0" name="Google Shape;130;gbbda25c5c6_0_2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1" name="Google Shape;131;gbbda25c5c6_0_2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gbbda25c5c6_0_2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3" name="Google Shape;133;gbbda25c5c6_0_207"/>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 name="Shape 134"/>
        <p:cNvGrpSpPr/>
        <p:nvPr/>
      </p:nvGrpSpPr>
      <p:grpSpPr>
        <a:xfrm>
          <a:off x="0" y="0"/>
          <a:ext cx="0" cy="0"/>
          <a:chOff x="0" y="0"/>
          <a:chExt cx="0" cy="0"/>
        </a:xfrm>
      </p:grpSpPr>
      <p:sp>
        <p:nvSpPr>
          <p:cNvPr id="135" name="Google Shape;135;gbbda25c5c6_0_2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36" name="Google Shape;136;gbbda25c5c6_0_21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gbbda25c5c6_0_2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39" name="Google Shape;139;gbbda25c5c6_0_2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40" name="Google Shape;140;gbbda25c5c6_0_216"/>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45" name="Shape 145"/>
        <p:cNvGrpSpPr/>
        <p:nvPr/>
      </p:nvGrpSpPr>
      <p:grpSpPr>
        <a:xfrm>
          <a:off x="0" y="0"/>
          <a:ext cx="0" cy="0"/>
          <a:chOff x="0" y="0"/>
          <a:chExt cx="0" cy="0"/>
        </a:xfrm>
      </p:grpSpPr>
      <p:sp>
        <p:nvSpPr>
          <p:cNvPr id="146" name="Google Shape;146;gbc34c55794_0_173"/>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gbc34c55794_0_13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bc34c55794_0_13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0" name="Google Shape;150;gbc34c55794_0_1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bc34c55794_0_13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3" name="Google Shape;153;gbc34c55794_0_1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gbc34c55794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6" name="Google Shape;156;gbc34c55794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57" name="Google Shape;157;gbc34c55794_0_1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gbc34c55794_0_1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gbc34c55794_0_14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1" name="Google Shape;161;gbc34c55794_0_14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2" name="Google Shape;162;gbc34c55794_0_1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gbc34c55794_0_1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bc34c55794_0_1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sp>
        <p:nvSpPr>
          <p:cNvPr id="167" name="Google Shape;167;gbc34c55794_0_151"/>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8" name="Google Shape;168;gbc34c55794_0_151"/>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9" name="Google Shape;169;gbc34c55794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0" name="Shape 170"/>
        <p:cNvGrpSpPr/>
        <p:nvPr/>
      </p:nvGrpSpPr>
      <p:grpSpPr>
        <a:xfrm>
          <a:off x="0" y="0"/>
          <a:ext cx="0" cy="0"/>
          <a:chOff x="0" y="0"/>
          <a:chExt cx="0" cy="0"/>
        </a:xfrm>
      </p:grpSpPr>
      <p:sp>
        <p:nvSpPr>
          <p:cNvPr id="171" name="Google Shape;171;gbc34c55794_0_155"/>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2" name="Google Shape;172;gbc34c55794_0_1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gbc34c55794_0_1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bc34c55794_0_158"/>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6" name="Google Shape;176;gbc34c55794_0_158"/>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gbc34c55794_0_158"/>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78" name="Google Shape;178;gbc34c55794_0_1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gbc34c55794_0_164"/>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81" name="Google Shape;181;gbc34c55794_0_1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sp>
        <p:nvSpPr>
          <p:cNvPr id="183" name="Google Shape;183;gbc34c55794_0_167"/>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4" name="Google Shape;184;gbc34c55794_0_167"/>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85" name="Google Shape;185;gbc34c55794_0_1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gbc34c55794_0_1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188" name="Shape 188"/>
        <p:cNvGrpSpPr/>
        <p:nvPr/>
      </p:nvGrpSpPr>
      <p:grpSpPr>
        <a:xfrm>
          <a:off x="0" y="0"/>
          <a:ext cx="0" cy="0"/>
          <a:chOff x="0" y="0"/>
          <a:chExt cx="0" cy="0"/>
        </a:xfrm>
      </p:grpSpPr>
      <p:sp>
        <p:nvSpPr>
          <p:cNvPr id="189" name="Google Shape;189;gbc34c55794_0_175"/>
          <p:cNvSpPr txBox="1"/>
          <p:nvPr>
            <p:ph idx="1" type="body"/>
          </p:nvPr>
        </p:nvSpPr>
        <p:spPr>
          <a:xfrm>
            <a:off x="517092" y="974040"/>
            <a:ext cx="11157900" cy="231300"/>
          </a:xfrm>
          <a:prstGeom prst="rect">
            <a:avLst/>
          </a:prstGeom>
          <a:noFill/>
          <a:ln>
            <a:noFill/>
          </a:ln>
        </p:spPr>
        <p:txBody>
          <a:bodyPr anchorCtr="0" anchor="ctr" bIns="0" lIns="0" spcFirstLastPara="1" rIns="0" wrap="square" tIns="0">
            <a:noAutofit/>
          </a:bodyPr>
          <a:lstStyle>
            <a:lvl1pPr indent="-228600" lvl="0" marL="457200" marR="0" algn="l">
              <a:lnSpc>
                <a:spcPct val="115000"/>
              </a:lnSpc>
              <a:spcBef>
                <a:spcPts val="300"/>
              </a:spcBef>
              <a:spcAft>
                <a:spcPts val="0"/>
              </a:spcAft>
              <a:buClr>
                <a:srgbClr val="7F7F7F"/>
              </a:buClr>
              <a:buSzPts val="1500"/>
              <a:buFont typeface="Arial"/>
              <a:buNone/>
              <a:defRPr b="0" i="0" sz="1500" u="none" cap="none" strike="noStrike">
                <a:solidFill>
                  <a:srgbClr val="7F7F7F"/>
                </a:solidFill>
                <a:latin typeface="Roboto"/>
                <a:ea typeface="Roboto"/>
                <a:cs typeface="Roboto"/>
                <a:sym typeface="Roboto"/>
              </a:defRPr>
            </a:lvl1pPr>
            <a:lvl2pPr indent="-228600" lvl="1" marL="914400" marR="0" algn="l">
              <a:lnSpc>
                <a:spcPct val="115000"/>
              </a:lnSpc>
              <a:spcBef>
                <a:spcPts val="2100"/>
              </a:spcBef>
              <a:spcAft>
                <a:spcPts val="0"/>
              </a:spcAft>
              <a:buClr>
                <a:schemeClr val="dk1"/>
              </a:buClr>
              <a:buSzPts val="1600"/>
              <a:buFont typeface="Arial"/>
              <a:buNone/>
              <a:defRPr b="0" i="0" sz="1600" u="none" cap="none" strike="noStrike">
                <a:solidFill>
                  <a:schemeClr val="dk1"/>
                </a:solidFill>
                <a:latin typeface="Roboto"/>
                <a:ea typeface="Roboto"/>
                <a:cs typeface="Roboto"/>
                <a:sym typeface="Roboto"/>
              </a:defRPr>
            </a:lvl2pPr>
            <a:lvl3pPr indent="-228600" lvl="2" marL="1371600" marR="0" algn="l">
              <a:lnSpc>
                <a:spcPct val="115000"/>
              </a:lnSpc>
              <a:spcBef>
                <a:spcPts val="2100"/>
              </a:spcBef>
              <a:spcAft>
                <a:spcPts val="0"/>
              </a:spcAft>
              <a:buClr>
                <a:schemeClr val="dk1"/>
              </a:buClr>
              <a:buSzPts val="1300"/>
              <a:buFont typeface="Arial"/>
              <a:buNone/>
              <a:defRPr b="0" i="0" sz="1300" u="none" cap="none" strike="noStrike">
                <a:solidFill>
                  <a:schemeClr val="dk1"/>
                </a:solidFill>
                <a:latin typeface="Roboto"/>
                <a:ea typeface="Roboto"/>
                <a:cs typeface="Roboto"/>
                <a:sym typeface="Roboto"/>
              </a:defRPr>
            </a:lvl3pPr>
            <a:lvl4pPr indent="-228600" lvl="3" marL="18288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indent="-228600" lvl="4" marL="22860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indent="-228600" lvl="5" marL="27432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6pPr>
            <a:lvl7pPr indent="-228600" lvl="6" marL="32004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7pPr>
            <a:lvl8pPr indent="-228600" lvl="7" marL="36576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8pPr>
            <a:lvl9pPr indent="-228600" lvl="8" marL="4114800" marR="0" algn="l">
              <a:lnSpc>
                <a:spcPct val="115000"/>
              </a:lnSpc>
              <a:spcBef>
                <a:spcPts val="2100"/>
              </a:spcBef>
              <a:spcAft>
                <a:spcPts val="2100"/>
              </a:spcAft>
              <a:buClr>
                <a:schemeClr val="dk1"/>
              </a:buClr>
              <a:buSzPts val="1200"/>
              <a:buFont typeface="Arial"/>
              <a:buNone/>
              <a:defRPr b="0" i="0" sz="1200" u="none" cap="none" strike="noStrike">
                <a:solidFill>
                  <a:schemeClr val="dk1"/>
                </a:solidFill>
                <a:latin typeface="Roboto"/>
                <a:ea typeface="Roboto"/>
                <a:cs typeface="Roboto"/>
                <a:sym typeface="Roboto"/>
              </a:defRPr>
            </a:lvl9pPr>
          </a:lstStyle>
          <a:p/>
        </p:txBody>
      </p:sp>
      <p:sp>
        <p:nvSpPr>
          <p:cNvPr id="190" name="Google Shape;190;gbc34c55794_0_175"/>
          <p:cNvSpPr txBox="1"/>
          <p:nvPr>
            <p:ph type="title"/>
          </p:nvPr>
        </p:nvSpPr>
        <p:spPr>
          <a:xfrm>
            <a:off x="517092" y="376815"/>
            <a:ext cx="11157900" cy="5460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5B5B5B"/>
              </a:buClr>
              <a:buSzPts val="3700"/>
              <a:buFont typeface="Roboto"/>
              <a:buNone/>
              <a:defRPr b="0" i="0" sz="37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3700"/>
              <a:buNone/>
              <a:defRPr sz="2400"/>
            </a:lvl2pPr>
            <a:lvl3pPr lvl="2" algn="l">
              <a:lnSpc>
                <a:spcPct val="100000"/>
              </a:lnSpc>
              <a:spcBef>
                <a:spcPts val="0"/>
              </a:spcBef>
              <a:spcAft>
                <a:spcPts val="0"/>
              </a:spcAft>
              <a:buSzPts val="3700"/>
              <a:buNone/>
              <a:defRPr sz="2400"/>
            </a:lvl3pPr>
            <a:lvl4pPr lvl="3" algn="l">
              <a:lnSpc>
                <a:spcPct val="100000"/>
              </a:lnSpc>
              <a:spcBef>
                <a:spcPts val="0"/>
              </a:spcBef>
              <a:spcAft>
                <a:spcPts val="0"/>
              </a:spcAft>
              <a:buSzPts val="3700"/>
              <a:buNone/>
              <a:defRPr sz="2400"/>
            </a:lvl4pPr>
            <a:lvl5pPr lvl="4" algn="l">
              <a:lnSpc>
                <a:spcPct val="100000"/>
              </a:lnSpc>
              <a:spcBef>
                <a:spcPts val="0"/>
              </a:spcBef>
              <a:spcAft>
                <a:spcPts val="0"/>
              </a:spcAft>
              <a:buSzPts val="3700"/>
              <a:buNone/>
              <a:defRPr sz="2400"/>
            </a:lvl5pPr>
            <a:lvl6pPr lvl="5" algn="l">
              <a:lnSpc>
                <a:spcPct val="100000"/>
              </a:lnSpc>
              <a:spcBef>
                <a:spcPts val="0"/>
              </a:spcBef>
              <a:spcAft>
                <a:spcPts val="0"/>
              </a:spcAft>
              <a:buSzPts val="3700"/>
              <a:buNone/>
              <a:defRPr sz="2400"/>
            </a:lvl6pPr>
            <a:lvl7pPr lvl="6" algn="l">
              <a:lnSpc>
                <a:spcPct val="100000"/>
              </a:lnSpc>
              <a:spcBef>
                <a:spcPts val="0"/>
              </a:spcBef>
              <a:spcAft>
                <a:spcPts val="0"/>
              </a:spcAft>
              <a:buSzPts val="3700"/>
              <a:buNone/>
              <a:defRPr sz="2400"/>
            </a:lvl7pPr>
            <a:lvl8pPr lvl="7" algn="l">
              <a:lnSpc>
                <a:spcPct val="100000"/>
              </a:lnSpc>
              <a:spcBef>
                <a:spcPts val="0"/>
              </a:spcBef>
              <a:spcAft>
                <a:spcPts val="0"/>
              </a:spcAft>
              <a:buSzPts val="3700"/>
              <a:buNone/>
              <a:defRPr sz="2400"/>
            </a:lvl8pPr>
            <a:lvl9pPr lvl="8" algn="l">
              <a:lnSpc>
                <a:spcPct val="100000"/>
              </a:lnSpc>
              <a:spcBef>
                <a:spcPts val="0"/>
              </a:spcBef>
              <a:spcAft>
                <a:spcPts val="0"/>
              </a:spcAft>
              <a:buSzPts val="3700"/>
              <a:buNone/>
              <a:defRPr sz="2400"/>
            </a:lvl9pPr>
          </a:lstStyle>
          <a:p/>
        </p:txBody>
      </p:sp>
      <p:sp>
        <p:nvSpPr>
          <p:cNvPr id="191" name="Google Shape;191;gbc34c55794_0_175"/>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bbda25c5c6_0_1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bbda25c5c6_0_1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bbda25c5c6_0_171"/>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bc34c55794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3" name="Google Shape;143;gbc34c55794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4" name="Google Shape;144;gbc34c55794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mc:AlternateContent>
    <mc:Choice Requires="p14">
      <p:transition spd="slow" p14:dur="10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bbda25c5c6_0_54"/>
          <p:cNvSpPr/>
          <p:nvPr/>
        </p:nvSpPr>
        <p:spPr>
          <a:xfrm>
            <a:off x="1023125" y="2654125"/>
            <a:ext cx="10674900" cy="1398000"/>
          </a:xfrm>
          <a:prstGeom prst="roundRect">
            <a:avLst>
              <a:gd fmla="val 16667" name="adj"/>
            </a:avLst>
          </a:prstGeom>
          <a:solidFill>
            <a:schemeClr val="accent3"/>
          </a:solidFill>
          <a:ln>
            <a:noFill/>
          </a:ln>
          <a:effectLst>
            <a:outerShdw blurRad="57150" rotWithShape="0" algn="bl" dir="5400000" dist="19050">
              <a:srgbClr val="000000">
                <a:alpha val="46666"/>
              </a:srgbClr>
            </a:outerShdw>
          </a:effectLst>
        </p:spPr>
        <p:txBody>
          <a:bodyPr anchorCtr="0" anchor="ctr" bIns="121900" lIns="121900" spcFirstLastPara="1" rIns="121900" wrap="square" tIns="121900">
            <a:noAutofit/>
          </a:bodyPr>
          <a:lstStyle/>
          <a:p>
            <a:pPr indent="0" lvl="0" marL="0" marR="0" rtl="0" algn="ctr">
              <a:lnSpc>
                <a:spcPct val="85000"/>
              </a:lnSpc>
              <a:spcBef>
                <a:spcPts val="0"/>
              </a:spcBef>
              <a:spcAft>
                <a:spcPts val="0"/>
              </a:spcAft>
              <a:buClr>
                <a:srgbClr val="262626"/>
              </a:buClr>
              <a:buSzPts val="8000"/>
              <a:buFont typeface="Calibri"/>
              <a:buNone/>
            </a:pPr>
            <a:r>
              <a:rPr b="1" i="0" lang="en-US" sz="3600" u="none" cap="none" strike="noStrike">
                <a:solidFill>
                  <a:schemeClr val="lt1"/>
                </a:solidFill>
                <a:latin typeface="Calibri"/>
                <a:ea typeface="Calibri"/>
                <a:cs typeface="Calibri"/>
                <a:sym typeface="Calibri"/>
              </a:rPr>
              <a:t>Introduction to Information Security and the CIA Triad</a:t>
            </a:r>
            <a:endParaRPr sz="3500">
              <a:solidFill>
                <a:schemeClr val="lt1"/>
              </a:solidFill>
              <a:latin typeface="Times New Roman"/>
              <a:ea typeface="Times New Roman"/>
              <a:cs typeface="Times New Roman"/>
              <a:sym typeface="Times New Roman"/>
            </a:endParaRPr>
          </a:p>
        </p:txBody>
      </p:sp>
      <p:sp>
        <p:nvSpPr>
          <p:cNvPr id="197" name="Google Shape;197;gbbda25c5c6_0_54"/>
          <p:cNvSpPr txBox="1"/>
          <p:nvPr/>
        </p:nvSpPr>
        <p:spPr>
          <a:xfrm>
            <a:off x="4325500" y="4305275"/>
            <a:ext cx="3950700" cy="603300"/>
          </a:xfrm>
          <a:prstGeom prst="rect">
            <a:avLst/>
          </a:prstGeom>
          <a:noFill/>
          <a:ln>
            <a:noFill/>
          </a:ln>
        </p:spPr>
        <p:txBody>
          <a:bodyPr anchorCtr="0" anchor="t" bIns="91425" lIns="91425" spcFirstLastPara="1" rIns="91425" wrap="square" tIns="91425">
            <a:spAutoFit/>
          </a:bodyPr>
          <a:lstStyle/>
          <a:p>
            <a:pPr indent="0" lvl="0" marL="0" rtl="0" algn="ctr">
              <a:lnSpc>
                <a:spcPct val="85000"/>
              </a:lnSpc>
              <a:spcBef>
                <a:spcPts val="0"/>
              </a:spcBef>
              <a:spcAft>
                <a:spcPts val="0"/>
              </a:spcAft>
              <a:buNone/>
            </a:pPr>
            <a:r>
              <a:rPr b="1" lang="en-US" sz="3200">
                <a:solidFill>
                  <a:schemeClr val="accent3"/>
                </a:solidFill>
                <a:latin typeface="Times New Roman"/>
                <a:ea typeface="Times New Roman"/>
                <a:cs typeface="Times New Roman"/>
                <a:sym typeface="Times New Roman"/>
              </a:rPr>
              <a:t>Lecture 1</a:t>
            </a:r>
            <a:endParaRPr b="1" sz="3200">
              <a:solidFill>
                <a:schemeClr val="accent3"/>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bbda25c5c6_0_164"/>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800">
                <a:solidFill>
                  <a:schemeClr val="lt1"/>
                </a:solidFill>
              </a:rPr>
              <a:t>What is security?</a:t>
            </a:r>
            <a:endParaRPr sz="4800">
              <a:solidFill>
                <a:schemeClr val="lt1"/>
              </a:solidFill>
            </a:endParaRPr>
          </a:p>
        </p:txBody>
      </p:sp>
      <p:sp>
        <p:nvSpPr>
          <p:cNvPr id="203" name="Google Shape;203;gbbda25c5c6_0_164"/>
          <p:cNvSpPr txBox="1"/>
          <p:nvPr>
            <p:ph idx="1" type="body"/>
          </p:nvPr>
        </p:nvSpPr>
        <p:spPr>
          <a:xfrm>
            <a:off x="508050" y="1265750"/>
            <a:ext cx="11175900" cy="5334000"/>
          </a:xfrm>
          <a:prstGeom prst="rect">
            <a:avLst/>
          </a:prstGeom>
          <a:noFill/>
          <a:ln>
            <a:noFill/>
          </a:ln>
        </p:spPr>
        <p:txBody>
          <a:bodyPr anchorCtr="0" anchor="t" bIns="60925" lIns="121900" spcFirstLastPara="1" rIns="121900" wrap="square" tIns="60925">
            <a:noAutofit/>
          </a:bodyPr>
          <a:lstStyle/>
          <a:p>
            <a:pPr indent="-419100" lvl="0" marL="457200" rtl="0" algn="l">
              <a:lnSpc>
                <a:spcPct val="115000"/>
              </a:lnSpc>
              <a:spcBef>
                <a:spcPts val="700"/>
              </a:spcBef>
              <a:spcAft>
                <a:spcPts val="0"/>
              </a:spcAft>
              <a:buClr>
                <a:schemeClr val="accent3"/>
              </a:buClr>
              <a:buSzPts val="3000"/>
              <a:buFont typeface="Times New Roman"/>
              <a:buChar char="■"/>
            </a:pPr>
            <a:r>
              <a:rPr lang="en-US" sz="2400">
                <a:solidFill>
                  <a:schemeClr val="dk2"/>
                </a:solidFill>
                <a:latin typeface="Times New Roman"/>
                <a:ea typeface="Times New Roman"/>
                <a:cs typeface="Times New Roman"/>
                <a:sym typeface="Times New Roman"/>
              </a:rPr>
              <a:t>“Achieving something in the presence of an adversary.”</a:t>
            </a:r>
            <a:endParaRPr sz="2400">
              <a:solidFill>
                <a:schemeClr val="dk2"/>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2"/>
              </a:buClr>
              <a:buSzPts val="2400"/>
              <a:buFont typeface="Times New Roman"/>
              <a:buChar char="○"/>
            </a:pPr>
            <a:r>
              <a:rPr lang="en-US" sz="2400">
                <a:solidFill>
                  <a:schemeClr val="dk2"/>
                </a:solidFill>
                <a:latin typeface="Times New Roman"/>
                <a:ea typeface="Times New Roman"/>
                <a:cs typeface="Times New Roman"/>
                <a:sym typeface="Times New Roman"/>
              </a:rPr>
              <a:t>The internet is full of adversaries. This signifies the design of a system that can provide protection against all these adversaries.</a:t>
            </a:r>
            <a:endParaRPr sz="2400">
              <a:solidFill>
                <a:schemeClr val="dk2"/>
              </a:solidFill>
              <a:latin typeface="Times New Roman"/>
              <a:ea typeface="Times New Roman"/>
              <a:cs typeface="Times New Roman"/>
              <a:sym typeface="Times New Roman"/>
            </a:endParaRPr>
          </a:p>
          <a:p>
            <a:pPr indent="-419100" lvl="0" marL="457200" rtl="0" algn="l">
              <a:lnSpc>
                <a:spcPct val="115000"/>
              </a:lnSpc>
              <a:spcBef>
                <a:spcPts val="0"/>
              </a:spcBef>
              <a:spcAft>
                <a:spcPts val="0"/>
              </a:spcAft>
              <a:buClr>
                <a:schemeClr val="accent3"/>
              </a:buClr>
              <a:buSzPts val="3000"/>
              <a:buFont typeface="Times New Roman"/>
              <a:buChar char="■"/>
            </a:pPr>
            <a:r>
              <a:rPr lang="en-US" sz="2400">
                <a:solidFill>
                  <a:schemeClr val="dk2"/>
                </a:solidFill>
                <a:latin typeface="Times New Roman"/>
                <a:ea typeface="Times New Roman"/>
                <a:cs typeface="Times New Roman"/>
                <a:sym typeface="Times New Roman"/>
              </a:rPr>
              <a:t>A solid security plan consists of the following concepts:</a:t>
            </a:r>
            <a:endParaRPr sz="2400">
              <a:solidFill>
                <a:schemeClr val="dk2"/>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2"/>
              </a:buClr>
              <a:buSzPts val="2400"/>
              <a:buFont typeface="Times New Roman"/>
              <a:buChar char="○"/>
            </a:pPr>
            <a:r>
              <a:rPr b="1" lang="en-US" sz="2400">
                <a:solidFill>
                  <a:srgbClr val="980000"/>
                </a:solidFill>
                <a:latin typeface="Times New Roman"/>
                <a:ea typeface="Times New Roman"/>
                <a:cs typeface="Times New Roman"/>
                <a:sym typeface="Times New Roman"/>
              </a:rPr>
              <a:t>Policy</a:t>
            </a:r>
            <a:r>
              <a:rPr lang="en-US" sz="2400">
                <a:solidFill>
                  <a:srgbClr val="980000"/>
                </a:solidFill>
                <a:latin typeface="Times New Roman"/>
                <a:ea typeface="Times New Roman"/>
                <a:cs typeface="Times New Roman"/>
                <a:sym typeface="Times New Roman"/>
              </a:rPr>
              <a:t>:</a:t>
            </a:r>
            <a:r>
              <a:rPr lang="en-US" sz="2400">
                <a:solidFill>
                  <a:schemeClr val="dk2"/>
                </a:solidFill>
                <a:latin typeface="Times New Roman"/>
                <a:ea typeface="Times New Roman"/>
                <a:cs typeface="Times New Roman"/>
                <a:sym typeface="Times New Roman"/>
              </a:rPr>
              <a:t> the goal you want to achieve</a:t>
            </a:r>
            <a:endParaRPr sz="2400">
              <a:solidFill>
                <a:schemeClr val="dk2"/>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2"/>
              </a:buClr>
              <a:buSzPts val="2400"/>
              <a:buFont typeface="Times New Roman"/>
              <a:buChar char="○"/>
            </a:pPr>
            <a:r>
              <a:rPr b="1" lang="en-US" sz="2400">
                <a:solidFill>
                  <a:srgbClr val="980000"/>
                </a:solidFill>
                <a:latin typeface="Times New Roman"/>
                <a:ea typeface="Times New Roman"/>
                <a:cs typeface="Times New Roman"/>
                <a:sym typeface="Times New Roman"/>
              </a:rPr>
              <a:t>Threat model</a:t>
            </a:r>
            <a:r>
              <a:rPr lang="en-US" sz="2400">
                <a:solidFill>
                  <a:srgbClr val="980000"/>
                </a:solidFill>
                <a:latin typeface="Times New Roman"/>
                <a:ea typeface="Times New Roman"/>
                <a:cs typeface="Times New Roman"/>
                <a:sym typeface="Times New Roman"/>
              </a:rPr>
              <a:t>:</a:t>
            </a:r>
            <a:r>
              <a:rPr lang="en-US" sz="2400">
                <a:solidFill>
                  <a:schemeClr val="dk2"/>
                </a:solidFill>
                <a:latin typeface="Times New Roman"/>
                <a:ea typeface="Times New Roman"/>
                <a:cs typeface="Times New Roman"/>
                <a:sym typeface="Times New Roman"/>
              </a:rPr>
              <a:t> assumptions about the capabilities of the adversaries</a:t>
            </a:r>
            <a:endParaRPr sz="2400">
              <a:solidFill>
                <a:schemeClr val="dk2"/>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2"/>
              </a:buClr>
              <a:buSzPts val="2400"/>
              <a:buFont typeface="Times New Roman"/>
              <a:buChar char="○"/>
            </a:pPr>
            <a:r>
              <a:rPr b="1" lang="en-US" sz="2400">
                <a:solidFill>
                  <a:srgbClr val="980000"/>
                </a:solidFill>
                <a:latin typeface="Times New Roman"/>
                <a:ea typeface="Times New Roman"/>
                <a:cs typeface="Times New Roman"/>
                <a:sym typeface="Times New Roman"/>
              </a:rPr>
              <a:t>Mechanism</a:t>
            </a:r>
            <a:r>
              <a:rPr lang="en-US" sz="2400">
                <a:solidFill>
                  <a:srgbClr val="980000"/>
                </a:solidFill>
                <a:latin typeface="Times New Roman"/>
                <a:ea typeface="Times New Roman"/>
                <a:cs typeface="Times New Roman"/>
                <a:sym typeface="Times New Roman"/>
              </a:rPr>
              <a:t>:</a:t>
            </a:r>
            <a:r>
              <a:rPr lang="en-US" sz="2400">
                <a:solidFill>
                  <a:schemeClr val="dk2"/>
                </a:solidFill>
                <a:latin typeface="Times New Roman"/>
                <a:ea typeface="Times New Roman"/>
                <a:cs typeface="Times New Roman"/>
                <a:sym typeface="Times New Roman"/>
              </a:rPr>
              <a:t> how the policy could be implemented</a:t>
            </a:r>
            <a:endParaRPr sz="2400">
              <a:solidFill>
                <a:schemeClr val="dk2"/>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2"/>
              </a:buClr>
              <a:buSzPts val="2400"/>
              <a:buFont typeface="Times New Roman"/>
              <a:buChar char="○"/>
            </a:pPr>
            <a:r>
              <a:rPr b="1" lang="en-US" sz="2400">
                <a:solidFill>
                  <a:srgbClr val="980000"/>
                </a:solidFill>
                <a:latin typeface="Times New Roman"/>
                <a:ea typeface="Times New Roman"/>
                <a:cs typeface="Times New Roman"/>
                <a:sym typeface="Times New Roman"/>
              </a:rPr>
              <a:t>Resulting goal</a:t>
            </a:r>
            <a:r>
              <a:rPr lang="en-US" sz="2400">
                <a:solidFill>
                  <a:srgbClr val="980000"/>
                </a:solidFill>
                <a:latin typeface="Times New Roman"/>
                <a:ea typeface="Times New Roman"/>
                <a:cs typeface="Times New Roman"/>
                <a:sym typeface="Times New Roman"/>
              </a:rPr>
              <a:t>:</a:t>
            </a:r>
            <a:r>
              <a:rPr lang="en-US" sz="2400">
                <a:solidFill>
                  <a:schemeClr val="dk2"/>
                </a:solidFill>
                <a:latin typeface="Times New Roman"/>
                <a:ea typeface="Times New Roman"/>
                <a:cs typeface="Times New Roman"/>
                <a:sym typeface="Times New Roman"/>
              </a:rPr>
              <a:t> no way for adversary within threat model to violate policy</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1" marL="609600" rtl="0" algn="l">
              <a:lnSpc>
                <a:spcPct val="115000"/>
              </a:lnSpc>
              <a:spcBef>
                <a:spcPts val="700"/>
              </a:spcBef>
              <a:spcAft>
                <a:spcPts val="0"/>
              </a:spcAft>
              <a:buSzPts val="2100"/>
              <a:buNone/>
            </a:pPr>
            <a:r>
              <a:t/>
            </a:r>
            <a:endParaRPr/>
          </a:p>
          <a:p>
            <a:pPr indent="0" lvl="1" marL="609600" rtl="0" algn="l">
              <a:lnSpc>
                <a:spcPct val="115000"/>
              </a:lnSpc>
              <a:spcBef>
                <a:spcPts val="700"/>
              </a:spcBef>
              <a:spcAft>
                <a:spcPts val="0"/>
              </a:spcAft>
              <a:buSzPts val="2100"/>
              <a:buNone/>
            </a:pPr>
            <a:r>
              <a:t/>
            </a:r>
            <a:endParaRPr/>
          </a:p>
        </p:txBody>
      </p:sp>
      <p:sp>
        <p:nvSpPr>
          <p:cNvPr id="204" name="Google Shape;204;gbbda25c5c6_0_164"/>
          <p:cNvSpPr txBox="1"/>
          <p:nvPr>
            <p:ph idx="12" type="sldNum"/>
          </p:nvPr>
        </p:nvSpPr>
        <p:spPr>
          <a:xfrm>
            <a:off x="11460410" y="6464384"/>
            <a:ext cx="731700" cy="3936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600"/>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7e4b8486ea_1_14"/>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800">
                <a:solidFill>
                  <a:schemeClr val="lt1"/>
                </a:solidFill>
              </a:rPr>
              <a:t>What is security?</a:t>
            </a:r>
            <a:endParaRPr sz="4800">
              <a:solidFill>
                <a:schemeClr val="lt1"/>
              </a:solidFill>
            </a:endParaRPr>
          </a:p>
        </p:txBody>
      </p:sp>
      <p:sp>
        <p:nvSpPr>
          <p:cNvPr id="210" name="Google Shape;210;g37e4b8486ea_1_14"/>
          <p:cNvSpPr txBox="1"/>
          <p:nvPr>
            <p:ph idx="1" type="body"/>
          </p:nvPr>
        </p:nvSpPr>
        <p:spPr>
          <a:xfrm>
            <a:off x="508050" y="1265750"/>
            <a:ext cx="11175900" cy="5334000"/>
          </a:xfrm>
          <a:prstGeom prst="rect">
            <a:avLst/>
          </a:prstGeom>
          <a:noFill/>
          <a:ln>
            <a:noFill/>
          </a:ln>
        </p:spPr>
        <p:txBody>
          <a:bodyPr anchorCtr="0" anchor="t" bIns="60925" lIns="121900" spcFirstLastPara="1" rIns="121900" wrap="square" tIns="60925">
            <a:noAutofit/>
          </a:bodyPr>
          <a:lstStyle/>
          <a:p>
            <a:pPr indent="-419100" lvl="0" marL="457200" rtl="0" algn="l">
              <a:lnSpc>
                <a:spcPct val="115000"/>
              </a:lnSpc>
              <a:spcBef>
                <a:spcPts val="700"/>
              </a:spcBef>
              <a:spcAft>
                <a:spcPts val="0"/>
              </a:spcAft>
              <a:buClr>
                <a:schemeClr val="accent3"/>
              </a:buClr>
              <a:buSzPts val="3000"/>
              <a:buFont typeface="Times New Roman"/>
              <a:buChar char="■"/>
            </a:pPr>
            <a:r>
              <a:rPr lang="en-US" sz="2400">
                <a:solidFill>
                  <a:schemeClr val="dk2"/>
                </a:solidFill>
                <a:latin typeface="Times New Roman"/>
                <a:ea typeface="Times New Roman"/>
                <a:cs typeface="Times New Roman"/>
                <a:sym typeface="Times New Roman"/>
              </a:rPr>
              <a:t>Why is Security Hard?</a:t>
            </a:r>
            <a:endParaRPr sz="2400">
              <a:solidFill>
                <a:schemeClr val="dk2"/>
              </a:solidFill>
              <a:latin typeface="Times New Roman"/>
              <a:ea typeface="Times New Roman"/>
              <a:cs typeface="Times New Roman"/>
              <a:sym typeface="Times New Roman"/>
            </a:endParaRPr>
          </a:p>
          <a:p>
            <a:pPr indent="-381000" lvl="1" marL="914400" rtl="0" algn="just">
              <a:lnSpc>
                <a:spcPct val="115000"/>
              </a:lnSpc>
              <a:spcBef>
                <a:spcPts val="700"/>
              </a:spcBef>
              <a:spcAft>
                <a:spcPts val="0"/>
              </a:spcAft>
              <a:buClr>
                <a:schemeClr val="accent3"/>
              </a:buClr>
              <a:buSzPts val="2400"/>
              <a:buFont typeface="Times New Roman"/>
              <a:buChar char="○"/>
            </a:pPr>
            <a:r>
              <a:rPr lang="en-US" sz="2400">
                <a:solidFill>
                  <a:schemeClr val="dk2"/>
                </a:solidFill>
                <a:latin typeface="Times New Roman"/>
                <a:ea typeface="Times New Roman"/>
                <a:cs typeface="Times New Roman"/>
                <a:sym typeface="Times New Roman"/>
              </a:rPr>
              <a:t>It is easy to design policy. The system should only be accessed by the authorized persons. Positive goals can be easily achieved and evaluated.</a:t>
            </a:r>
            <a:endParaRPr sz="2400">
              <a:solidFill>
                <a:schemeClr val="dk2"/>
              </a:solidFill>
              <a:latin typeface="Times New Roman"/>
              <a:ea typeface="Times New Roman"/>
              <a:cs typeface="Times New Roman"/>
              <a:sym typeface="Times New Roman"/>
            </a:endParaRPr>
          </a:p>
          <a:p>
            <a:pPr indent="-381000" lvl="1" marL="914400" rtl="0" algn="just">
              <a:lnSpc>
                <a:spcPct val="115000"/>
              </a:lnSpc>
              <a:spcBef>
                <a:spcPts val="700"/>
              </a:spcBef>
              <a:spcAft>
                <a:spcPts val="0"/>
              </a:spcAft>
              <a:buClr>
                <a:schemeClr val="accent3"/>
              </a:buClr>
              <a:buSzPts val="2400"/>
              <a:buFont typeface="Times New Roman"/>
              <a:buChar char="○"/>
            </a:pPr>
            <a:r>
              <a:rPr lang="en-US" sz="2400">
                <a:solidFill>
                  <a:schemeClr val="dk2"/>
                </a:solidFill>
                <a:latin typeface="Times New Roman"/>
                <a:ea typeface="Times New Roman"/>
                <a:cs typeface="Times New Roman"/>
                <a:sym typeface="Times New Roman"/>
              </a:rPr>
              <a:t>A threat model is difficult to formulate. Realistic threat models are open-ended (almost negative models). It is not possible to think about all the possible actions the adversary can take. </a:t>
            </a:r>
            <a:endParaRPr sz="2400">
              <a:solidFill>
                <a:schemeClr val="dk2"/>
              </a:solidFill>
              <a:latin typeface="Times New Roman"/>
              <a:ea typeface="Times New Roman"/>
              <a:cs typeface="Times New Roman"/>
              <a:sym typeface="Times New Roman"/>
            </a:endParaRPr>
          </a:p>
          <a:p>
            <a:pPr indent="-381000" lvl="1" marL="914400" rtl="0" algn="just">
              <a:lnSpc>
                <a:spcPct val="115000"/>
              </a:lnSpc>
              <a:spcBef>
                <a:spcPts val="700"/>
              </a:spcBef>
              <a:spcAft>
                <a:spcPts val="0"/>
              </a:spcAft>
              <a:buClr>
                <a:schemeClr val="accent3"/>
              </a:buClr>
              <a:buSzPts val="2400"/>
              <a:buFont typeface="Times New Roman"/>
              <a:buChar char="○"/>
            </a:pPr>
            <a:r>
              <a:rPr lang="en-US" sz="2400">
                <a:solidFill>
                  <a:schemeClr val="dk2"/>
                </a:solidFill>
                <a:latin typeface="Times New Roman"/>
                <a:ea typeface="Times New Roman"/>
                <a:cs typeface="Times New Roman"/>
                <a:sym typeface="Times New Roman"/>
              </a:rPr>
              <a:t>Due to insufficient assumptions of the threat model, near-perfect implementation of security can result in vulnerabilities and exploitations. Therefore, security is an iterative process: design, update threat model as necessary, etc.</a:t>
            </a:r>
            <a:endParaRPr sz="2400">
              <a:solidFill>
                <a:schemeClr val="dk2"/>
              </a:solidFill>
              <a:latin typeface="Times New Roman"/>
              <a:ea typeface="Times New Roman"/>
              <a:cs typeface="Times New Roman"/>
              <a:sym typeface="Times New Roman"/>
            </a:endParaRPr>
          </a:p>
          <a:p>
            <a:pPr indent="-419100" lvl="0" marL="457200" rtl="0" algn="just">
              <a:lnSpc>
                <a:spcPct val="115000"/>
              </a:lnSpc>
              <a:spcBef>
                <a:spcPts val="700"/>
              </a:spcBef>
              <a:spcAft>
                <a:spcPts val="0"/>
              </a:spcAft>
              <a:buClr>
                <a:schemeClr val="accent3"/>
              </a:buClr>
              <a:buSzPts val="3000"/>
              <a:buFont typeface="Times New Roman"/>
              <a:buChar char="■"/>
            </a:pPr>
            <a:r>
              <a:rPr lang="en-US" sz="2400">
                <a:solidFill>
                  <a:schemeClr val="dk2"/>
                </a:solidFill>
                <a:latin typeface="Times New Roman"/>
                <a:ea typeface="Times New Roman"/>
                <a:cs typeface="Times New Roman"/>
                <a:sym typeface="Times New Roman"/>
              </a:rPr>
              <a:t>This is why it is essential to study security from both perspectives: the </a:t>
            </a:r>
            <a:r>
              <a:rPr b="1" lang="en-US" sz="2400">
                <a:solidFill>
                  <a:srgbClr val="C00000"/>
                </a:solidFill>
                <a:latin typeface="Times New Roman"/>
                <a:ea typeface="Times New Roman"/>
                <a:cs typeface="Times New Roman"/>
                <a:sym typeface="Times New Roman"/>
              </a:rPr>
              <a:t>attacker</a:t>
            </a:r>
            <a:r>
              <a:rPr b="1" lang="en-US" sz="2400">
                <a:solidFill>
                  <a:schemeClr val="dk2"/>
                </a:solidFill>
                <a:latin typeface="Times New Roman"/>
                <a:ea typeface="Times New Roman"/>
                <a:cs typeface="Times New Roman"/>
                <a:sym typeface="Times New Roman"/>
              </a:rPr>
              <a:t> </a:t>
            </a:r>
            <a:r>
              <a:rPr lang="en-US" sz="2400">
                <a:solidFill>
                  <a:schemeClr val="dk2"/>
                </a:solidFill>
                <a:latin typeface="Times New Roman"/>
                <a:ea typeface="Times New Roman"/>
                <a:cs typeface="Times New Roman"/>
                <a:sym typeface="Times New Roman"/>
              </a:rPr>
              <a:t>(Red side) and the </a:t>
            </a:r>
            <a:r>
              <a:rPr b="1" lang="en-US" sz="2400">
                <a:solidFill>
                  <a:srgbClr val="3C78D8"/>
                </a:solidFill>
                <a:latin typeface="Times New Roman"/>
                <a:ea typeface="Times New Roman"/>
                <a:cs typeface="Times New Roman"/>
                <a:sym typeface="Times New Roman"/>
              </a:rPr>
              <a:t>defender </a:t>
            </a:r>
            <a:r>
              <a:rPr lang="en-US" sz="2400">
                <a:solidFill>
                  <a:schemeClr val="dk2"/>
                </a:solidFill>
                <a:latin typeface="Times New Roman"/>
                <a:ea typeface="Times New Roman"/>
                <a:cs typeface="Times New Roman"/>
                <a:sym typeface="Times New Roman"/>
              </a:rPr>
              <a:t>(Blue side).</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1" marL="609600" rtl="0" algn="l">
              <a:lnSpc>
                <a:spcPct val="115000"/>
              </a:lnSpc>
              <a:spcBef>
                <a:spcPts val="700"/>
              </a:spcBef>
              <a:spcAft>
                <a:spcPts val="0"/>
              </a:spcAft>
              <a:buSzPts val="2100"/>
              <a:buNone/>
            </a:pPr>
            <a:r>
              <a:t/>
            </a:r>
            <a:endParaRPr/>
          </a:p>
          <a:p>
            <a:pPr indent="0" lvl="1" marL="609600" rtl="0" algn="l">
              <a:lnSpc>
                <a:spcPct val="115000"/>
              </a:lnSpc>
              <a:spcBef>
                <a:spcPts val="700"/>
              </a:spcBef>
              <a:spcAft>
                <a:spcPts val="0"/>
              </a:spcAft>
              <a:buSzPts val="2100"/>
              <a:buNone/>
            </a:pPr>
            <a:r>
              <a:t/>
            </a:r>
            <a:endParaRPr/>
          </a:p>
        </p:txBody>
      </p:sp>
      <p:sp>
        <p:nvSpPr>
          <p:cNvPr id="211" name="Google Shape;211;g37e4b8486ea_1_14"/>
          <p:cNvSpPr txBox="1"/>
          <p:nvPr>
            <p:ph idx="12" type="sldNum"/>
          </p:nvPr>
        </p:nvSpPr>
        <p:spPr>
          <a:xfrm>
            <a:off x="11460410" y="6464384"/>
            <a:ext cx="731700" cy="3936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600"/>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7e4b8486ea_1_7"/>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800">
                <a:solidFill>
                  <a:schemeClr val="lt1"/>
                </a:solidFill>
              </a:rPr>
              <a:t>What is Information Security?</a:t>
            </a:r>
            <a:endParaRPr sz="4800">
              <a:solidFill>
                <a:schemeClr val="lt1"/>
              </a:solidFill>
            </a:endParaRPr>
          </a:p>
        </p:txBody>
      </p:sp>
      <p:sp>
        <p:nvSpPr>
          <p:cNvPr id="217" name="Google Shape;217;g37e4b8486ea_1_7"/>
          <p:cNvSpPr txBox="1"/>
          <p:nvPr>
            <p:ph idx="1" type="body"/>
          </p:nvPr>
        </p:nvSpPr>
        <p:spPr>
          <a:xfrm>
            <a:off x="508050" y="1265750"/>
            <a:ext cx="11175900" cy="5334000"/>
          </a:xfrm>
          <a:prstGeom prst="rect">
            <a:avLst/>
          </a:prstGeom>
          <a:noFill/>
          <a:ln>
            <a:noFill/>
          </a:ln>
        </p:spPr>
        <p:txBody>
          <a:bodyPr anchorCtr="0" anchor="t" bIns="60925" lIns="121900" spcFirstLastPara="1" rIns="121900" wrap="square" tIns="60925">
            <a:noAutofit/>
          </a:bodyPr>
          <a:lstStyle/>
          <a:p>
            <a:pPr indent="-419100" lvl="0" marL="457200" rtl="0" algn="l">
              <a:lnSpc>
                <a:spcPct val="115000"/>
              </a:lnSpc>
              <a:spcBef>
                <a:spcPts val="700"/>
              </a:spcBef>
              <a:spcAft>
                <a:spcPts val="0"/>
              </a:spcAft>
              <a:buClr>
                <a:schemeClr val="accent3"/>
              </a:buClr>
              <a:buSzPts val="3000"/>
              <a:buFont typeface="Times New Roman"/>
              <a:buChar char="■"/>
            </a:pPr>
            <a:r>
              <a:rPr lang="en-US" sz="2400">
                <a:solidFill>
                  <a:schemeClr val="dk2"/>
                </a:solidFill>
                <a:latin typeface="Times New Roman"/>
                <a:ea typeface="Times New Roman"/>
                <a:cs typeface="Times New Roman"/>
                <a:sym typeface="Times New Roman"/>
              </a:rPr>
              <a:t>“The practice and discipline of protecting information and information systems from unauthorized access, use, disclosure, disruption, modification, or destruction.”</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1" marL="609600" rtl="0" algn="l">
              <a:lnSpc>
                <a:spcPct val="115000"/>
              </a:lnSpc>
              <a:spcBef>
                <a:spcPts val="700"/>
              </a:spcBef>
              <a:spcAft>
                <a:spcPts val="0"/>
              </a:spcAft>
              <a:buSzPts val="2100"/>
              <a:buNone/>
            </a:pPr>
            <a:r>
              <a:t/>
            </a:r>
            <a:endParaRPr/>
          </a:p>
          <a:p>
            <a:pPr indent="0" lvl="1" marL="609600" rtl="0" algn="l">
              <a:lnSpc>
                <a:spcPct val="115000"/>
              </a:lnSpc>
              <a:spcBef>
                <a:spcPts val="700"/>
              </a:spcBef>
              <a:spcAft>
                <a:spcPts val="0"/>
              </a:spcAft>
              <a:buSzPts val="2100"/>
              <a:buNone/>
            </a:pPr>
            <a:r>
              <a:t/>
            </a:r>
            <a:endParaRPr/>
          </a:p>
        </p:txBody>
      </p:sp>
      <p:sp>
        <p:nvSpPr>
          <p:cNvPr id="218" name="Google Shape;218;g37e4b8486ea_1_7"/>
          <p:cNvSpPr txBox="1"/>
          <p:nvPr>
            <p:ph idx="12" type="sldNum"/>
          </p:nvPr>
        </p:nvSpPr>
        <p:spPr>
          <a:xfrm>
            <a:off x="11460410" y="6464384"/>
            <a:ext cx="731700" cy="3936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600"/>
              <a:buNone/>
            </a:pPr>
            <a:fld id="{00000000-1234-1234-1234-123412341234}" type="slidenum">
              <a:rPr lang="en-US" sz="1600">
                <a:solidFill>
                  <a:srgbClr val="000000"/>
                </a:solidFill>
              </a:rPr>
              <a:t>‹#›</a:t>
            </a:fld>
            <a:endParaRPr sz="1600">
              <a:solidFill>
                <a:srgbClr val="000000"/>
              </a:solidFill>
            </a:endParaRPr>
          </a:p>
        </p:txBody>
      </p:sp>
      <p:pic>
        <p:nvPicPr>
          <p:cNvPr id="219" name="Google Shape;219;g37e4b8486ea_1_7"/>
          <p:cNvPicPr preferRelativeResize="0"/>
          <p:nvPr/>
        </p:nvPicPr>
        <p:blipFill rotWithShape="1">
          <a:blip r:embed="rId3">
            <a:alphaModFix/>
          </a:blip>
          <a:srcRect b="5494" l="0" r="0" t="4112"/>
          <a:stretch/>
        </p:blipFill>
        <p:spPr>
          <a:xfrm>
            <a:off x="2179513" y="2547025"/>
            <a:ext cx="7832976" cy="38279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7d29e9972a_0_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3600">
                <a:solidFill>
                  <a:schemeClr val="lt1"/>
                </a:solidFill>
              </a:rPr>
              <a:t>Information Security vs Cybersecurity </a:t>
            </a:r>
            <a:endParaRPr sz="3600">
              <a:solidFill>
                <a:schemeClr val="lt1"/>
              </a:solidFill>
            </a:endParaRPr>
          </a:p>
        </p:txBody>
      </p:sp>
      <p:sp>
        <p:nvSpPr>
          <p:cNvPr id="225" name="Google Shape;225;g37d29e9972a_0_1"/>
          <p:cNvSpPr txBox="1"/>
          <p:nvPr>
            <p:ph idx="1" type="body"/>
          </p:nvPr>
        </p:nvSpPr>
        <p:spPr>
          <a:xfrm>
            <a:off x="508050" y="1265750"/>
            <a:ext cx="11171700" cy="2198700"/>
          </a:xfrm>
          <a:prstGeom prst="rect">
            <a:avLst/>
          </a:prstGeom>
          <a:noFill/>
          <a:ln>
            <a:noFill/>
          </a:ln>
        </p:spPr>
        <p:txBody>
          <a:bodyPr anchorCtr="0" anchor="t" bIns="60925" lIns="121900" spcFirstLastPara="1" rIns="121900" wrap="square" tIns="60925">
            <a:noAutofit/>
          </a:bodyPr>
          <a:lstStyle/>
          <a:p>
            <a:pPr indent="-419100" lvl="0" marL="457200" rtl="0" algn="l">
              <a:lnSpc>
                <a:spcPct val="115000"/>
              </a:lnSpc>
              <a:spcBef>
                <a:spcPts val="700"/>
              </a:spcBef>
              <a:spcAft>
                <a:spcPts val="0"/>
              </a:spcAft>
              <a:buClr>
                <a:schemeClr val="accent3"/>
              </a:buClr>
              <a:buSzPts val="3000"/>
              <a:buFont typeface="Times New Roman"/>
              <a:buChar char="■"/>
            </a:pPr>
            <a:r>
              <a:rPr b="1" lang="en-US" sz="2400">
                <a:solidFill>
                  <a:srgbClr val="980000"/>
                </a:solidFill>
                <a:latin typeface="Times New Roman"/>
                <a:ea typeface="Times New Roman"/>
                <a:cs typeface="Times New Roman"/>
                <a:sym typeface="Times New Roman"/>
              </a:rPr>
              <a:t>Information security</a:t>
            </a:r>
            <a:r>
              <a:rPr lang="en-US" sz="2400">
                <a:solidFill>
                  <a:schemeClr val="dk2"/>
                </a:solidFill>
                <a:latin typeface="Times New Roman"/>
                <a:ea typeface="Times New Roman"/>
                <a:cs typeface="Times New Roman"/>
                <a:sym typeface="Times New Roman"/>
              </a:rPr>
              <a:t> is the practice of protecting information from unauthorized access or harm.</a:t>
            </a:r>
            <a:endParaRPr sz="2400">
              <a:solidFill>
                <a:schemeClr val="dk2"/>
              </a:solidFill>
              <a:latin typeface="Times New Roman"/>
              <a:ea typeface="Times New Roman"/>
              <a:cs typeface="Times New Roman"/>
              <a:sym typeface="Times New Roman"/>
            </a:endParaRPr>
          </a:p>
          <a:p>
            <a:pPr indent="-419100" lvl="0" marL="457200" rtl="0" algn="l">
              <a:lnSpc>
                <a:spcPct val="115000"/>
              </a:lnSpc>
              <a:spcBef>
                <a:spcPts val="700"/>
              </a:spcBef>
              <a:spcAft>
                <a:spcPts val="0"/>
              </a:spcAft>
              <a:buClr>
                <a:schemeClr val="accent3"/>
              </a:buClr>
              <a:buSzPts val="3000"/>
              <a:buFont typeface="Times New Roman"/>
              <a:buChar char="■"/>
            </a:pPr>
            <a:r>
              <a:rPr b="1" lang="en-US" sz="2400">
                <a:solidFill>
                  <a:srgbClr val="980000"/>
                </a:solidFill>
                <a:latin typeface="Times New Roman"/>
                <a:ea typeface="Times New Roman"/>
                <a:cs typeface="Times New Roman"/>
                <a:sym typeface="Times New Roman"/>
              </a:rPr>
              <a:t>Cybersecurity</a:t>
            </a:r>
            <a:r>
              <a:rPr lang="en-US" sz="2400">
                <a:solidFill>
                  <a:schemeClr val="dk2"/>
                </a:solidFill>
                <a:latin typeface="Times New Roman"/>
                <a:ea typeface="Times New Roman"/>
                <a:cs typeface="Times New Roman"/>
                <a:sym typeface="Times New Roman"/>
              </a:rPr>
              <a:t> is the protection of computer systems, networks, and data from digital threats and attacks.</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1" marL="609600" rtl="0" algn="l">
              <a:lnSpc>
                <a:spcPct val="115000"/>
              </a:lnSpc>
              <a:spcBef>
                <a:spcPts val="700"/>
              </a:spcBef>
              <a:spcAft>
                <a:spcPts val="0"/>
              </a:spcAft>
              <a:buSzPts val="2100"/>
              <a:buNone/>
            </a:pPr>
            <a:r>
              <a:t/>
            </a:r>
            <a:endParaRPr/>
          </a:p>
          <a:p>
            <a:pPr indent="0" lvl="1" marL="609600" rtl="0" algn="l">
              <a:lnSpc>
                <a:spcPct val="115000"/>
              </a:lnSpc>
              <a:spcBef>
                <a:spcPts val="700"/>
              </a:spcBef>
              <a:spcAft>
                <a:spcPts val="0"/>
              </a:spcAft>
              <a:buSzPts val="2100"/>
              <a:buNone/>
            </a:pPr>
            <a:r>
              <a:t/>
            </a:r>
            <a:endParaRPr/>
          </a:p>
        </p:txBody>
      </p:sp>
      <p:sp>
        <p:nvSpPr>
          <p:cNvPr id="226" name="Google Shape;226;g37d29e9972a_0_1"/>
          <p:cNvSpPr txBox="1"/>
          <p:nvPr>
            <p:ph idx="12" type="sldNum"/>
          </p:nvPr>
        </p:nvSpPr>
        <p:spPr>
          <a:xfrm>
            <a:off x="11460410" y="6464384"/>
            <a:ext cx="731700" cy="3936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600"/>
              <a:buNone/>
            </a:pPr>
            <a:fld id="{00000000-1234-1234-1234-123412341234}" type="slidenum">
              <a:rPr lang="en-US" sz="1600">
                <a:solidFill>
                  <a:srgbClr val="000000"/>
                </a:solidFill>
              </a:rPr>
              <a:t>‹#›</a:t>
            </a:fld>
            <a:endParaRPr sz="1600">
              <a:solidFill>
                <a:srgbClr val="000000"/>
              </a:solidFill>
            </a:endParaRPr>
          </a:p>
        </p:txBody>
      </p:sp>
      <p:pic>
        <p:nvPicPr>
          <p:cNvPr descr="Cybersecurity vs Network Security vs Information Security - GeeksforGeeks" id="227" name="Google Shape;227;g37d29e9972a_0_1"/>
          <p:cNvPicPr preferRelativeResize="0"/>
          <p:nvPr/>
        </p:nvPicPr>
        <p:blipFill rotWithShape="1">
          <a:blip r:embed="rId3">
            <a:alphaModFix/>
          </a:blip>
          <a:srcRect b="0" l="0" r="0" t="0"/>
          <a:stretch/>
        </p:blipFill>
        <p:spPr>
          <a:xfrm>
            <a:off x="8298101" y="3170376"/>
            <a:ext cx="3294000" cy="3294000"/>
          </a:xfrm>
          <a:prstGeom prst="ellipse">
            <a:avLst/>
          </a:prstGeom>
          <a:noFill/>
          <a:ln cap="flat" cmpd="sng" w="9525">
            <a:solidFill>
              <a:schemeClr val="dk1"/>
            </a:solidFill>
            <a:prstDash val="solid"/>
            <a:round/>
            <a:headEnd len="sm" w="sm" type="none"/>
            <a:tailEnd len="sm" w="sm" type="none"/>
          </a:ln>
        </p:spPr>
      </p:pic>
      <p:sp>
        <p:nvSpPr>
          <p:cNvPr id="228" name="Google Shape;228;g37d29e9972a_0_1"/>
          <p:cNvSpPr txBox="1"/>
          <p:nvPr/>
        </p:nvSpPr>
        <p:spPr>
          <a:xfrm>
            <a:off x="508050" y="3412900"/>
            <a:ext cx="8205300" cy="1722000"/>
          </a:xfrm>
          <a:prstGeom prst="rect">
            <a:avLst/>
          </a:prstGeom>
          <a:noFill/>
          <a:ln>
            <a:noFill/>
          </a:ln>
        </p:spPr>
        <p:txBody>
          <a:bodyPr anchorCtr="0" anchor="t" bIns="91425" lIns="91425" spcFirstLastPara="1" rIns="91425" wrap="square" tIns="91425">
            <a:no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400" u="none" cap="none" strike="noStrike">
                <a:solidFill>
                  <a:schemeClr val="dk2"/>
                </a:solidFill>
                <a:latin typeface="Times New Roman"/>
                <a:ea typeface="Times New Roman"/>
                <a:cs typeface="Times New Roman"/>
                <a:sym typeface="Times New Roman"/>
              </a:rPr>
              <a:t>An example of information security is a company locking sensitive documents in a physical filing cabinet to prevent theft, while an example of cybersecurity is a firm using firewalls and encryption to stop hackers from accessing customer data on their servers</a:t>
            </a:r>
            <a:endParaRPr b="0" i="0" sz="24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0d5b8cad92_0_9"/>
          <p:cNvSpPr txBox="1"/>
          <p:nvPr>
            <p:ph type="title"/>
          </p:nvPr>
        </p:nvSpPr>
        <p:spPr>
          <a:xfrm>
            <a:off x="0" y="0"/>
            <a:ext cx="12192000" cy="9219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3600">
                <a:solidFill>
                  <a:schemeClr val="lt1"/>
                </a:solidFill>
              </a:rPr>
              <a:t>Core Principles of Information Security—The CIA Triad</a:t>
            </a:r>
            <a:endParaRPr sz="3600">
              <a:solidFill>
                <a:schemeClr val="lt1"/>
              </a:solidFill>
            </a:endParaRPr>
          </a:p>
        </p:txBody>
      </p:sp>
      <p:sp>
        <p:nvSpPr>
          <p:cNvPr id="234" name="Google Shape;234;g30d5b8cad92_0_9"/>
          <p:cNvSpPr txBox="1"/>
          <p:nvPr>
            <p:ph idx="1" type="body"/>
          </p:nvPr>
        </p:nvSpPr>
        <p:spPr>
          <a:xfrm>
            <a:off x="508050" y="1265750"/>
            <a:ext cx="11175900" cy="5334000"/>
          </a:xfrm>
          <a:prstGeom prst="rect">
            <a:avLst/>
          </a:prstGeom>
          <a:noFill/>
          <a:ln>
            <a:noFill/>
          </a:ln>
        </p:spPr>
        <p:txBody>
          <a:bodyPr anchorCtr="0" anchor="t" bIns="60925" lIns="121900" spcFirstLastPara="1" rIns="121900" wrap="square" tIns="60925">
            <a:noAutofit/>
          </a:bodyPr>
          <a:lstStyle/>
          <a:p>
            <a:pPr indent="-419100" lvl="0" marL="457200" rtl="0" algn="l">
              <a:lnSpc>
                <a:spcPct val="115000"/>
              </a:lnSpc>
              <a:spcBef>
                <a:spcPts val="700"/>
              </a:spcBef>
              <a:spcAft>
                <a:spcPts val="0"/>
              </a:spcAft>
              <a:buClr>
                <a:schemeClr val="accent3"/>
              </a:buClr>
              <a:buSzPts val="3000"/>
              <a:buFont typeface="Times New Roman"/>
              <a:buChar char="■"/>
            </a:pPr>
            <a:r>
              <a:rPr lang="en-US" sz="2400">
                <a:solidFill>
                  <a:schemeClr val="dk2"/>
                </a:solidFill>
                <a:latin typeface="Times New Roman"/>
                <a:ea typeface="Times New Roman"/>
                <a:cs typeface="Times New Roman"/>
                <a:sym typeface="Times New Roman"/>
              </a:rPr>
              <a:t>The CIA triad, also known as the information security triad, is a widely recognized model that represents the core principles of information security. It stands for Confidentiality, Integrity, and Availability, and these three principles form the foundation of a secure and well-rounded information security framework.</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0" marL="457200" rtl="0" algn="l">
              <a:lnSpc>
                <a:spcPct val="115000"/>
              </a:lnSpc>
              <a:spcBef>
                <a:spcPts val="700"/>
              </a:spcBef>
              <a:spcAft>
                <a:spcPts val="0"/>
              </a:spcAft>
              <a:buSzPts val="2600"/>
              <a:buNone/>
            </a:pPr>
            <a:r>
              <a:t/>
            </a:r>
            <a:endParaRPr sz="2400">
              <a:solidFill>
                <a:schemeClr val="dk2"/>
              </a:solidFill>
              <a:latin typeface="Times New Roman"/>
              <a:ea typeface="Times New Roman"/>
              <a:cs typeface="Times New Roman"/>
              <a:sym typeface="Times New Roman"/>
            </a:endParaRPr>
          </a:p>
          <a:p>
            <a:pPr indent="0" lvl="1" marL="609600" rtl="0" algn="l">
              <a:lnSpc>
                <a:spcPct val="115000"/>
              </a:lnSpc>
              <a:spcBef>
                <a:spcPts val="700"/>
              </a:spcBef>
              <a:spcAft>
                <a:spcPts val="0"/>
              </a:spcAft>
              <a:buSzPts val="2100"/>
              <a:buNone/>
            </a:pPr>
            <a:r>
              <a:t/>
            </a:r>
            <a:endParaRPr/>
          </a:p>
          <a:p>
            <a:pPr indent="0" lvl="1" marL="609600" rtl="0" algn="l">
              <a:lnSpc>
                <a:spcPct val="115000"/>
              </a:lnSpc>
              <a:spcBef>
                <a:spcPts val="700"/>
              </a:spcBef>
              <a:spcAft>
                <a:spcPts val="0"/>
              </a:spcAft>
              <a:buSzPts val="2100"/>
              <a:buNone/>
            </a:pPr>
            <a:r>
              <a:t/>
            </a:r>
            <a:endParaRPr/>
          </a:p>
        </p:txBody>
      </p:sp>
      <p:sp>
        <p:nvSpPr>
          <p:cNvPr id="235" name="Google Shape;235;g30d5b8cad92_0_9"/>
          <p:cNvSpPr txBox="1"/>
          <p:nvPr>
            <p:ph idx="12" type="sldNum"/>
          </p:nvPr>
        </p:nvSpPr>
        <p:spPr>
          <a:xfrm>
            <a:off x="11460410" y="6464384"/>
            <a:ext cx="731700" cy="393600"/>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600"/>
              <a:buNone/>
            </a:pPr>
            <a:fld id="{00000000-1234-1234-1234-123412341234}" type="slidenum">
              <a:rPr lang="en-US" sz="1600">
                <a:solidFill>
                  <a:srgbClr val="000000"/>
                </a:solidFill>
              </a:rPr>
              <a:t>‹#›</a:t>
            </a:fld>
            <a:endParaRPr sz="1600">
              <a:solidFill>
                <a:srgbClr val="000000"/>
              </a:solidFill>
            </a:endParaRPr>
          </a:p>
        </p:txBody>
      </p:sp>
      <p:sp>
        <p:nvSpPr>
          <p:cNvPr id="236" name="Google Shape;236;g30d5b8cad92_0_9"/>
          <p:cNvSpPr txBox="1"/>
          <p:nvPr>
            <p:ph idx="1" type="body"/>
          </p:nvPr>
        </p:nvSpPr>
        <p:spPr>
          <a:xfrm>
            <a:off x="1195350" y="3492325"/>
            <a:ext cx="7820100" cy="3232500"/>
          </a:xfrm>
          <a:prstGeom prst="rect">
            <a:avLst/>
          </a:prstGeom>
          <a:noFill/>
          <a:ln>
            <a:noFill/>
          </a:ln>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chemeClr val="dk2"/>
              </a:buClr>
              <a:buSzPts val="2400"/>
              <a:buFont typeface="Times New Roman"/>
              <a:buAutoNum type="romanUcPeriod"/>
            </a:pPr>
            <a:r>
              <a:rPr b="1" lang="en-US" sz="2400" u="sng">
                <a:solidFill>
                  <a:srgbClr val="0B5394"/>
                </a:solidFill>
                <a:latin typeface="Times New Roman"/>
                <a:ea typeface="Times New Roman"/>
                <a:cs typeface="Times New Roman"/>
                <a:sym typeface="Times New Roman"/>
              </a:rPr>
              <a:t>Confidentiality</a:t>
            </a:r>
            <a:r>
              <a:rPr b="1" lang="en-US" sz="2400">
                <a:solidFill>
                  <a:srgbClr val="323E48"/>
                </a:solidFill>
                <a:latin typeface="Times New Roman"/>
                <a:ea typeface="Times New Roman"/>
                <a:cs typeface="Times New Roman"/>
                <a:sym typeface="Times New Roman"/>
              </a:rPr>
              <a:t>-</a:t>
            </a:r>
            <a:r>
              <a:rPr lang="en-US" sz="2400">
                <a:solidFill>
                  <a:srgbClr val="323E48"/>
                </a:solidFill>
                <a:latin typeface="Times New Roman"/>
                <a:ea typeface="Times New Roman"/>
                <a:cs typeface="Times New Roman"/>
                <a:sym typeface="Times New Roman"/>
              </a:rPr>
              <a:t> No unauthorized access</a:t>
            </a:r>
            <a:endParaRPr sz="2400">
              <a:solidFill>
                <a:srgbClr val="000000"/>
              </a:solidFill>
              <a:latin typeface="Times New Roman"/>
              <a:ea typeface="Times New Roman"/>
              <a:cs typeface="Times New Roman"/>
              <a:sym typeface="Times New Roman"/>
            </a:endParaRPr>
          </a:p>
          <a:p>
            <a:pPr indent="-381000" lvl="0" marL="457200" rtl="0" algn="l">
              <a:lnSpc>
                <a:spcPct val="150000"/>
              </a:lnSpc>
              <a:spcBef>
                <a:spcPts val="0"/>
              </a:spcBef>
              <a:spcAft>
                <a:spcPts val="0"/>
              </a:spcAft>
              <a:buClr>
                <a:schemeClr val="dk2"/>
              </a:buClr>
              <a:buSzPts val="2400"/>
              <a:buFont typeface="Times New Roman"/>
              <a:buAutoNum type="romanUcPeriod"/>
            </a:pPr>
            <a:r>
              <a:rPr b="1" lang="en-US" sz="2400" u="sng">
                <a:solidFill>
                  <a:srgbClr val="E69138"/>
                </a:solidFill>
                <a:latin typeface="Times New Roman"/>
                <a:ea typeface="Times New Roman"/>
                <a:cs typeface="Times New Roman"/>
                <a:sym typeface="Times New Roman"/>
              </a:rPr>
              <a:t>Integrity -</a:t>
            </a:r>
            <a:r>
              <a:rPr b="1" lang="en-US" sz="2400">
                <a:solidFill>
                  <a:srgbClr val="E69138"/>
                </a:solidFill>
                <a:latin typeface="Times New Roman"/>
                <a:ea typeface="Times New Roman"/>
                <a:cs typeface="Times New Roman"/>
                <a:sym typeface="Times New Roman"/>
              </a:rPr>
              <a:t> </a:t>
            </a:r>
            <a:r>
              <a:rPr lang="en-US" sz="2400">
                <a:solidFill>
                  <a:srgbClr val="323E48"/>
                </a:solidFill>
                <a:latin typeface="Times New Roman"/>
                <a:ea typeface="Times New Roman"/>
                <a:cs typeface="Times New Roman"/>
                <a:sym typeface="Times New Roman"/>
              </a:rPr>
              <a:t>No unauthorized modifications</a:t>
            </a:r>
            <a:endParaRPr sz="2400">
              <a:solidFill>
                <a:srgbClr val="323E48"/>
              </a:solidFill>
              <a:latin typeface="Times New Roman"/>
              <a:ea typeface="Times New Roman"/>
              <a:cs typeface="Times New Roman"/>
              <a:sym typeface="Times New Roman"/>
            </a:endParaRPr>
          </a:p>
          <a:p>
            <a:pPr indent="-381000" lvl="0" marL="457200" rtl="0" algn="l">
              <a:lnSpc>
                <a:spcPct val="150000"/>
              </a:lnSpc>
              <a:spcBef>
                <a:spcPts val="0"/>
              </a:spcBef>
              <a:spcAft>
                <a:spcPts val="0"/>
              </a:spcAft>
              <a:buClr>
                <a:schemeClr val="dk2"/>
              </a:buClr>
              <a:buSzPts val="2400"/>
              <a:buFont typeface="Times New Roman"/>
              <a:buAutoNum type="romanUcPeriod"/>
            </a:pPr>
            <a:r>
              <a:rPr lang="en-US" sz="2400">
                <a:solidFill>
                  <a:srgbClr val="323E48"/>
                </a:solidFill>
                <a:latin typeface="Times New Roman"/>
                <a:ea typeface="Times New Roman"/>
                <a:cs typeface="Times New Roman"/>
                <a:sym typeface="Times New Roman"/>
              </a:rPr>
              <a:t> </a:t>
            </a:r>
            <a:r>
              <a:rPr b="1" lang="en-US" sz="2400" u="sng">
                <a:solidFill>
                  <a:srgbClr val="6AA84F"/>
                </a:solidFill>
                <a:latin typeface="Times New Roman"/>
                <a:ea typeface="Times New Roman"/>
                <a:cs typeface="Times New Roman"/>
                <a:sym typeface="Times New Roman"/>
              </a:rPr>
              <a:t>Availability-</a:t>
            </a:r>
            <a:r>
              <a:rPr lang="en-US" sz="2400">
                <a:solidFill>
                  <a:srgbClr val="323E48"/>
                </a:solidFill>
                <a:latin typeface="Times New Roman"/>
                <a:ea typeface="Times New Roman"/>
                <a:cs typeface="Times New Roman"/>
                <a:sym typeface="Times New Roman"/>
              </a:rPr>
              <a:t> Information available to authorized users only</a:t>
            </a:r>
            <a:endParaRPr sz="2400">
              <a:solidFill>
                <a:srgbClr val="000000"/>
              </a:solidFill>
              <a:latin typeface="Times New Roman"/>
              <a:ea typeface="Times New Roman"/>
              <a:cs typeface="Times New Roman"/>
              <a:sym typeface="Times New Roman"/>
            </a:endParaRPr>
          </a:p>
          <a:p>
            <a:pPr indent="0" lvl="0" marL="0" rtl="0" algn="l">
              <a:lnSpc>
                <a:spcPct val="100000"/>
              </a:lnSpc>
              <a:spcBef>
                <a:spcPts val="1400"/>
              </a:spcBef>
              <a:spcAft>
                <a:spcPts val="0"/>
              </a:spcAft>
              <a:buSzPts val="2600"/>
              <a:buNone/>
            </a:pPr>
            <a:r>
              <a:t/>
            </a:r>
            <a:endParaRPr sz="2200">
              <a:latin typeface="Times New Roman"/>
              <a:ea typeface="Times New Roman"/>
              <a:cs typeface="Times New Roman"/>
              <a:sym typeface="Times New Roman"/>
            </a:endParaRPr>
          </a:p>
          <a:p>
            <a:pPr indent="0" lvl="0" marL="457200" rtl="0" algn="l">
              <a:lnSpc>
                <a:spcPct val="100000"/>
              </a:lnSpc>
              <a:spcBef>
                <a:spcPts val="1400"/>
              </a:spcBef>
              <a:spcAft>
                <a:spcPts val="0"/>
              </a:spcAft>
              <a:buSzPts val="1820"/>
              <a:buNone/>
            </a:pPr>
            <a:r>
              <a:t/>
            </a:r>
            <a:endParaRPr sz="2400">
              <a:solidFill>
                <a:schemeClr val="dk1"/>
              </a:solidFill>
              <a:latin typeface="Times New Roman"/>
              <a:ea typeface="Times New Roman"/>
              <a:cs typeface="Times New Roman"/>
              <a:sym typeface="Times New Roman"/>
            </a:endParaRPr>
          </a:p>
          <a:p>
            <a:pPr indent="0" lvl="0" marL="457200" rtl="0" algn="l">
              <a:lnSpc>
                <a:spcPct val="100000"/>
              </a:lnSpc>
              <a:spcBef>
                <a:spcPts val="1400"/>
              </a:spcBef>
              <a:spcAft>
                <a:spcPts val="0"/>
              </a:spcAft>
              <a:buSzPts val="1820"/>
              <a:buNone/>
            </a:pPr>
            <a:r>
              <a:t/>
            </a:r>
            <a:endParaRPr sz="2000">
              <a:solidFill>
                <a:schemeClr val="dk1"/>
              </a:solidFill>
              <a:latin typeface="Times New Roman"/>
              <a:ea typeface="Times New Roman"/>
              <a:cs typeface="Times New Roman"/>
              <a:sym typeface="Times New Roman"/>
            </a:endParaRPr>
          </a:p>
          <a:p>
            <a:pPr indent="0" lvl="0" marL="457200" rtl="0" algn="l">
              <a:lnSpc>
                <a:spcPct val="85000"/>
              </a:lnSpc>
              <a:spcBef>
                <a:spcPts val="1400"/>
              </a:spcBef>
              <a:spcAft>
                <a:spcPts val="0"/>
              </a:spcAft>
              <a:buSzPts val="1820"/>
              <a:buNone/>
            </a:pPr>
            <a:r>
              <a:t/>
            </a:r>
            <a:endParaRPr>
              <a:solidFill>
                <a:schemeClr val="dk1"/>
              </a:solidFill>
              <a:latin typeface="Gill Sans"/>
              <a:ea typeface="Gill Sans"/>
              <a:cs typeface="Gill Sans"/>
              <a:sym typeface="Gill Sans"/>
            </a:endParaRPr>
          </a:p>
        </p:txBody>
      </p:sp>
      <p:pic>
        <p:nvPicPr>
          <p:cNvPr id="237" name="Google Shape;237;g30d5b8cad92_0_9"/>
          <p:cNvPicPr preferRelativeResize="0"/>
          <p:nvPr/>
        </p:nvPicPr>
        <p:blipFill rotWithShape="1">
          <a:blip r:embed="rId3">
            <a:alphaModFix/>
          </a:blip>
          <a:srcRect b="0" l="0" r="0" t="0"/>
          <a:stretch/>
        </p:blipFill>
        <p:spPr>
          <a:xfrm>
            <a:off x="8519100" y="3222525"/>
            <a:ext cx="3371875" cy="2908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17f86cebd7_0_6"/>
          <p:cNvSpPr txBox="1"/>
          <p:nvPr>
            <p:ph type="title"/>
          </p:nvPr>
        </p:nvSpPr>
        <p:spPr>
          <a:xfrm>
            <a:off x="0" y="-120225"/>
            <a:ext cx="12192000" cy="7584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The CIA Triad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3" name="Google Shape;243;g317f86cebd7_0_6"/>
          <p:cNvSpPr txBox="1"/>
          <p:nvPr/>
        </p:nvSpPr>
        <p:spPr>
          <a:xfrm>
            <a:off x="226650" y="1090000"/>
            <a:ext cx="6388200" cy="2978100"/>
          </a:xfrm>
          <a:prstGeom prst="rect">
            <a:avLst/>
          </a:prstGeom>
          <a:noFill/>
          <a:ln>
            <a:noFill/>
          </a:ln>
        </p:spPr>
        <p:txBody>
          <a:bodyPr anchorCtr="0" anchor="t" bIns="91425" lIns="91425" spcFirstLastPara="1" rIns="91425" wrap="square" tIns="91425">
            <a:noAutofit/>
          </a:bodyPr>
          <a:lstStyle/>
          <a:p>
            <a:pPr indent="-419100" lvl="0" marL="457200" marR="0" rtl="0" algn="just">
              <a:lnSpc>
                <a:spcPct val="115000"/>
              </a:lnSpc>
              <a:spcBef>
                <a:spcPts val="0"/>
              </a:spcBef>
              <a:spcAft>
                <a:spcPts val="0"/>
              </a:spcAft>
              <a:buClr>
                <a:schemeClr val="accent3"/>
              </a:buClr>
              <a:buSzPts val="3000"/>
              <a:buFont typeface="Times New Roman"/>
              <a:buChar char="■"/>
            </a:pPr>
            <a:r>
              <a:rPr b="1" i="0" lang="en-US" sz="2400" u="none" cap="none" strike="noStrike">
                <a:solidFill>
                  <a:srgbClr val="980000"/>
                </a:solidFill>
                <a:latin typeface="Times New Roman"/>
                <a:ea typeface="Times New Roman"/>
                <a:cs typeface="Times New Roman"/>
                <a:sym typeface="Times New Roman"/>
              </a:rPr>
              <a:t>Confidentiality:</a:t>
            </a:r>
            <a:r>
              <a:rPr b="1" i="0" lang="en-US" sz="24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Times New Roman"/>
                <a:ea typeface="Times New Roman"/>
                <a:cs typeface="Times New Roman"/>
                <a:sym typeface="Times New Roman"/>
              </a:rPr>
              <a:t>Ensuring that information is accessible only to authorized individuals and protected from unauthorized access or disclosure. </a:t>
            </a:r>
            <a:endParaRPr b="0" i="0" sz="2400" u="none" cap="none" strike="noStrike">
              <a:solidFill>
                <a:schemeClr val="dk2"/>
              </a:solidFill>
              <a:latin typeface="Times New Roman"/>
              <a:ea typeface="Times New Roman"/>
              <a:cs typeface="Times New Roman"/>
              <a:sym typeface="Times New Roman"/>
            </a:endParaRPr>
          </a:p>
          <a:p>
            <a:pPr indent="-381000" lvl="1" marL="914400" marR="0" rtl="0" algn="just">
              <a:lnSpc>
                <a:spcPct val="115000"/>
              </a:lnSpc>
              <a:spcBef>
                <a:spcPts val="1000"/>
              </a:spcBef>
              <a:spcAft>
                <a:spcPts val="0"/>
              </a:spcAft>
              <a:buClr>
                <a:schemeClr val="dk2"/>
              </a:buClr>
              <a:buSzPts val="2400"/>
              <a:buFont typeface="Times New Roman"/>
              <a:buChar char="○"/>
            </a:pPr>
            <a:r>
              <a:rPr b="1" i="0" lang="en-US" sz="2400" u="none" cap="none" strike="noStrike">
                <a:solidFill>
                  <a:srgbClr val="1155CC"/>
                </a:solidFill>
                <a:latin typeface="Times New Roman"/>
                <a:ea typeface="Times New Roman"/>
                <a:cs typeface="Times New Roman"/>
                <a:sym typeface="Times New Roman"/>
              </a:rPr>
              <a:t>For example,</a:t>
            </a:r>
            <a:r>
              <a:rPr b="1" i="0" lang="en-US" sz="24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Times New Roman"/>
                <a:ea typeface="Times New Roman"/>
                <a:cs typeface="Times New Roman"/>
                <a:sym typeface="Times New Roman"/>
              </a:rPr>
              <a:t>when you log into your email account, you expect that only you can read your emails, not anyone else.</a:t>
            </a:r>
            <a:endParaRPr b="0" i="0" sz="2400" u="none" cap="none" strike="noStrike">
              <a:solidFill>
                <a:schemeClr val="dk2"/>
              </a:solidFill>
              <a:latin typeface="Times New Roman"/>
              <a:ea typeface="Times New Roman"/>
              <a:cs typeface="Times New Roman"/>
              <a:sym typeface="Times New Roman"/>
            </a:endParaRPr>
          </a:p>
          <a:p>
            <a:pPr indent="0" lvl="0" marL="45720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p:txBody>
      </p:sp>
      <p:pic>
        <p:nvPicPr>
          <p:cNvPr id="244" name="Google Shape;244;g317f86cebd7_0_6"/>
          <p:cNvPicPr preferRelativeResize="0"/>
          <p:nvPr/>
        </p:nvPicPr>
        <p:blipFill rotWithShape="1">
          <a:blip r:embed="rId3">
            <a:alphaModFix/>
          </a:blip>
          <a:srcRect b="11296" l="0" r="0" t="18537"/>
          <a:stretch/>
        </p:blipFill>
        <p:spPr>
          <a:xfrm>
            <a:off x="7115618" y="3946513"/>
            <a:ext cx="4529907" cy="1929674"/>
          </a:xfrm>
          <a:prstGeom prst="rect">
            <a:avLst/>
          </a:prstGeom>
          <a:noFill/>
          <a:ln>
            <a:noFill/>
          </a:ln>
        </p:spPr>
      </p:pic>
      <p:sp>
        <p:nvSpPr>
          <p:cNvPr id="245" name="Google Shape;245;g317f86cebd7_0_6"/>
          <p:cNvSpPr txBox="1"/>
          <p:nvPr/>
        </p:nvSpPr>
        <p:spPr>
          <a:xfrm>
            <a:off x="7735350" y="2970750"/>
            <a:ext cx="4038300" cy="41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Confidentiality</a:t>
            </a:r>
            <a:endParaRPr b="1" i="0" sz="2000" u="none" cap="none" strike="noStrike">
              <a:solidFill>
                <a:srgbClr val="C00000"/>
              </a:solidFill>
              <a:latin typeface="Times New Roman"/>
              <a:ea typeface="Times New Roman"/>
              <a:cs typeface="Times New Roman"/>
              <a:sym typeface="Times New Roman"/>
            </a:endParaRPr>
          </a:p>
        </p:txBody>
      </p:sp>
      <p:pic>
        <p:nvPicPr>
          <p:cNvPr id="246" name="Google Shape;246;g317f86cebd7_0_6"/>
          <p:cNvPicPr preferRelativeResize="0"/>
          <p:nvPr/>
        </p:nvPicPr>
        <p:blipFill rotWithShape="1">
          <a:blip r:embed="rId4">
            <a:alphaModFix/>
          </a:blip>
          <a:srcRect b="0" l="0" r="0" t="0"/>
          <a:stretch/>
        </p:blipFill>
        <p:spPr>
          <a:xfrm>
            <a:off x="7694825" y="714174"/>
            <a:ext cx="3733800" cy="2256564"/>
          </a:xfrm>
          <a:prstGeom prst="rect">
            <a:avLst/>
          </a:prstGeom>
          <a:noFill/>
          <a:ln>
            <a:noFill/>
          </a:ln>
        </p:spPr>
      </p:pic>
      <p:sp>
        <p:nvSpPr>
          <p:cNvPr id="247" name="Google Shape;247;g317f86cebd7_0_6"/>
          <p:cNvSpPr txBox="1"/>
          <p:nvPr/>
        </p:nvSpPr>
        <p:spPr>
          <a:xfrm>
            <a:off x="7542575" y="6121625"/>
            <a:ext cx="4038300" cy="41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Loss of Confidentiality</a:t>
            </a:r>
            <a:endParaRPr b="1" i="0" sz="2000" u="none" cap="none" strike="noStrike">
              <a:solidFill>
                <a:srgbClr val="C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e3fbecea8_2_0"/>
          <p:cNvSpPr txBox="1"/>
          <p:nvPr>
            <p:ph type="title"/>
          </p:nvPr>
        </p:nvSpPr>
        <p:spPr>
          <a:xfrm>
            <a:off x="0" y="-120225"/>
            <a:ext cx="12192000" cy="638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The CIA Triad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3" name="Google Shape;253;g37e3fbecea8_2_0"/>
          <p:cNvSpPr txBox="1"/>
          <p:nvPr/>
        </p:nvSpPr>
        <p:spPr>
          <a:xfrm>
            <a:off x="145625" y="646825"/>
            <a:ext cx="11726700" cy="2978100"/>
          </a:xfrm>
          <a:prstGeom prst="rect">
            <a:avLst/>
          </a:prstGeom>
          <a:noFill/>
          <a:ln>
            <a:noFill/>
          </a:ln>
        </p:spPr>
        <p:txBody>
          <a:bodyPr anchorCtr="0" anchor="t" bIns="91425" lIns="91425" spcFirstLastPara="1" rIns="91425" wrap="square" tIns="91425">
            <a:noAutofit/>
          </a:bodyPr>
          <a:lstStyle/>
          <a:p>
            <a:pPr indent="-419100" lvl="0" marL="457200" marR="0" rtl="0" algn="just">
              <a:lnSpc>
                <a:spcPct val="115000"/>
              </a:lnSpc>
              <a:spcBef>
                <a:spcPts val="0"/>
              </a:spcBef>
              <a:spcAft>
                <a:spcPts val="0"/>
              </a:spcAft>
              <a:buClr>
                <a:schemeClr val="accent3"/>
              </a:buClr>
              <a:buSzPts val="3000"/>
              <a:buFont typeface="Poppins"/>
              <a:buChar char="■"/>
            </a:pPr>
            <a:r>
              <a:rPr b="1" i="0" lang="en-US" sz="2300" u="none" cap="none" strike="noStrike">
                <a:solidFill>
                  <a:srgbClr val="980000"/>
                </a:solidFill>
                <a:latin typeface="Times New Roman"/>
                <a:ea typeface="Times New Roman"/>
                <a:cs typeface="Times New Roman"/>
                <a:sym typeface="Times New Roman"/>
              </a:rPr>
              <a:t>Integrity:</a:t>
            </a:r>
            <a:r>
              <a:rPr b="1" i="0" lang="en-US" sz="2300" u="none" cap="none" strike="noStrike">
                <a:solidFill>
                  <a:schemeClr val="dk2"/>
                </a:solidFill>
                <a:latin typeface="Times New Roman"/>
                <a:ea typeface="Times New Roman"/>
                <a:cs typeface="Times New Roman"/>
                <a:sym typeface="Times New Roman"/>
              </a:rPr>
              <a:t> </a:t>
            </a:r>
            <a:r>
              <a:rPr b="0" i="0" lang="en-US" sz="2300" u="none" cap="none" strike="noStrike">
                <a:solidFill>
                  <a:schemeClr val="dk2"/>
                </a:solidFill>
                <a:latin typeface="Times New Roman"/>
                <a:ea typeface="Times New Roman"/>
                <a:cs typeface="Times New Roman"/>
                <a:sym typeface="Times New Roman"/>
              </a:rPr>
              <a:t>Maintaining the accuracy, completeness, and trustworthiness of information by preventing unauthorized modification or tampering. </a:t>
            </a:r>
            <a:endParaRPr b="0" i="0" sz="2300" u="none" cap="none" strike="noStrike">
              <a:solidFill>
                <a:schemeClr val="dk2"/>
              </a:solidFill>
              <a:latin typeface="Times New Roman"/>
              <a:ea typeface="Times New Roman"/>
              <a:cs typeface="Times New Roman"/>
              <a:sym typeface="Times New Roman"/>
            </a:endParaRPr>
          </a:p>
          <a:p>
            <a:pPr indent="-393700" lvl="1" marL="914400" marR="0" rtl="0" algn="just">
              <a:lnSpc>
                <a:spcPct val="115000"/>
              </a:lnSpc>
              <a:spcBef>
                <a:spcPts val="1000"/>
              </a:spcBef>
              <a:spcAft>
                <a:spcPts val="0"/>
              </a:spcAft>
              <a:buClr>
                <a:schemeClr val="dk2"/>
              </a:buClr>
              <a:buSzPts val="2600"/>
              <a:buFont typeface="Poppins"/>
              <a:buChar char="○"/>
            </a:pPr>
            <a:r>
              <a:rPr b="1" i="0" lang="en-US" sz="2300" u="none" cap="none" strike="noStrike">
                <a:solidFill>
                  <a:srgbClr val="1155CC"/>
                </a:solidFill>
                <a:latin typeface="Times New Roman"/>
                <a:ea typeface="Times New Roman"/>
                <a:cs typeface="Times New Roman"/>
                <a:sym typeface="Times New Roman"/>
              </a:rPr>
              <a:t>Example:</a:t>
            </a:r>
            <a:r>
              <a:rPr b="1" i="0" lang="en-US" sz="2300" u="none" cap="none" strike="noStrike">
                <a:solidFill>
                  <a:schemeClr val="dk2"/>
                </a:solidFill>
                <a:latin typeface="Times New Roman"/>
                <a:ea typeface="Times New Roman"/>
                <a:cs typeface="Times New Roman"/>
                <a:sym typeface="Times New Roman"/>
              </a:rPr>
              <a:t> </a:t>
            </a:r>
            <a:r>
              <a:rPr b="0" i="0" lang="en-US" sz="2300" u="none" cap="none" strike="noStrike">
                <a:solidFill>
                  <a:schemeClr val="dk2"/>
                </a:solidFill>
                <a:latin typeface="Times New Roman"/>
                <a:ea typeface="Times New Roman"/>
                <a:cs typeface="Times New Roman"/>
                <a:sym typeface="Times New Roman"/>
              </a:rPr>
              <a:t>Imagine you submit an online application form for a job. Integrity ensures that the information you entered (e.g., your personal details, qualifications, and work experience) remains unchanged and accurate when it reaches the employer's database. If someone maliciously alters your application data during transmission, integrity mechanisms would detect and prevent such unauthorized changes.</a:t>
            </a:r>
            <a:endParaRPr b="0" i="0" sz="2300" u="none" cap="none" strike="noStrike">
              <a:solidFill>
                <a:schemeClr val="dk2"/>
              </a:solidFill>
              <a:latin typeface="Times New Roman"/>
              <a:ea typeface="Times New Roman"/>
              <a:cs typeface="Times New Roman"/>
              <a:sym typeface="Times New Roman"/>
            </a:endParaRPr>
          </a:p>
          <a:p>
            <a:pPr indent="0" lvl="0" marL="45720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p:txBody>
      </p:sp>
      <p:pic>
        <p:nvPicPr>
          <p:cNvPr id="254" name="Google Shape;254;g37e3fbecea8_2_0"/>
          <p:cNvPicPr preferRelativeResize="0"/>
          <p:nvPr/>
        </p:nvPicPr>
        <p:blipFill rotWithShape="1">
          <a:blip r:embed="rId3">
            <a:alphaModFix/>
          </a:blip>
          <a:srcRect b="11004" l="0" r="0" t="16167"/>
          <a:stretch/>
        </p:blipFill>
        <p:spPr>
          <a:xfrm>
            <a:off x="3725525" y="4149225"/>
            <a:ext cx="4540308" cy="1829300"/>
          </a:xfrm>
          <a:prstGeom prst="rect">
            <a:avLst/>
          </a:prstGeom>
          <a:noFill/>
          <a:ln>
            <a:noFill/>
          </a:ln>
        </p:spPr>
      </p:pic>
      <p:sp>
        <p:nvSpPr>
          <p:cNvPr id="255" name="Google Shape;255;g37e3fbecea8_2_0"/>
          <p:cNvSpPr txBox="1"/>
          <p:nvPr/>
        </p:nvSpPr>
        <p:spPr>
          <a:xfrm>
            <a:off x="4355175" y="6244050"/>
            <a:ext cx="4038300" cy="55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C00000"/>
                </a:solidFill>
                <a:latin typeface="Times New Roman"/>
                <a:ea typeface="Times New Roman"/>
                <a:cs typeface="Times New Roman"/>
                <a:sym typeface="Times New Roman"/>
              </a:rPr>
              <a:t>Loss of Integrity</a:t>
            </a:r>
            <a:endParaRPr b="1" i="0" sz="2100" u="none" cap="none" strike="noStrike">
              <a:solidFill>
                <a:srgbClr val="C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7d9a76c35b_0_99"/>
          <p:cNvSpPr txBox="1"/>
          <p:nvPr>
            <p:ph type="title"/>
          </p:nvPr>
        </p:nvSpPr>
        <p:spPr>
          <a:xfrm>
            <a:off x="0" y="-120225"/>
            <a:ext cx="12192000" cy="638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The CIA Triad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1" name="Google Shape;261;g37d9a76c35b_0_99"/>
          <p:cNvSpPr txBox="1"/>
          <p:nvPr/>
        </p:nvSpPr>
        <p:spPr>
          <a:xfrm>
            <a:off x="187000" y="1134225"/>
            <a:ext cx="7643400" cy="2719200"/>
          </a:xfrm>
          <a:prstGeom prst="rect">
            <a:avLst/>
          </a:prstGeom>
          <a:noFill/>
          <a:ln>
            <a:noFill/>
          </a:ln>
        </p:spPr>
        <p:txBody>
          <a:bodyPr anchorCtr="0" anchor="t" bIns="91425" lIns="91425" spcFirstLastPara="1" rIns="91425" wrap="square" tIns="91425">
            <a:noAutofit/>
          </a:bodyPr>
          <a:lstStyle/>
          <a:p>
            <a:pPr indent="-419100" lvl="0" marL="457200" marR="0" rtl="0" algn="just">
              <a:lnSpc>
                <a:spcPct val="115000"/>
              </a:lnSpc>
              <a:spcBef>
                <a:spcPts val="0"/>
              </a:spcBef>
              <a:spcAft>
                <a:spcPts val="0"/>
              </a:spcAft>
              <a:buClr>
                <a:schemeClr val="accent3"/>
              </a:buClr>
              <a:buSzPts val="3000"/>
              <a:buFont typeface="Times New Roman"/>
              <a:buChar char="■"/>
            </a:pPr>
            <a:r>
              <a:rPr b="1" i="0" lang="en-US" sz="2400" u="none" cap="none" strike="noStrike">
                <a:solidFill>
                  <a:srgbClr val="980000"/>
                </a:solidFill>
                <a:latin typeface="Times New Roman"/>
                <a:ea typeface="Times New Roman"/>
                <a:cs typeface="Times New Roman"/>
                <a:sym typeface="Times New Roman"/>
              </a:rPr>
              <a:t>Availability:</a:t>
            </a:r>
            <a:r>
              <a:rPr b="1" i="0" lang="en-US" sz="2400" u="none" cap="none" strike="noStrike">
                <a:solidFill>
                  <a:srgbClr val="1D1D1D"/>
                </a:solidFill>
                <a:latin typeface="Times New Roman"/>
                <a:ea typeface="Times New Roman"/>
                <a:cs typeface="Times New Roman"/>
                <a:sym typeface="Times New Roman"/>
              </a:rPr>
              <a:t> </a:t>
            </a:r>
            <a:r>
              <a:rPr b="0" i="0" lang="en-US" sz="2400" u="none" cap="none" strike="noStrike">
                <a:solidFill>
                  <a:srgbClr val="1D1D1D"/>
                </a:solidFill>
                <a:latin typeface="Times New Roman"/>
                <a:ea typeface="Times New Roman"/>
                <a:cs typeface="Times New Roman"/>
                <a:sym typeface="Times New Roman"/>
              </a:rPr>
              <a:t>Ensuring that information and systems are accessible and usable when needed by authorized users and protected from disruptions or outages.</a:t>
            </a:r>
            <a:endParaRPr b="0" i="0" sz="2400" u="none" cap="none" strike="noStrike">
              <a:solidFill>
                <a:srgbClr val="1D1D1D"/>
              </a:solidFill>
              <a:latin typeface="Times New Roman"/>
              <a:ea typeface="Times New Roman"/>
              <a:cs typeface="Times New Roman"/>
              <a:sym typeface="Times New Roman"/>
            </a:endParaRPr>
          </a:p>
          <a:p>
            <a:pPr indent="-381000" lvl="1" marL="914400" marR="0" rtl="0" algn="just">
              <a:lnSpc>
                <a:spcPct val="115000"/>
              </a:lnSpc>
              <a:spcBef>
                <a:spcPts val="1000"/>
              </a:spcBef>
              <a:spcAft>
                <a:spcPts val="0"/>
              </a:spcAft>
              <a:buClr>
                <a:schemeClr val="accent3"/>
              </a:buClr>
              <a:buSzPts val="2400"/>
              <a:buFont typeface="Times New Roman"/>
              <a:buChar char="○"/>
            </a:pPr>
            <a:r>
              <a:rPr b="0" i="0" lang="en-US" sz="2400" u="none" cap="none" strike="noStrike">
                <a:solidFill>
                  <a:srgbClr val="1D1D1D"/>
                </a:solidFill>
                <a:latin typeface="Times New Roman"/>
                <a:ea typeface="Times New Roman"/>
                <a:cs typeface="Times New Roman"/>
                <a:sym typeface="Times New Roman"/>
              </a:rPr>
              <a:t>Consider an e-commerce website during a sale event. Availability ensures that the website remains operational and responsive despite a surge in visitor traffic. If the website crashes or becomes unavailable due to high demand, customers may not be able to complete their purchases, impacting the business's revenue and customer satisfaction.</a:t>
            </a:r>
            <a:endParaRPr b="0" i="0" sz="2400" u="none" cap="none" strike="noStrike">
              <a:solidFill>
                <a:srgbClr val="1D1D1D"/>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rgbClr val="1D1D1D"/>
              </a:solidFill>
              <a:latin typeface="Poppins"/>
              <a:ea typeface="Poppins"/>
              <a:cs typeface="Poppins"/>
              <a:sym typeface="Poppins"/>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D1D1D"/>
              </a:solidFill>
              <a:latin typeface="Poppins"/>
              <a:ea typeface="Poppins"/>
              <a:cs typeface="Poppins"/>
              <a:sym typeface="Poppins"/>
            </a:endParaRPr>
          </a:p>
        </p:txBody>
      </p:sp>
      <p:sp>
        <p:nvSpPr>
          <p:cNvPr id="262" name="Google Shape;262;g37d9a76c35b_0_99"/>
          <p:cNvSpPr txBox="1"/>
          <p:nvPr/>
        </p:nvSpPr>
        <p:spPr>
          <a:xfrm>
            <a:off x="8233450" y="5446825"/>
            <a:ext cx="4038300" cy="55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C00000"/>
                </a:solidFill>
                <a:latin typeface="Times New Roman"/>
                <a:ea typeface="Times New Roman"/>
                <a:cs typeface="Times New Roman"/>
                <a:sym typeface="Times New Roman"/>
              </a:rPr>
              <a:t>Loss of Availability</a:t>
            </a:r>
            <a:endParaRPr b="1" i="0" sz="2100" u="none" cap="none" strike="noStrike">
              <a:solidFill>
                <a:srgbClr val="C00000"/>
              </a:solidFill>
              <a:latin typeface="Times New Roman"/>
              <a:ea typeface="Times New Roman"/>
              <a:cs typeface="Times New Roman"/>
              <a:sym typeface="Times New Roman"/>
            </a:endParaRPr>
          </a:p>
        </p:txBody>
      </p:sp>
      <p:pic>
        <p:nvPicPr>
          <p:cNvPr id="263" name="Google Shape;263;g37d9a76c35b_0_99"/>
          <p:cNvPicPr preferRelativeResize="0"/>
          <p:nvPr/>
        </p:nvPicPr>
        <p:blipFill rotWithShape="1">
          <a:blip r:embed="rId3">
            <a:alphaModFix/>
          </a:blip>
          <a:srcRect b="0" l="0" r="0" t="0"/>
          <a:stretch/>
        </p:blipFill>
        <p:spPr>
          <a:xfrm>
            <a:off x="8024825" y="2792563"/>
            <a:ext cx="4104151" cy="2492950"/>
          </a:xfrm>
          <a:prstGeom prst="rect">
            <a:avLst/>
          </a:prstGeom>
          <a:noFill/>
          <a:ln>
            <a:noFill/>
          </a:ln>
        </p:spPr>
      </p:pic>
      <p:pic>
        <p:nvPicPr>
          <p:cNvPr id="264" name="Google Shape;264;g37d9a76c35b_0_99"/>
          <p:cNvPicPr preferRelativeResize="0"/>
          <p:nvPr/>
        </p:nvPicPr>
        <p:blipFill rotWithShape="1">
          <a:blip r:embed="rId4">
            <a:alphaModFix/>
          </a:blip>
          <a:srcRect b="0" l="0" r="0" t="0"/>
          <a:stretch/>
        </p:blipFill>
        <p:spPr>
          <a:xfrm>
            <a:off x="8544750" y="652350"/>
            <a:ext cx="2480776" cy="1803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16d8cfdd53_0_2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Examples of CIA Triad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70" name="Google Shape;270;g316d8cfdd53_0_20"/>
          <p:cNvSpPr txBox="1"/>
          <p:nvPr/>
        </p:nvSpPr>
        <p:spPr>
          <a:xfrm>
            <a:off x="254175" y="1007650"/>
            <a:ext cx="11577600" cy="457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500"/>
              <a:buFont typeface="Arial"/>
              <a:buNone/>
            </a:pPr>
            <a:r>
              <a:t/>
            </a:r>
            <a:endParaRPr b="0" i="0" sz="1500" u="none" cap="none" strike="noStrike">
              <a:solidFill>
                <a:srgbClr val="1D1D1D"/>
              </a:solidFill>
              <a:latin typeface="Poppins"/>
              <a:ea typeface="Poppins"/>
              <a:cs typeface="Poppins"/>
              <a:sym typeface="Poppins"/>
            </a:endParaRPr>
          </a:p>
          <a:p>
            <a:pPr indent="-419100" lvl="0" marL="457200" marR="0" rtl="0" algn="l">
              <a:lnSpc>
                <a:spcPct val="100000"/>
              </a:lnSpc>
              <a:spcBef>
                <a:spcPts val="1000"/>
              </a:spcBef>
              <a:spcAft>
                <a:spcPts val="0"/>
              </a:spcAft>
              <a:buClr>
                <a:schemeClr val="accent3"/>
              </a:buClr>
              <a:buSzPts val="3000"/>
              <a:buFont typeface="Times New Roman"/>
              <a:buChar char="■"/>
            </a:pPr>
            <a:r>
              <a:rPr b="0" i="0" lang="en-US" sz="2400" u="none" cap="none" strike="noStrike">
                <a:solidFill>
                  <a:schemeClr val="dk2"/>
                </a:solidFill>
                <a:latin typeface="Times New Roman"/>
                <a:ea typeface="Times New Roman"/>
                <a:cs typeface="Times New Roman"/>
                <a:sym typeface="Times New Roman"/>
              </a:rPr>
              <a:t>To have a better understanding of how the CIA triad works in practice, consider an ATM that allows users to access bank balances and other information. An ATM incorporates measures to cover the principles of the triad:</a:t>
            </a:r>
            <a:endParaRPr b="0" i="0" sz="2400" u="none" cap="none" strike="noStrike">
              <a:solidFill>
                <a:schemeClr val="dk2"/>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dk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The two-factor authentication (debit card with the PIN code) provides </a:t>
            </a:r>
            <a:r>
              <a:rPr b="1" i="0" lang="en-US" sz="2400" u="sng" cap="none" strike="noStrike">
                <a:solidFill>
                  <a:srgbClr val="3C78D8"/>
                </a:solidFill>
                <a:latin typeface="Times New Roman"/>
                <a:ea typeface="Times New Roman"/>
                <a:cs typeface="Times New Roman"/>
                <a:sym typeface="Times New Roman"/>
              </a:rPr>
              <a:t>confidentiality</a:t>
            </a:r>
            <a:r>
              <a:rPr b="0" i="0" lang="en-US" sz="2400" u="none" cap="none" strike="noStrike">
                <a:solidFill>
                  <a:schemeClr val="dk2"/>
                </a:solidFill>
                <a:latin typeface="Times New Roman"/>
                <a:ea typeface="Times New Roman"/>
                <a:cs typeface="Times New Roman"/>
                <a:sym typeface="Times New Roman"/>
              </a:rPr>
              <a:t> before authorizing access to sensitive data.</a:t>
            </a:r>
            <a:endParaRPr b="0" i="0" sz="2400" u="none" cap="none" strike="noStrike">
              <a:solidFill>
                <a:schemeClr val="dk2"/>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dk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The ATM and bank software ensure data</a:t>
            </a:r>
            <a:r>
              <a:rPr b="0" i="0" lang="en-US" sz="2400" u="none" cap="none" strike="noStrike">
                <a:solidFill>
                  <a:srgbClr val="EB9109"/>
                </a:solidFill>
                <a:latin typeface="Times New Roman"/>
                <a:ea typeface="Times New Roman"/>
                <a:cs typeface="Times New Roman"/>
                <a:sym typeface="Times New Roman"/>
              </a:rPr>
              <a:t> </a:t>
            </a:r>
            <a:r>
              <a:rPr b="1" i="0" lang="en-US" sz="2400" u="sng" cap="none" strike="noStrike">
                <a:solidFill>
                  <a:srgbClr val="EB9109"/>
                </a:solidFill>
                <a:latin typeface="Times New Roman"/>
                <a:ea typeface="Times New Roman"/>
                <a:cs typeface="Times New Roman"/>
                <a:sym typeface="Times New Roman"/>
              </a:rPr>
              <a:t>integrity</a:t>
            </a:r>
            <a:r>
              <a:rPr b="0" i="0" lang="en-US" sz="2400" u="none" cap="none" strike="noStrike">
                <a:solidFill>
                  <a:schemeClr val="dk2"/>
                </a:solidFill>
                <a:latin typeface="Times New Roman"/>
                <a:ea typeface="Times New Roman"/>
                <a:cs typeface="Times New Roman"/>
                <a:sym typeface="Times New Roman"/>
              </a:rPr>
              <a:t> by maintaining all transfer and withdrawal records made via the ATM in the user’s bank accounting</a:t>
            </a:r>
            <a:endParaRPr b="0" i="0" sz="2400" u="none" cap="none" strike="noStrike">
              <a:solidFill>
                <a:schemeClr val="dk2"/>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dk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The ATM provides </a:t>
            </a:r>
            <a:r>
              <a:rPr b="1" i="0" lang="en-US" sz="2400" u="sng" cap="none" strike="noStrike">
                <a:solidFill>
                  <a:srgbClr val="6AA84F"/>
                </a:solidFill>
                <a:latin typeface="Times New Roman"/>
                <a:ea typeface="Times New Roman"/>
                <a:cs typeface="Times New Roman"/>
                <a:sym typeface="Times New Roman"/>
              </a:rPr>
              <a:t>availability</a:t>
            </a:r>
            <a:r>
              <a:rPr b="1" i="0" lang="en-US" sz="24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Times New Roman"/>
                <a:ea typeface="Times New Roman"/>
                <a:cs typeface="Times New Roman"/>
                <a:sym typeface="Times New Roman"/>
              </a:rPr>
              <a:t>as it is for public use and is accessible at all times.</a:t>
            </a:r>
            <a:endParaRPr b="1" i="0" sz="2200" u="none" cap="none" strike="noStrike">
              <a:solidFill>
                <a:schemeClr val="dk2"/>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7d9a76c35b_0_43"/>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Tools for Achieving CIA Goals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76" name="Google Shape;276;g37d9a76c35b_0_43"/>
          <p:cNvSpPr/>
          <p:nvPr/>
        </p:nvSpPr>
        <p:spPr>
          <a:xfrm>
            <a:off x="3190425" y="2876000"/>
            <a:ext cx="1174500" cy="536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37d9a76c35b_0_43"/>
          <p:cNvSpPr/>
          <p:nvPr/>
        </p:nvSpPr>
        <p:spPr>
          <a:xfrm>
            <a:off x="9483200" y="2445800"/>
            <a:ext cx="1174500" cy="536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37d9a76c35b_0_43"/>
          <p:cNvSpPr/>
          <p:nvPr/>
        </p:nvSpPr>
        <p:spPr>
          <a:xfrm>
            <a:off x="8072775" y="5021075"/>
            <a:ext cx="1174500" cy="536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37d9a76c35b_0_43"/>
          <p:cNvSpPr/>
          <p:nvPr/>
        </p:nvSpPr>
        <p:spPr>
          <a:xfrm>
            <a:off x="9667775" y="1388950"/>
            <a:ext cx="1174500" cy="536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0" name="Google Shape;280;g37d9a76c35b_0_43"/>
          <p:cNvPicPr preferRelativeResize="0"/>
          <p:nvPr/>
        </p:nvPicPr>
        <p:blipFill rotWithShape="1">
          <a:blip r:embed="rId3">
            <a:alphaModFix/>
          </a:blip>
          <a:srcRect b="0" l="0" r="0" t="0"/>
          <a:stretch/>
        </p:blipFill>
        <p:spPr>
          <a:xfrm>
            <a:off x="2097551" y="1339425"/>
            <a:ext cx="8744725" cy="4075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7d29e9972a_0_37"/>
          <p:cNvSpPr txBox="1"/>
          <p:nvPr>
            <p:ph type="title"/>
          </p:nvPr>
        </p:nvSpPr>
        <p:spPr>
          <a:xfrm>
            <a:off x="406900" y="2170050"/>
            <a:ext cx="11143200" cy="1085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b="1" lang="en-US" sz="4400">
                <a:solidFill>
                  <a:schemeClr val="lt1"/>
                </a:solidFill>
                <a:latin typeface="Times New Roman"/>
                <a:ea typeface="Times New Roman"/>
                <a:cs typeface="Times New Roman"/>
                <a:sym typeface="Times New Roman"/>
              </a:rPr>
              <a:t>Tools for Achieving Confidentiality </a:t>
            </a:r>
            <a:endParaRPr b="1" sz="47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7d9a76c35b_0_77"/>
          <p:cNvSpPr txBox="1"/>
          <p:nvPr>
            <p:ph type="title"/>
          </p:nvPr>
        </p:nvSpPr>
        <p:spPr>
          <a:xfrm>
            <a:off x="0" y="-141800"/>
            <a:ext cx="12192000" cy="8319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a:solidFill>
                  <a:schemeClr val="lt1"/>
                </a:solidFill>
                <a:latin typeface="Times New Roman"/>
                <a:ea typeface="Times New Roman"/>
                <a:cs typeface="Times New Roman"/>
                <a:sym typeface="Times New Roman"/>
              </a:rPr>
              <a:t>Encryption</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91" name="Google Shape;291;g37d9a76c35b_0_77"/>
          <p:cNvSpPr txBox="1"/>
          <p:nvPr/>
        </p:nvSpPr>
        <p:spPr>
          <a:xfrm>
            <a:off x="277100" y="807050"/>
            <a:ext cx="6253200" cy="3222000"/>
          </a:xfrm>
          <a:prstGeom prst="rect">
            <a:avLst/>
          </a:prstGeom>
          <a:noFill/>
          <a:ln>
            <a:noFill/>
          </a:ln>
        </p:spPr>
        <p:txBody>
          <a:bodyPr anchorCtr="0" anchor="t" bIns="91425" lIns="91425" spcFirstLastPara="1" rIns="91425" wrap="square" tIns="91425">
            <a:noAutofit/>
          </a:bodyPr>
          <a:lstStyle/>
          <a:p>
            <a:pPr indent="-381000" lvl="0" marL="457200" marR="0" rtl="0" algn="just">
              <a:lnSpc>
                <a:spcPct val="100000"/>
              </a:lnSpc>
              <a:spcBef>
                <a:spcPts val="0"/>
              </a:spcBef>
              <a:spcAft>
                <a:spcPts val="0"/>
              </a:spcAft>
              <a:buClr>
                <a:schemeClr val="accent3"/>
              </a:buClr>
              <a:buSzPts val="2400"/>
              <a:buFont typeface="Times New Roman"/>
              <a:buChar char="■"/>
            </a:pPr>
            <a:r>
              <a:rPr b="0" i="0" lang="en-US" sz="2000" u="none" cap="none" strike="noStrike">
                <a:solidFill>
                  <a:srgbClr val="000000"/>
                </a:solidFill>
                <a:latin typeface="Times New Roman"/>
                <a:ea typeface="Times New Roman"/>
                <a:cs typeface="Times New Roman"/>
                <a:sym typeface="Times New Roman"/>
              </a:rPr>
              <a:t>Encryption, as the name suggests, is generally a technique that is used to conceal messages using algorithms. It is the fundamental application of cryptography that encodes a message with an algorithm. It generally helps to protect private information and sensitive data and enhance the security of communication among client apps and servers. It is considered one of the most effective and popular data security techniques.</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0" i="0" lang="en-US" sz="2000" u="none" cap="none" strike="noStrike">
                <a:solidFill>
                  <a:srgbClr val="000000"/>
                </a:solidFill>
                <a:latin typeface="Times New Roman"/>
                <a:ea typeface="Times New Roman"/>
                <a:cs typeface="Times New Roman"/>
                <a:sym typeface="Times New Roman"/>
              </a:rPr>
              <a:t>Data encryption is a good example to ensure confidentiality.</a:t>
            </a:r>
            <a:endParaRPr b="0" i="0" sz="2000" u="none" cap="none" strike="noStrike">
              <a:solidFill>
                <a:srgbClr val="000000"/>
              </a:solidFill>
              <a:latin typeface="Times New Roman"/>
              <a:ea typeface="Times New Roman"/>
              <a:cs typeface="Times New Roman"/>
              <a:sym typeface="Times New Roman"/>
            </a:endParaRPr>
          </a:p>
        </p:txBody>
      </p:sp>
      <p:pic>
        <p:nvPicPr>
          <p:cNvPr id="292" name="Google Shape;292;g37d9a76c35b_0_77"/>
          <p:cNvPicPr preferRelativeResize="0"/>
          <p:nvPr/>
        </p:nvPicPr>
        <p:blipFill rotWithShape="1">
          <a:blip r:embed="rId3">
            <a:alphaModFix/>
          </a:blip>
          <a:srcRect b="32027" l="0" r="0" t="19541"/>
          <a:stretch/>
        </p:blipFill>
        <p:spPr>
          <a:xfrm>
            <a:off x="220475" y="4844200"/>
            <a:ext cx="6042300" cy="1439625"/>
          </a:xfrm>
          <a:prstGeom prst="rect">
            <a:avLst/>
          </a:prstGeom>
          <a:noFill/>
          <a:ln>
            <a:noFill/>
          </a:ln>
        </p:spPr>
      </p:pic>
      <p:pic>
        <p:nvPicPr>
          <p:cNvPr id="293" name="Google Shape;293;g37d9a76c35b_0_77"/>
          <p:cNvPicPr preferRelativeResize="0"/>
          <p:nvPr/>
        </p:nvPicPr>
        <p:blipFill rotWithShape="1">
          <a:blip r:embed="rId4">
            <a:alphaModFix/>
          </a:blip>
          <a:srcRect b="0" l="0" r="0" t="0"/>
          <a:stretch/>
        </p:blipFill>
        <p:spPr>
          <a:xfrm>
            <a:off x="7178800" y="1166475"/>
            <a:ext cx="4180301" cy="2277625"/>
          </a:xfrm>
          <a:prstGeom prst="rect">
            <a:avLst/>
          </a:prstGeom>
          <a:noFill/>
          <a:ln>
            <a:noFill/>
          </a:ln>
        </p:spPr>
      </p:pic>
      <p:pic>
        <p:nvPicPr>
          <p:cNvPr id="294" name="Google Shape;294;g37d9a76c35b_0_77"/>
          <p:cNvPicPr preferRelativeResize="0"/>
          <p:nvPr/>
        </p:nvPicPr>
        <p:blipFill rotWithShape="1">
          <a:blip r:embed="rId5">
            <a:alphaModFix/>
          </a:blip>
          <a:srcRect b="0" l="0" r="0" t="0"/>
          <a:stretch/>
        </p:blipFill>
        <p:spPr>
          <a:xfrm>
            <a:off x="7242950" y="3839462"/>
            <a:ext cx="4052000" cy="2277625"/>
          </a:xfrm>
          <a:prstGeom prst="rect">
            <a:avLst/>
          </a:prstGeom>
          <a:noFill/>
          <a:ln>
            <a:noFill/>
          </a:ln>
        </p:spPr>
      </p:pic>
      <p:sp>
        <p:nvSpPr>
          <p:cNvPr id="295" name="Google Shape;295;g37d9a76c35b_0_77"/>
          <p:cNvSpPr txBox="1"/>
          <p:nvPr/>
        </p:nvSpPr>
        <p:spPr>
          <a:xfrm>
            <a:off x="7178850" y="729600"/>
            <a:ext cx="4180200" cy="31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sng" cap="none" strike="noStrike">
                <a:solidFill>
                  <a:srgbClr val="C00000"/>
                </a:solidFill>
                <a:latin typeface="Times New Roman"/>
                <a:ea typeface="Times New Roman"/>
                <a:cs typeface="Times New Roman"/>
                <a:sym typeface="Times New Roman"/>
              </a:rPr>
              <a:t>Encryption Types</a:t>
            </a:r>
            <a:endParaRPr b="1" i="0" sz="1900" u="sng" cap="none" strike="noStrike">
              <a:solidFill>
                <a:srgbClr val="C00000"/>
              </a:solidFill>
              <a:latin typeface="Times New Roman"/>
              <a:ea typeface="Times New Roman"/>
              <a:cs typeface="Times New Roman"/>
              <a:sym typeface="Times New Roman"/>
            </a:endParaRPr>
          </a:p>
        </p:txBody>
      </p:sp>
      <p:sp>
        <p:nvSpPr>
          <p:cNvPr id="296" name="Google Shape;296;g37d9a76c35b_0_77"/>
          <p:cNvSpPr txBox="1"/>
          <p:nvPr/>
        </p:nvSpPr>
        <p:spPr>
          <a:xfrm>
            <a:off x="6678300" y="3282763"/>
            <a:ext cx="5379000" cy="3849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2"/>
                </a:solidFill>
                <a:latin typeface="Times New Roman"/>
                <a:ea typeface="Times New Roman"/>
                <a:cs typeface="Times New Roman"/>
                <a:sym typeface="Times New Roman"/>
              </a:rPr>
              <a:t>Symmetric encryption uses the same key for encryption and decryption.</a:t>
            </a:r>
            <a:endParaRPr b="1" i="0" sz="1300" u="none" cap="none" strike="noStrike">
              <a:solidFill>
                <a:schemeClr val="dk2"/>
              </a:solidFill>
              <a:latin typeface="Times New Roman"/>
              <a:ea typeface="Times New Roman"/>
              <a:cs typeface="Times New Roman"/>
              <a:sym typeface="Times New Roman"/>
            </a:endParaRPr>
          </a:p>
        </p:txBody>
      </p:sp>
      <p:sp>
        <p:nvSpPr>
          <p:cNvPr id="297" name="Google Shape;297;g37d9a76c35b_0_77"/>
          <p:cNvSpPr txBox="1"/>
          <p:nvPr/>
        </p:nvSpPr>
        <p:spPr>
          <a:xfrm>
            <a:off x="6574350" y="5906725"/>
            <a:ext cx="5586900" cy="3771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chemeClr val="dk2"/>
                </a:solidFill>
                <a:latin typeface="Times New Roman"/>
                <a:ea typeface="Times New Roman"/>
                <a:cs typeface="Times New Roman"/>
                <a:sym typeface="Times New Roman"/>
              </a:rPr>
              <a:t>Asymmetric encryption uses two separate keys: a public key and a private key. </a:t>
            </a:r>
            <a:endParaRPr b="1" i="0" sz="125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7d29e9972a_0_75"/>
          <p:cNvSpPr txBox="1"/>
          <p:nvPr>
            <p:ph type="title"/>
          </p:nvPr>
        </p:nvSpPr>
        <p:spPr>
          <a:xfrm>
            <a:off x="0" y="-141800"/>
            <a:ext cx="12192000" cy="871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a:solidFill>
                  <a:schemeClr val="lt1"/>
                </a:solidFill>
                <a:latin typeface="Times New Roman"/>
                <a:ea typeface="Times New Roman"/>
                <a:cs typeface="Times New Roman"/>
                <a:sym typeface="Times New Roman"/>
              </a:rPr>
              <a:t>Access Control</a:t>
            </a:r>
            <a:endParaRPr>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03" name="Google Shape;303;g37d29e9972a_0_75"/>
          <p:cNvSpPr txBox="1"/>
          <p:nvPr/>
        </p:nvSpPr>
        <p:spPr>
          <a:xfrm>
            <a:off x="295250" y="1093775"/>
            <a:ext cx="5958600" cy="4092300"/>
          </a:xfrm>
          <a:prstGeom prst="rect">
            <a:avLst/>
          </a:prstGeom>
          <a:noFill/>
          <a:ln>
            <a:noFill/>
          </a:ln>
        </p:spPr>
        <p:txBody>
          <a:bodyPr anchorCtr="0" anchor="t" bIns="91425" lIns="91425" spcFirstLastPara="1" rIns="91425" wrap="square" tIns="91425">
            <a:noAutofit/>
          </a:bodyPr>
          <a:lstStyle/>
          <a:p>
            <a:pPr indent="-387350" lvl="0" marL="457200" marR="0" rtl="0" algn="just">
              <a:lnSpc>
                <a:spcPct val="10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Confidentiality is maintained through access control by strictly limiting access to sensitive information, ensuring only authorized individuals can view, modify, or delete it.</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87350" lvl="0" marL="457200" marR="0" rtl="0" algn="just">
              <a:lnSpc>
                <a:spcPct val="10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Access control policies (ACP) define the rules and regulations that govern who can access what information and under what circumstances.</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87350" lvl="0" marL="457200" marR="0" rtl="0" algn="just">
              <a:lnSpc>
                <a:spcPct val="10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By implementing access control policies, organizations can ensure that only authorized individuals have access to sensitive information, minimizing the risk of data breaches and unauthorized disclosures.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04" name="Google Shape;304;g37d29e9972a_0_75"/>
          <p:cNvSpPr txBox="1"/>
          <p:nvPr/>
        </p:nvSpPr>
        <p:spPr>
          <a:xfrm>
            <a:off x="6847875" y="729600"/>
            <a:ext cx="4511100" cy="31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sng" cap="none" strike="noStrike">
                <a:solidFill>
                  <a:srgbClr val="C00000"/>
                </a:solidFill>
                <a:latin typeface="Arial"/>
                <a:ea typeface="Arial"/>
                <a:cs typeface="Arial"/>
                <a:sym typeface="Arial"/>
              </a:rPr>
              <a:t>Different  Types ACP</a:t>
            </a:r>
            <a:endParaRPr b="1" i="0" sz="1900" u="sng" cap="none" strike="noStrike">
              <a:solidFill>
                <a:srgbClr val="C00000"/>
              </a:solidFill>
              <a:latin typeface="Arial"/>
              <a:ea typeface="Arial"/>
              <a:cs typeface="Arial"/>
              <a:sym typeface="Arial"/>
            </a:endParaRPr>
          </a:p>
        </p:txBody>
      </p:sp>
      <p:pic>
        <p:nvPicPr>
          <p:cNvPr descr="access control" id="305" name="Google Shape;305;g37d29e9972a_0_75" title="Access control policies for strong data security in 2025"/>
          <p:cNvPicPr preferRelativeResize="0"/>
          <p:nvPr/>
        </p:nvPicPr>
        <p:blipFill rotWithShape="1">
          <a:blip r:embed="rId3">
            <a:alphaModFix/>
          </a:blip>
          <a:srcRect b="4079" l="34675" r="5039" t="22670"/>
          <a:stretch/>
        </p:blipFill>
        <p:spPr>
          <a:xfrm>
            <a:off x="6533500" y="1811775"/>
            <a:ext cx="5426850" cy="3667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7d9a76c35b_0_3"/>
          <p:cNvSpPr txBox="1"/>
          <p:nvPr>
            <p:ph type="title"/>
          </p:nvPr>
        </p:nvSpPr>
        <p:spPr>
          <a:xfrm>
            <a:off x="0" y="-141800"/>
            <a:ext cx="12192000" cy="806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a:solidFill>
                  <a:schemeClr val="lt1"/>
                </a:solidFill>
                <a:latin typeface="Times New Roman"/>
                <a:ea typeface="Times New Roman"/>
                <a:cs typeface="Times New Roman"/>
                <a:sym typeface="Times New Roman"/>
              </a:rPr>
              <a:t>Authentication and Authorization</a:t>
            </a:r>
            <a:endParaRPr>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11" name="Google Shape;311;g37d9a76c35b_0_3"/>
          <p:cNvSpPr txBox="1"/>
          <p:nvPr/>
        </p:nvSpPr>
        <p:spPr>
          <a:xfrm>
            <a:off x="351425" y="2708450"/>
            <a:ext cx="5706300" cy="3136500"/>
          </a:xfrm>
          <a:prstGeom prst="rect">
            <a:avLst/>
          </a:prstGeom>
          <a:noFill/>
          <a:ln>
            <a:noFill/>
          </a:ln>
        </p:spPr>
        <p:txBody>
          <a:bodyPr anchorCtr="0" anchor="t" bIns="91425" lIns="91425" spcFirstLastPara="1" rIns="91425" wrap="square" tIns="91425">
            <a:noAutofit/>
          </a:bodyPr>
          <a:lstStyle/>
          <a:p>
            <a:pPr indent="-381000" lvl="0" marL="457200" marR="0" rtl="0" algn="just">
              <a:lnSpc>
                <a:spcPct val="100000"/>
              </a:lnSpc>
              <a:spcBef>
                <a:spcPts val="1000"/>
              </a:spcBef>
              <a:spcAft>
                <a:spcPts val="0"/>
              </a:spcAft>
              <a:buClr>
                <a:schemeClr val="accent3"/>
              </a:buClr>
              <a:buSzPts val="2400"/>
              <a:buFont typeface="Times New Roman"/>
              <a:buChar char="■"/>
            </a:pPr>
            <a:r>
              <a:rPr b="1" i="0" lang="en-US" sz="2400" u="none" cap="none" strike="noStrike">
                <a:solidFill>
                  <a:srgbClr val="980000"/>
                </a:solidFill>
                <a:latin typeface="Times New Roman"/>
                <a:ea typeface="Times New Roman"/>
                <a:cs typeface="Times New Roman"/>
                <a:sym typeface="Times New Roman"/>
              </a:rPr>
              <a:t>Authentication:</a:t>
            </a:r>
            <a:r>
              <a:rPr b="1" i="0" lang="en-US" sz="24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000000"/>
                </a:solidFill>
                <a:latin typeface="Times New Roman"/>
                <a:ea typeface="Times New Roman"/>
                <a:cs typeface="Times New Roman"/>
                <a:sym typeface="Times New Roman"/>
              </a:rPr>
              <a:t>Verifying the identity of users or systems to ensure they are who they claim to be.</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just">
              <a:lnSpc>
                <a:spcPct val="100000"/>
              </a:lnSpc>
              <a:spcBef>
                <a:spcPts val="1000"/>
              </a:spcBef>
              <a:spcAft>
                <a:spcPts val="0"/>
              </a:spcAft>
              <a:buClr>
                <a:schemeClr val="accent3"/>
              </a:buClr>
              <a:buSzPts val="2400"/>
              <a:buFont typeface="Times New Roman"/>
              <a:buChar char="■"/>
            </a:pPr>
            <a:r>
              <a:rPr b="1" i="0" lang="en-US" sz="2400" u="none" cap="none" strike="noStrike">
                <a:solidFill>
                  <a:srgbClr val="980000"/>
                </a:solidFill>
                <a:latin typeface="Times New Roman"/>
                <a:ea typeface="Times New Roman"/>
                <a:cs typeface="Times New Roman"/>
                <a:sym typeface="Times New Roman"/>
              </a:rPr>
              <a:t>Authorization:</a:t>
            </a:r>
            <a:r>
              <a:rPr b="0" i="0" lang="en-US" sz="2400" u="none" cap="none" strike="noStrike">
                <a:solidFill>
                  <a:schemeClr val="dk1"/>
                </a:solidFill>
                <a:latin typeface="Times New Roman"/>
                <a:ea typeface="Times New Roman"/>
                <a:cs typeface="Times New Roman"/>
                <a:sym typeface="Times New Roman"/>
              </a:rPr>
              <a:t> Granting or denying access to resources based on a user’s permissions or privileges limits what actions they can perform.</a:t>
            </a:r>
            <a:endParaRPr b="0" i="0" sz="24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312" name="Google Shape;312;g37d9a76c35b_0_3"/>
          <p:cNvPicPr preferRelativeResize="0"/>
          <p:nvPr/>
        </p:nvPicPr>
        <p:blipFill rotWithShape="1">
          <a:blip r:embed="rId3">
            <a:alphaModFix/>
          </a:blip>
          <a:srcRect b="0" l="4039" r="4149" t="0"/>
          <a:stretch/>
        </p:blipFill>
        <p:spPr>
          <a:xfrm>
            <a:off x="6665525" y="2708450"/>
            <a:ext cx="5240750" cy="2624425"/>
          </a:xfrm>
          <a:prstGeom prst="rect">
            <a:avLst/>
          </a:prstGeom>
          <a:noFill/>
          <a:ln>
            <a:noFill/>
          </a:ln>
        </p:spPr>
      </p:pic>
      <p:sp>
        <p:nvSpPr>
          <p:cNvPr id="313" name="Google Shape;313;g37d9a76c35b_0_3"/>
          <p:cNvSpPr txBox="1"/>
          <p:nvPr/>
        </p:nvSpPr>
        <p:spPr>
          <a:xfrm>
            <a:off x="351425" y="958038"/>
            <a:ext cx="11261100" cy="1293000"/>
          </a:xfrm>
          <a:prstGeom prst="rect">
            <a:avLst/>
          </a:prstGeom>
          <a:noFill/>
          <a:ln>
            <a:noFill/>
          </a:ln>
        </p:spPr>
        <p:txBody>
          <a:bodyPr anchorCtr="0" anchor="t" bIns="91425" lIns="91425" spcFirstLastPara="1" rIns="91425" wrap="square" tIns="91425">
            <a:spAutoFit/>
          </a:bodyPr>
          <a:lstStyle/>
          <a:p>
            <a:pPr indent="-381000" lvl="0" marL="457200" marR="0" rtl="0" algn="just">
              <a:lnSpc>
                <a:spcPct val="100000"/>
              </a:lnSpc>
              <a:spcBef>
                <a:spcPts val="1000"/>
              </a:spcBef>
              <a:spcAft>
                <a:spcPts val="0"/>
              </a:spcAft>
              <a:buClr>
                <a:schemeClr val="accent3"/>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Confidentiality is maintained through authentication (verifying a user's identity) and authorization (granting access to specific data or functions), ensuring only the correct individuals can view sensitive information.</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7e3fbecea8_2_95"/>
          <p:cNvSpPr txBox="1"/>
          <p:nvPr>
            <p:ph type="title"/>
          </p:nvPr>
        </p:nvSpPr>
        <p:spPr>
          <a:xfrm>
            <a:off x="0" y="-141800"/>
            <a:ext cx="12192000" cy="806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a:solidFill>
                  <a:schemeClr val="lt1"/>
                </a:solidFill>
                <a:latin typeface="Times New Roman"/>
                <a:ea typeface="Times New Roman"/>
                <a:cs typeface="Times New Roman"/>
                <a:sym typeface="Times New Roman"/>
              </a:rPr>
              <a:t>Authentication and Authorization</a:t>
            </a:r>
            <a:endParaRPr>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19" name="Google Shape;319;g37e3fbecea8_2_95"/>
          <p:cNvSpPr txBox="1"/>
          <p:nvPr/>
        </p:nvSpPr>
        <p:spPr>
          <a:xfrm>
            <a:off x="98025" y="1060500"/>
            <a:ext cx="6840900" cy="4737000"/>
          </a:xfrm>
          <a:prstGeom prst="rect">
            <a:avLst/>
          </a:prstGeom>
          <a:noFill/>
          <a:ln>
            <a:noFill/>
          </a:ln>
        </p:spPr>
        <p:txBody>
          <a:bodyPr anchorCtr="0" anchor="t" bIns="91425" lIns="91425" spcFirstLastPara="1" rIns="91425" wrap="square" tIns="91425">
            <a:noAutofit/>
          </a:bodyPr>
          <a:lstStyle/>
          <a:p>
            <a:pPr indent="-381000" lvl="0" marL="457200" marR="0" rtl="0" algn="just">
              <a:lnSpc>
                <a:spcPct val="100000"/>
              </a:lnSpc>
              <a:spcBef>
                <a:spcPts val="1000"/>
              </a:spcBef>
              <a:spcAft>
                <a:spcPts val="0"/>
              </a:spcAft>
              <a:buClr>
                <a:schemeClr val="accent3"/>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When you log into a railway booking website with your username and password, the site first checks if your credentials are correct (</a:t>
            </a:r>
            <a:r>
              <a:rPr b="1" i="0" lang="en-US" sz="2400" u="none" cap="none" strike="noStrike">
                <a:solidFill>
                  <a:srgbClr val="980000"/>
                </a:solidFill>
                <a:latin typeface="Times New Roman"/>
                <a:ea typeface="Times New Roman"/>
                <a:cs typeface="Times New Roman"/>
                <a:sym typeface="Times New Roman"/>
              </a:rPr>
              <a:t>Authentication</a:t>
            </a:r>
            <a:r>
              <a:rPr b="0" i="0" lang="en-US" sz="2400" u="none" cap="none" strike="noStrike">
                <a:solidFill>
                  <a:schemeClr val="dk1"/>
                </a:solidFill>
                <a:latin typeface="Times New Roman"/>
                <a:ea typeface="Times New Roman"/>
                <a:cs typeface="Times New Roman"/>
                <a:sym typeface="Times New Roman"/>
              </a:rPr>
              <a:t>). After you’re logged in, the system gives you access only to the actions allowed for your account, such as booking tickets, viewing your own travel history, or canceling your reservations, but not accessing the admin panel or changing other passengers’ bookings (</a:t>
            </a:r>
            <a:r>
              <a:rPr b="1" i="0" lang="en-US" sz="2400" u="none" cap="none" strike="noStrike">
                <a:solidFill>
                  <a:srgbClr val="980000"/>
                </a:solidFill>
                <a:latin typeface="Times New Roman"/>
                <a:ea typeface="Times New Roman"/>
                <a:cs typeface="Times New Roman"/>
                <a:sym typeface="Times New Roman"/>
              </a:rPr>
              <a:t>Authorization</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320" name="Google Shape;320;g37e3fbecea8_2_95"/>
          <p:cNvPicPr preferRelativeResize="0"/>
          <p:nvPr/>
        </p:nvPicPr>
        <p:blipFill rotWithShape="1">
          <a:blip r:embed="rId3">
            <a:alphaModFix/>
          </a:blip>
          <a:srcRect b="0" l="5302" r="5427" t="0"/>
          <a:stretch/>
        </p:blipFill>
        <p:spPr>
          <a:xfrm>
            <a:off x="7054775" y="1418875"/>
            <a:ext cx="4696000" cy="2764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7d9a76c35b_0_88"/>
          <p:cNvSpPr txBox="1"/>
          <p:nvPr>
            <p:ph type="title"/>
          </p:nvPr>
        </p:nvSpPr>
        <p:spPr>
          <a:xfrm>
            <a:off x="406900" y="2170050"/>
            <a:ext cx="11143200" cy="1085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b="1" lang="en-US" sz="4400">
                <a:solidFill>
                  <a:schemeClr val="lt1"/>
                </a:solidFill>
                <a:latin typeface="Times New Roman"/>
                <a:ea typeface="Times New Roman"/>
                <a:cs typeface="Times New Roman"/>
                <a:sym typeface="Times New Roman"/>
              </a:rPr>
              <a:t>Tools for Achieving Integrity</a:t>
            </a:r>
            <a:endParaRPr b="1" sz="47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7d9a76c35b_0_24"/>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Data Backups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31" name="Google Shape;331;g37d9a76c35b_0_24"/>
          <p:cNvSpPr txBox="1"/>
          <p:nvPr/>
        </p:nvSpPr>
        <p:spPr>
          <a:xfrm>
            <a:off x="290725" y="1378725"/>
            <a:ext cx="6932100" cy="47562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15000"/>
              </a:lnSpc>
              <a:spcBef>
                <a:spcPts val="1200"/>
              </a:spcBef>
              <a:spcAft>
                <a:spcPts val="0"/>
              </a:spcAft>
              <a:buClr>
                <a:schemeClr val="accent3"/>
              </a:buClr>
              <a:buSzPts val="3000"/>
              <a:buFont typeface="Times New Roman"/>
              <a:buChar char="■"/>
            </a:pPr>
            <a:r>
              <a:rPr b="0" i="0" lang="en-US" sz="2400" u="none" cap="none" strike="noStrike">
                <a:solidFill>
                  <a:schemeClr val="dk1"/>
                </a:solidFill>
                <a:latin typeface="Times New Roman"/>
                <a:ea typeface="Times New Roman"/>
                <a:cs typeface="Times New Roman"/>
                <a:sym typeface="Times New Roman"/>
              </a:rPr>
              <a:t>Data backups ensure integrity by keeping an original, accurate copy of information that can be restored if the active system’s data is corrupted, accidentally deleted, or maliciously altered. </a:t>
            </a:r>
            <a:endParaRPr b="0" i="0" sz="2400" u="none" cap="none" strike="noStrike">
              <a:solidFill>
                <a:schemeClr val="dk1"/>
              </a:solidFill>
              <a:latin typeface="Times New Roman"/>
              <a:ea typeface="Times New Roman"/>
              <a:cs typeface="Times New Roman"/>
              <a:sym typeface="Times New Roman"/>
            </a:endParaRPr>
          </a:p>
          <a:p>
            <a:pPr indent="-381000" lvl="1" marL="914400" marR="0" rtl="0" algn="just">
              <a:lnSpc>
                <a:spcPct val="115000"/>
              </a:lnSpc>
              <a:spcBef>
                <a:spcPts val="0"/>
              </a:spcBef>
              <a:spcAft>
                <a:spcPts val="0"/>
              </a:spcAft>
              <a:buClr>
                <a:schemeClr val="accent3"/>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For example, if a hacker changes marks in a university’s student result database, the backup provides the correct version, proving that the original data has not been tampered with.</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2" name="Google Shape;332;g37d9a76c35b_0_24"/>
          <p:cNvPicPr preferRelativeResize="0"/>
          <p:nvPr/>
        </p:nvPicPr>
        <p:blipFill rotWithShape="1">
          <a:blip r:embed="rId3">
            <a:alphaModFix/>
          </a:blip>
          <a:srcRect b="6814" l="7321" r="7550" t="20218"/>
          <a:stretch/>
        </p:blipFill>
        <p:spPr>
          <a:xfrm>
            <a:off x="7300824" y="1459750"/>
            <a:ext cx="4753875" cy="42605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7d9a76c35b_0_122"/>
          <p:cNvSpPr txBox="1"/>
          <p:nvPr>
            <p:ph type="title"/>
          </p:nvPr>
        </p:nvSpPr>
        <p:spPr>
          <a:xfrm>
            <a:off x="0" y="0"/>
            <a:ext cx="12192000" cy="6888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Checksum</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38" name="Google Shape;338;g37d9a76c35b_0_122"/>
          <p:cNvSpPr txBox="1"/>
          <p:nvPr/>
        </p:nvSpPr>
        <p:spPr>
          <a:xfrm>
            <a:off x="121000" y="829275"/>
            <a:ext cx="7392900" cy="6509400"/>
          </a:xfrm>
          <a:prstGeom prst="rect">
            <a:avLst/>
          </a:prstGeom>
          <a:noFill/>
          <a:ln>
            <a:noFill/>
          </a:ln>
        </p:spPr>
        <p:txBody>
          <a:bodyPr anchorCtr="0" anchor="t" bIns="91425" lIns="91425" spcFirstLastPara="1" rIns="91425" wrap="square" tIns="91425">
            <a:spAutoFit/>
          </a:bodyPr>
          <a:lstStyle/>
          <a:p>
            <a:pPr indent="-400050" lvl="0" marL="457200" marR="0" rtl="0" algn="just">
              <a:lnSpc>
                <a:spcPct val="115000"/>
              </a:lnSpc>
              <a:spcBef>
                <a:spcPts val="1200"/>
              </a:spcBef>
              <a:spcAft>
                <a:spcPts val="0"/>
              </a:spcAft>
              <a:buClr>
                <a:schemeClr val="accent3"/>
              </a:buClr>
              <a:buSzPts val="2700"/>
              <a:buFont typeface="Times New Roman"/>
              <a:buChar char="■"/>
            </a:pPr>
            <a:r>
              <a:rPr b="0" i="0" lang="en-US" sz="2200" u="none" cap="none" strike="noStrike">
                <a:solidFill>
                  <a:schemeClr val="dk1"/>
                </a:solidFill>
                <a:latin typeface="Times New Roman"/>
                <a:ea typeface="Times New Roman"/>
                <a:cs typeface="Times New Roman"/>
                <a:sym typeface="Times New Roman"/>
              </a:rPr>
              <a:t>A checksum is a value derived from a block of data using simple arithmetic operations such as addition or cyclic redundancy checks (CRC). </a:t>
            </a:r>
            <a:endParaRPr b="0" i="0" sz="2200" u="none" cap="none" strike="noStrike">
              <a:solidFill>
                <a:schemeClr val="dk1"/>
              </a:solidFill>
              <a:latin typeface="Times New Roman"/>
              <a:ea typeface="Times New Roman"/>
              <a:cs typeface="Times New Roman"/>
              <a:sym typeface="Times New Roman"/>
            </a:endParaRPr>
          </a:p>
          <a:p>
            <a:pPr indent="-400050" lvl="0" marL="457200" marR="0" rtl="0" algn="just">
              <a:lnSpc>
                <a:spcPct val="115000"/>
              </a:lnSpc>
              <a:spcBef>
                <a:spcPts val="0"/>
              </a:spcBef>
              <a:spcAft>
                <a:spcPts val="0"/>
              </a:spcAft>
              <a:buClr>
                <a:schemeClr val="accent3"/>
              </a:buClr>
              <a:buSzPts val="2700"/>
              <a:buFont typeface="Times New Roman"/>
              <a:buChar char="■"/>
            </a:pPr>
            <a:r>
              <a:rPr b="0" i="0" lang="en-US" sz="2200" u="none" cap="none" strike="noStrike">
                <a:solidFill>
                  <a:schemeClr val="dk1"/>
                </a:solidFill>
                <a:latin typeface="Times New Roman"/>
                <a:ea typeface="Times New Roman"/>
                <a:cs typeface="Times New Roman"/>
                <a:sym typeface="Times New Roman"/>
              </a:rPr>
              <a:t>Its main goal is to detect accidental errors (like noise in communication channels or corruption in storage).</a:t>
            </a:r>
            <a:endParaRPr b="0" i="0" sz="2200" u="none" cap="none" strike="noStrike">
              <a:solidFill>
                <a:schemeClr val="dk1"/>
              </a:solidFill>
              <a:latin typeface="Times New Roman"/>
              <a:ea typeface="Times New Roman"/>
              <a:cs typeface="Times New Roman"/>
              <a:sym typeface="Times New Roman"/>
            </a:endParaRPr>
          </a:p>
          <a:p>
            <a:pPr indent="-400050" lvl="0" marL="457200" marR="0" rtl="0" algn="just">
              <a:lnSpc>
                <a:spcPct val="115000"/>
              </a:lnSpc>
              <a:spcBef>
                <a:spcPts val="0"/>
              </a:spcBef>
              <a:spcAft>
                <a:spcPts val="0"/>
              </a:spcAft>
              <a:buClr>
                <a:schemeClr val="accent3"/>
              </a:buClr>
              <a:buSzPts val="2700"/>
              <a:buFont typeface="Times New Roman"/>
              <a:buChar char="■"/>
            </a:pPr>
            <a:r>
              <a:rPr b="0" i="0" lang="en-US" sz="2200" u="none" cap="none" strike="noStrike">
                <a:solidFill>
                  <a:schemeClr val="dk1"/>
                </a:solidFill>
                <a:latin typeface="Times New Roman"/>
                <a:ea typeface="Times New Roman"/>
                <a:cs typeface="Times New Roman"/>
                <a:sym typeface="Times New Roman"/>
              </a:rPr>
              <a:t> For example, in networking, TCP/IP uses checksums to ensure that packets are received without random corruption.</a:t>
            </a:r>
            <a:endParaRPr b="0" i="0" sz="2200" u="none" cap="none" strike="noStrike">
              <a:solidFill>
                <a:schemeClr val="dk1"/>
              </a:solidFill>
              <a:latin typeface="Times New Roman"/>
              <a:ea typeface="Times New Roman"/>
              <a:cs typeface="Times New Roman"/>
              <a:sym typeface="Times New Roman"/>
            </a:endParaRPr>
          </a:p>
          <a:p>
            <a:pPr indent="-400050" lvl="0" marL="457200" marR="0" rtl="0" algn="just">
              <a:lnSpc>
                <a:spcPct val="115000"/>
              </a:lnSpc>
              <a:spcBef>
                <a:spcPts val="0"/>
              </a:spcBef>
              <a:spcAft>
                <a:spcPts val="0"/>
              </a:spcAft>
              <a:buClr>
                <a:schemeClr val="accent3"/>
              </a:buClr>
              <a:buSzPts val="2700"/>
              <a:buFont typeface="Times New Roman"/>
              <a:buChar char="■"/>
            </a:pPr>
            <a:r>
              <a:rPr b="0" i="0" lang="en-US" sz="2200" u="none" cap="none" strike="noStrike">
                <a:solidFill>
                  <a:schemeClr val="dk1"/>
                </a:solidFill>
                <a:latin typeface="Times New Roman"/>
                <a:ea typeface="Times New Roman"/>
                <a:cs typeface="Times New Roman"/>
                <a:sym typeface="Times New Roman"/>
              </a:rPr>
              <a:t> However, checksums are not cryptographically secure, because if an attacker deliberately alters the data, they can easily recalculate a new checksum to match the modified data. This means a checksum can tell you if data was damaged by accident, but not if it was tampered with intentionally.</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pic>
        <p:nvPicPr>
          <p:cNvPr id="339" name="Google Shape;339;g37d9a76c35b_0_122"/>
          <p:cNvPicPr preferRelativeResize="0"/>
          <p:nvPr/>
        </p:nvPicPr>
        <p:blipFill rotWithShape="1">
          <a:blip r:embed="rId3">
            <a:alphaModFix/>
          </a:blip>
          <a:srcRect b="0" l="14519" r="12144" t="0"/>
          <a:stretch/>
        </p:blipFill>
        <p:spPr>
          <a:xfrm>
            <a:off x="7661900" y="1059525"/>
            <a:ext cx="4350876" cy="4311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7d9a76c35b_0_11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Hashing</a:t>
            </a:r>
            <a:endParaRPr sz="4000">
              <a:solidFill>
                <a:schemeClr val="lt1"/>
              </a:solidFill>
              <a:latin typeface="Gill Sans"/>
              <a:ea typeface="Gill Sans"/>
              <a:cs typeface="Gill Sans"/>
              <a:sym typeface="Gill Sans"/>
            </a:endParaRPr>
          </a:p>
        </p:txBody>
      </p:sp>
      <p:sp>
        <p:nvSpPr>
          <p:cNvPr id="345" name="Google Shape;345;g37d9a76c35b_0_110"/>
          <p:cNvSpPr txBox="1"/>
          <p:nvPr/>
        </p:nvSpPr>
        <p:spPr>
          <a:xfrm>
            <a:off x="111450" y="904650"/>
            <a:ext cx="7040400" cy="55104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Cryptographic hash functions (such as MD5, SHA-256, SHA-3) are designed with strong mathematical properties.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They generate a fixed-length fingerprint from any input data, and even a 1-bit change in the input produces a completely different hash output (this is called the avalanche effect).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Key characteristics : </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One-way process: Hashing is irreversible; you cannot decrypt the hash to get the original data. </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Fixed-length output: Regardless of the input size, a hash function always produces a hash value of a consistent length. </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Unique hash values: Different inputs will produce different hash values, making it highly unlikely for two distinct data sets to have the same hash.</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pic>
        <p:nvPicPr>
          <p:cNvPr id="346" name="Google Shape;346;g37d9a76c35b_0_110"/>
          <p:cNvPicPr preferRelativeResize="0"/>
          <p:nvPr/>
        </p:nvPicPr>
        <p:blipFill rotWithShape="1">
          <a:blip r:embed="rId3">
            <a:alphaModFix/>
          </a:blip>
          <a:srcRect b="0" l="0" r="0" t="0"/>
          <a:stretch/>
        </p:blipFill>
        <p:spPr>
          <a:xfrm>
            <a:off x="8144500" y="1001050"/>
            <a:ext cx="3751575" cy="1930250"/>
          </a:xfrm>
          <a:prstGeom prst="rect">
            <a:avLst/>
          </a:prstGeom>
          <a:noFill/>
          <a:ln>
            <a:noFill/>
          </a:ln>
        </p:spPr>
      </p:pic>
      <p:pic>
        <p:nvPicPr>
          <p:cNvPr id="347" name="Google Shape;347;g37d9a76c35b_0_110"/>
          <p:cNvPicPr preferRelativeResize="0"/>
          <p:nvPr/>
        </p:nvPicPr>
        <p:blipFill rotWithShape="1">
          <a:blip r:embed="rId4">
            <a:alphaModFix/>
          </a:blip>
          <a:srcRect b="0" l="0" r="0" t="0"/>
          <a:stretch/>
        </p:blipFill>
        <p:spPr>
          <a:xfrm>
            <a:off x="7050575" y="2981950"/>
            <a:ext cx="5044525" cy="36800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7e3fbecea8_2_19"/>
          <p:cNvSpPr txBox="1"/>
          <p:nvPr>
            <p:ph type="title"/>
          </p:nvPr>
        </p:nvSpPr>
        <p:spPr>
          <a:xfrm>
            <a:off x="0" y="0"/>
            <a:ext cx="12192000" cy="8109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How Hash Functions Work</a:t>
            </a:r>
            <a:endParaRPr sz="4000">
              <a:solidFill>
                <a:schemeClr val="lt1"/>
              </a:solidFill>
              <a:latin typeface="Gill Sans"/>
              <a:ea typeface="Gill Sans"/>
              <a:cs typeface="Gill Sans"/>
              <a:sym typeface="Gill Sans"/>
            </a:endParaRPr>
          </a:p>
        </p:txBody>
      </p:sp>
      <p:pic>
        <p:nvPicPr>
          <p:cNvPr id="353" name="Google Shape;353;g37e3fbecea8_2_19"/>
          <p:cNvPicPr preferRelativeResize="0"/>
          <p:nvPr/>
        </p:nvPicPr>
        <p:blipFill rotWithShape="1">
          <a:blip r:embed="rId3">
            <a:alphaModFix/>
          </a:blip>
          <a:srcRect b="0" l="0" r="0" t="0"/>
          <a:stretch/>
        </p:blipFill>
        <p:spPr>
          <a:xfrm>
            <a:off x="5996950" y="1560575"/>
            <a:ext cx="5718500" cy="3127300"/>
          </a:xfrm>
          <a:prstGeom prst="rect">
            <a:avLst/>
          </a:prstGeom>
          <a:noFill/>
          <a:ln>
            <a:noFill/>
          </a:ln>
        </p:spPr>
      </p:pic>
      <p:pic>
        <p:nvPicPr>
          <p:cNvPr id="354" name="Google Shape;354;g37e3fbecea8_2_19"/>
          <p:cNvPicPr preferRelativeResize="0"/>
          <p:nvPr/>
        </p:nvPicPr>
        <p:blipFill rotWithShape="1">
          <a:blip r:embed="rId4">
            <a:alphaModFix/>
          </a:blip>
          <a:srcRect b="0" l="17569" r="17231" t="0"/>
          <a:stretch/>
        </p:blipFill>
        <p:spPr>
          <a:xfrm>
            <a:off x="396550" y="1020739"/>
            <a:ext cx="5499099" cy="4816534"/>
          </a:xfrm>
          <a:prstGeom prst="rect">
            <a:avLst/>
          </a:prstGeom>
          <a:noFill/>
          <a:ln>
            <a:noFill/>
          </a:ln>
        </p:spPr>
      </p:pic>
      <p:sp>
        <p:nvSpPr>
          <p:cNvPr id="355" name="Google Shape;355;g37e3fbecea8_2_19"/>
          <p:cNvSpPr txBox="1"/>
          <p:nvPr/>
        </p:nvSpPr>
        <p:spPr>
          <a:xfrm>
            <a:off x="92700" y="2535950"/>
            <a:ext cx="7325400" cy="4464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0"/>
              </a:spcBef>
              <a:spcAft>
                <a:spcPts val="0"/>
              </a:spcAft>
              <a:buClr>
                <a:srgbClr val="000000"/>
              </a:buClr>
              <a:buSzPts val="1700"/>
              <a:buFont typeface="Arial"/>
              <a:buChar char="●"/>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7e3fbecea8_2_1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Correction codes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61" name="Google Shape;361;g37e3fbecea8_2_12"/>
          <p:cNvSpPr txBox="1"/>
          <p:nvPr/>
        </p:nvSpPr>
        <p:spPr>
          <a:xfrm>
            <a:off x="50650" y="868500"/>
            <a:ext cx="8178900" cy="5094900"/>
          </a:xfrm>
          <a:prstGeom prst="rect">
            <a:avLst/>
          </a:prstGeom>
          <a:noFill/>
          <a:ln>
            <a:noFill/>
          </a:ln>
        </p:spPr>
        <p:txBody>
          <a:bodyPr anchorCtr="0" anchor="t" bIns="91425" lIns="91425" spcFirstLastPara="1" rIns="91425" wrap="square" tIns="91425">
            <a:spAutoFit/>
          </a:bodyPr>
          <a:lstStyle/>
          <a:p>
            <a:pPr indent="-381000" lvl="0" marL="457200" marR="0" rtl="0" algn="just">
              <a:lnSpc>
                <a:spcPct val="100000"/>
              </a:lnSpc>
              <a:spcBef>
                <a:spcPts val="0"/>
              </a:spcBef>
              <a:spcAft>
                <a:spcPts val="0"/>
              </a:spcAft>
              <a:buClr>
                <a:schemeClr val="accent3"/>
              </a:buClr>
              <a:buSzPts val="2400"/>
              <a:buFont typeface="Times New Roman"/>
              <a:buChar char="■"/>
            </a:pPr>
            <a:r>
              <a:rPr b="0" i="0" lang="en-US" sz="1900" u="none" cap="none" strike="noStrike">
                <a:solidFill>
                  <a:srgbClr val="000000"/>
                </a:solidFill>
                <a:latin typeface="Times New Roman"/>
                <a:ea typeface="Times New Roman"/>
                <a:cs typeface="Times New Roman"/>
                <a:sym typeface="Times New Roman"/>
              </a:rPr>
              <a:t>Data is transformed into bits during dissemination. As a result, there can be single-bit errors, errors in two or more bits or change in set of bits known as burst errors during transfers.</a:t>
            </a:r>
            <a:endParaRPr b="0" i="0" sz="18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0" i="0" lang="en-US" sz="1900" u="none" cap="none" strike="noStrike">
                <a:solidFill>
                  <a:srgbClr val="000000"/>
                </a:solidFill>
                <a:latin typeface="Times New Roman"/>
                <a:ea typeface="Times New Roman"/>
                <a:cs typeface="Times New Roman"/>
                <a:sym typeface="Times New Roman"/>
              </a:rPr>
              <a:t>Correction codes, such as Error-Correcting Codes (ECC), enhance data integrity by adding redundancy to data, allowing errors from noise or corruption to be detected and corrected during transmission or storage.  They work by attaching extra bits, known as check bits or parity bits, to the original data. When the data is received or retrieved, these extra bits help the system verify whether any errors occurred during transmission or storage. If errors are found, the codes can pinpoint the exact location of the corrupted bits and fix them, often without human intervention. </a:t>
            </a:r>
            <a:endParaRPr b="0" i="0" sz="19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0" i="0" lang="en-US" sz="1900" u="none" cap="none" strike="noStrike">
                <a:solidFill>
                  <a:srgbClr val="000000"/>
                </a:solidFill>
                <a:latin typeface="Times New Roman"/>
                <a:ea typeface="Times New Roman"/>
                <a:cs typeface="Times New Roman"/>
                <a:sym typeface="Times New Roman"/>
              </a:rPr>
              <a:t>Examples include Hamming Code, which can detect two-bit errors and correct one-bit errors, and Reed–Solomon Code, which is widely used in CDs, DVDs, and QR codes to restore lost data. </a:t>
            </a:r>
            <a:endParaRPr b="0" i="0" sz="1900" u="none" cap="none" strike="noStrike">
              <a:solidFill>
                <a:srgbClr val="000000"/>
              </a:solidFill>
              <a:latin typeface="Times New Roman"/>
              <a:ea typeface="Times New Roman"/>
              <a:cs typeface="Times New Roman"/>
              <a:sym typeface="Times New Roman"/>
            </a:endParaRPr>
          </a:p>
        </p:txBody>
      </p:sp>
      <p:pic>
        <p:nvPicPr>
          <p:cNvPr id="362" name="Google Shape;362;g37e3fbecea8_2_12"/>
          <p:cNvPicPr preferRelativeResize="0"/>
          <p:nvPr/>
        </p:nvPicPr>
        <p:blipFill rotWithShape="1">
          <a:blip r:embed="rId3">
            <a:alphaModFix/>
          </a:blip>
          <a:srcRect b="0" l="0" r="0" t="0"/>
          <a:stretch/>
        </p:blipFill>
        <p:spPr>
          <a:xfrm>
            <a:off x="8343075" y="1491300"/>
            <a:ext cx="3848925" cy="1299250"/>
          </a:xfrm>
          <a:prstGeom prst="rect">
            <a:avLst/>
          </a:prstGeom>
          <a:noFill/>
          <a:ln>
            <a:noFill/>
          </a:ln>
        </p:spPr>
      </p:pic>
      <p:pic>
        <p:nvPicPr>
          <p:cNvPr id="363" name="Google Shape;363;g37e3fbecea8_2_12"/>
          <p:cNvPicPr preferRelativeResize="0"/>
          <p:nvPr/>
        </p:nvPicPr>
        <p:blipFill rotWithShape="1">
          <a:blip r:embed="rId4">
            <a:alphaModFix/>
          </a:blip>
          <a:srcRect b="0" l="0" r="2495" t="0"/>
          <a:stretch/>
        </p:blipFill>
        <p:spPr>
          <a:xfrm>
            <a:off x="8266550" y="2725650"/>
            <a:ext cx="3925451" cy="1109650"/>
          </a:xfrm>
          <a:prstGeom prst="rect">
            <a:avLst/>
          </a:prstGeom>
          <a:noFill/>
          <a:ln>
            <a:noFill/>
          </a:ln>
        </p:spPr>
      </p:pic>
      <p:pic>
        <p:nvPicPr>
          <p:cNvPr id="364" name="Google Shape;364;g37e3fbecea8_2_12"/>
          <p:cNvPicPr preferRelativeResize="0"/>
          <p:nvPr/>
        </p:nvPicPr>
        <p:blipFill rotWithShape="1">
          <a:blip r:embed="rId5">
            <a:alphaModFix/>
          </a:blip>
          <a:srcRect b="0" l="0" r="0" t="0"/>
          <a:stretch/>
        </p:blipFill>
        <p:spPr>
          <a:xfrm>
            <a:off x="8335075" y="3881929"/>
            <a:ext cx="3788401" cy="14727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7d9a76c35b_0_132"/>
          <p:cNvSpPr txBox="1"/>
          <p:nvPr>
            <p:ph type="title"/>
          </p:nvPr>
        </p:nvSpPr>
        <p:spPr>
          <a:xfrm>
            <a:off x="406900" y="2170050"/>
            <a:ext cx="11143200" cy="10851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b="1" lang="en-US" sz="4400">
                <a:solidFill>
                  <a:schemeClr val="lt1"/>
                </a:solidFill>
                <a:latin typeface="Times New Roman"/>
                <a:ea typeface="Times New Roman"/>
                <a:cs typeface="Times New Roman"/>
                <a:sym typeface="Times New Roman"/>
              </a:rPr>
              <a:t>Tools for Achieving Availability</a:t>
            </a:r>
            <a:endParaRPr sz="4000">
              <a:solidFill>
                <a:schemeClr val="lt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7d9a76c35b_0_10"/>
          <p:cNvSpPr txBox="1"/>
          <p:nvPr>
            <p:ph type="title"/>
          </p:nvPr>
        </p:nvSpPr>
        <p:spPr>
          <a:xfrm>
            <a:off x="0" y="-141800"/>
            <a:ext cx="12192000" cy="6687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a:solidFill>
                  <a:schemeClr val="lt1"/>
                </a:solidFill>
                <a:latin typeface="Times New Roman"/>
                <a:ea typeface="Times New Roman"/>
                <a:cs typeface="Times New Roman"/>
                <a:sym typeface="Times New Roman"/>
              </a:rPr>
              <a:t>Redundancy &amp; Physical Protection</a:t>
            </a:r>
            <a:endParaRPr>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375" name="Google Shape;375;g37d9a76c35b_0_10"/>
          <p:cNvSpPr txBox="1"/>
          <p:nvPr/>
        </p:nvSpPr>
        <p:spPr>
          <a:xfrm>
            <a:off x="438575" y="1643525"/>
            <a:ext cx="6875400" cy="4092300"/>
          </a:xfrm>
          <a:prstGeom prst="rect">
            <a:avLst/>
          </a:prstGeom>
          <a:noFill/>
          <a:ln>
            <a:noFill/>
          </a:ln>
        </p:spPr>
        <p:txBody>
          <a:bodyPr anchorCtr="0" anchor="t" bIns="91425" lIns="91425" spcFirstLastPara="1" rIns="91425" wrap="square" tIns="91425">
            <a:no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400" u="none" cap="none" strike="noStrike">
                <a:solidFill>
                  <a:srgbClr val="000000"/>
                </a:solidFill>
                <a:latin typeface="Times New Roman"/>
                <a:ea typeface="Times New Roman"/>
                <a:cs typeface="Times New Roman"/>
                <a:sym typeface="Times New Roman"/>
              </a:rPr>
              <a:t>Redundancy ensures availability by keeping extra copies of systems, components, or data so that if one fails, another can immediately take over. </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just">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For example, in a cloud service, the same data is stored on multiple servers across different locations; if one server goes down, users can still access their files from another, ensuring the service remains available without interruption.</a:t>
            </a:r>
            <a:endParaRPr b="0" i="0" sz="24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376" name="Google Shape;376;g37d9a76c35b_0_10"/>
          <p:cNvPicPr preferRelativeResize="0"/>
          <p:nvPr/>
        </p:nvPicPr>
        <p:blipFill rotWithShape="1">
          <a:blip r:embed="rId3">
            <a:alphaModFix/>
          </a:blip>
          <a:srcRect b="0" l="0" r="0" t="0"/>
          <a:stretch/>
        </p:blipFill>
        <p:spPr>
          <a:xfrm>
            <a:off x="7688325" y="2139888"/>
            <a:ext cx="4074375" cy="24338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7e3fbecea8_2_61"/>
          <p:cNvSpPr txBox="1"/>
          <p:nvPr>
            <p:ph type="title"/>
          </p:nvPr>
        </p:nvSpPr>
        <p:spPr>
          <a:xfrm>
            <a:off x="0" y="-141800"/>
            <a:ext cx="12192000" cy="6687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a:solidFill>
                  <a:schemeClr val="lt1"/>
                </a:solidFill>
                <a:latin typeface="Times New Roman"/>
                <a:ea typeface="Times New Roman"/>
                <a:cs typeface="Times New Roman"/>
                <a:sym typeface="Times New Roman"/>
              </a:rPr>
              <a:t> Physical Protection</a:t>
            </a:r>
            <a:endParaRPr>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pic>
        <p:nvPicPr>
          <p:cNvPr id="382" name="Google Shape;382;g37e3fbecea8_2_61"/>
          <p:cNvPicPr preferRelativeResize="0"/>
          <p:nvPr/>
        </p:nvPicPr>
        <p:blipFill rotWithShape="1">
          <a:blip r:embed="rId3">
            <a:alphaModFix/>
          </a:blip>
          <a:srcRect b="0" l="0" r="9729" t="0"/>
          <a:stretch/>
        </p:blipFill>
        <p:spPr>
          <a:xfrm>
            <a:off x="7385375" y="1991600"/>
            <a:ext cx="4615775" cy="2874800"/>
          </a:xfrm>
          <a:prstGeom prst="rect">
            <a:avLst/>
          </a:prstGeom>
          <a:noFill/>
          <a:ln>
            <a:noFill/>
          </a:ln>
        </p:spPr>
      </p:pic>
      <p:sp>
        <p:nvSpPr>
          <p:cNvPr id="383" name="Google Shape;383;g37e3fbecea8_2_61"/>
          <p:cNvSpPr txBox="1"/>
          <p:nvPr/>
        </p:nvSpPr>
        <p:spPr>
          <a:xfrm>
            <a:off x="84325" y="1345675"/>
            <a:ext cx="6895200" cy="47100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0"/>
              </a:spcBef>
              <a:spcAft>
                <a:spcPts val="0"/>
              </a:spcAft>
              <a:buClr>
                <a:schemeClr val="accent3"/>
              </a:buClr>
              <a:buSzPts val="3000"/>
              <a:buFont typeface="Times New Roman"/>
              <a:buChar char="■"/>
            </a:pPr>
            <a:r>
              <a:rPr b="0" i="0" lang="en-US" sz="2400" u="none" cap="none" strike="noStrike">
                <a:solidFill>
                  <a:srgbClr val="000000"/>
                </a:solidFill>
                <a:latin typeface="Times New Roman"/>
                <a:ea typeface="Times New Roman"/>
                <a:cs typeface="Times New Roman"/>
                <a:sym typeface="Times New Roman"/>
              </a:rPr>
              <a:t>Physical security provides availability in information security by protecting hardware, facilities, and supporting infrastructure from damage or disruption, ensuring that systems and data remain accessible when needed.</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381000" lvl="0" marL="914400" marR="0" rtl="0" algn="just">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Installing backup power supplies (UPS, generators), fire suppression systems, cooling systems, redundant hardware, and disaster recovery sites are some methods employed for ensuring availability through physical protection.</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bc34c55794_0_124"/>
          <p:cNvSpPr txBox="1"/>
          <p:nvPr/>
        </p:nvSpPr>
        <p:spPr>
          <a:xfrm>
            <a:off x="3389800" y="2462149"/>
            <a:ext cx="4860000" cy="65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100"/>
              <a:buFont typeface="Arial"/>
              <a:buNone/>
            </a:pPr>
            <a:r>
              <a:rPr b="1" i="0" lang="en-US" sz="6100" u="none" cap="none" strike="noStrike">
                <a:solidFill>
                  <a:schemeClr val="accent3"/>
                </a:solidFill>
                <a:latin typeface="Times New Roman"/>
                <a:ea typeface="Times New Roman"/>
                <a:cs typeface="Times New Roman"/>
                <a:sym typeface="Times New Roman"/>
              </a:rPr>
              <a:t>Thank You</a:t>
            </a:r>
            <a:endParaRPr b="0" i="0" sz="3700" u="none" cap="none" strike="noStrike">
              <a:solidFill>
                <a:schemeClr val="accent3"/>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500"/>
                                        <p:tgtEl>
                                          <p:spTgt spid="3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2020-06-05T17:52:47Z</dcterms:created>
  <dc:creator>Md. Azizul Hakim</dc:creator>
</cp:coreProperties>
</file>