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y="6858000" cx="12192000"/>
  <p:notesSz cx="6858000" cy="9144000"/>
  <p:embeddedFontLst>
    <p:embeddedFont>
      <p:font typeface="Roboto"/>
      <p:regular r:id="rId35"/>
      <p:bold r:id="rId36"/>
      <p:italic r:id="rId37"/>
      <p:boldItalic r:id="rId38"/>
    </p:embeddedFont>
    <p:embeddedFont>
      <p:font typeface="IBM Plex Mono"/>
      <p:regular r:id="rId39"/>
      <p:bold r:id="rId40"/>
      <p:italic r:id="rId41"/>
      <p:boldItalic r:id="rId42"/>
    </p:embeddedFont>
    <p:embeddedFont>
      <p:font typeface="Gill Sans"/>
      <p:regular r:id="rId43"/>
      <p:bold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5" roundtripDataSignature="AMtx7mi/uqq7pJPCdGS50VdF0Y41rfoFYw=="/>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Syada Tasmia Alvi"/>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IBMPlexMono-bold.fntdata"/><Relationship Id="rId20" Type="http://schemas.openxmlformats.org/officeDocument/2006/relationships/slide" Target="slides/slide14.xml"/><Relationship Id="rId42" Type="http://schemas.openxmlformats.org/officeDocument/2006/relationships/font" Target="fonts/IBMPlexMono-boldItalic.fntdata"/><Relationship Id="rId41" Type="http://schemas.openxmlformats.org/officeDocument/2006/relationships/font" Target="fonts/IBMPlexMono-italic.fntdata"/><Relationship Id="rId22" Type="http://schemas.openxmlformats.org/officeDocument/2006/relationships/slide" Target="slides/slide16.xml"/><Relationship Id="rId44" Type="http://schemas.openxmlformats.org/officeDocument/2006/relationships/font" Target="fonts/GillSans-bold.fntdata"/><Relationship Id="rId21" Type="http://schemas.openxmlformats.org/officeDocument/2006/relationships/slide" Target="slides/slide15.xml"/><Relationship Id="rId43" Type="http://schemas.openxmlformats.org/officeDocument/2006/relationships/font" Target="fonts/GillSans-regular.fntdata"/><Relationship Id="rId24" Type="http://schemas.openxmlformats.org/officeDocument/2006/relationships/slide" Target="slides/slide18.xml"/><Relationship Id="rId23" Type="http://schemas.openxmlformats.org/officeDocument/2006/relationships/slide" Target="slides/slide17.xml"/><Relationship Id="rId45" Type="http://customschemas.google.com/relationships/presentationmetadata" Target="meta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font" Target="fonts/Roboto-regular.fntdata"/><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font" Target="fonts/Roboto-italic.fntdata"/><Relationship Id="rId14" Type="http://schemas.openxmlformats.org/officeDocument/2006/relationships/slide" Target="slides/slide8.xml"/><Relationship Id="rId36" Type="http://schemas.openxmlformats.org/officeDocument/2006/relationships/font" Target="fonts/Roboto-bold.fntdata"/><Relationship Id="rId17" Type="http://schemas.openxmlformats.org/officeDocument/2006/relationships/slide" Target="slides/slide11.xml"/><Relationship Id="rId39" Type="http://schemas.openxmlformats.org/officeDocument/2006/relationships/font" Target="fonts/IBMPlexMono-regular.fntdata"/><Relationship Id="rId16" Type="http://schemas.openxmlformats.org/officeDocument/2006/relationships/slide" Target="slides/slide10.xml"/><Relationship Id="rId38" Type="http://schemas.openxmlformats.org/officeDocument/2006/relationships/font" Target="fonts/Roboto-boldItalic.fntdata"/><Relationship Id="rId19" Type="http://schemas.openxmlformats.org/officeDocument/2006/relationships/slide" Target="slides/slide13.xml"/><Relationship Id="rId18" Type="http://schemas.openxmlformats.org/officeDocument/2006/relationships/slide" Target="slides/slide1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5-10-03T06:33:21.007">
    <p:pos x="6000" y="0"/>
    <p:text>https://blogs.quickheal.com/how-to-identify-fake-apps-in-the-google-play-store/</p:text>
    <p:extLst>
      <p:ext uri="{C676402C-5697-4E1C-873F-D02D1690AC5C}">
        <p15:threadingInfo timeZoneBias="0"/>
      </p:ext>
      <p:ext uri="http://customooxmlschemas.google.com/">
        <go:slidesCustomData xmlns:go="http://customooxmlschemas.google.com/" commentPostId="AAABr4MHsXs"/>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bbda25c5c6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4" name="Google Shape;194;gbbda25c5c6_0_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7f98f0ae4d_0_360: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0" name="Google Shape;200;g37f98f0ae4d_0_360: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7f98f0ae4d_0_299: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7" name="Google Shape;207;g37f98f0ae4d_0_299: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7f98f0ae4d_0_306: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g37f98f0ae4d_0_306: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80f6c643e1_0_22: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2" name="Google Shape;222;g380f6c643e1_0_22: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7f98f0ae4d_0_263: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8" name="Google Shape;228;g37f98f0ae4d_0_263: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80f6c643e1_0_17: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g380f6c643e1_0_17: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7d9a76c35b_0_428: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4" name="Google Shape;244;g37d9a76c35b_0_428: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8e779b961b_0_91: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2" name="Google Shape;252;g38e779b961b_0_91: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80f6c643e1_0_0: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8" name="Google Shape;258;g380f6c643e1_0_0: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7f98f0ae4d_0_321: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5" name="Google Shape;265;g37f98f0ae4d_0_321: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16d8cfdd53_0_40: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g316d8cfdd53_0_40: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8e779b961b_0_40: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9" name="Google Shape;279;g38e779b961b_0_40: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8e779b961b_0_33: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5" name="Google Shape;285;g38e779b961b_0_33: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8e779b961b_0_47: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3" name="Google Shape;293;g38e779b961b_0_47: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8e779b961b_0_57: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3" name="Google Shape;303;g38e779b961b_0_57: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8e779b961b_0_66: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9" name="Google Shape;309;g38e779b961b_0_66: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8e779b961b_0_123: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9" name="Google Shape;319;g38e779b961b_0_123: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8e779b961b_0_114: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5" name="Google Shape;325;g38e779b961b_0_114: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8e779b961b_0_133: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5" name="Google Shape;335;g38e779b961b_0_133: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38e779b961b_0_143: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2" name="Google Shape;342;g38e779b961b_0_143: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8e779b961b_0_148: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8" name="Google Shape;348;g38e779b961b_0_148: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8e779b961b_0_156: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g38e779b961b_0_156: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8e779b961b_0_179: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3" name="Google Shape;363;g38e779b961b_0_179: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8e779b961b_0_162: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9" name="Google Shape;369;g38e779b961b_0_162: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38e779b961b_0_171: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g38e779b961b_0_171: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38e779b961b_0_191: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2" name="Google Shape;382;g38e779b961b_0_191: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bc34c55794_0_1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9" name="Google Shape;389;gbc34c55794_0_1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gbbda25c5c6_0_175"/>
          <p:cNvSpPr txBox="1"/>
          <p:nvPr>
            <p:ph type="ctrTitle"/>
          </p:nvPr>
        </p:nvSpPr>
        <p:spPr>
          <a:xfrm>
            <a:off x="415611" y="992767"/>
            <a:ext cx="11360700" cy="2736900"/>
          </a:xfrm>
          <a:prstGeom prst="rect">
            <a:avLst/>
          </a:prstGeom>
          <a:noFill/>
          <a:ln>
            <a:noFill/>
          </a:ln>
        </p:spPr>
        <p:txBody>
          <a:bodyPr anchorCtr="0" anchor="b" bIns="121900" lIns="121900" spcFirstLastPara="1" rIns="121900" wrap="square" tIns="121900">
            <a:noAutofit/>
          </a:bodyPr>
          <a:lstStyle>
            <a:lvl1pPr lvl="0" algn="ctr">
              <a:lnSpc>
                <a:spcPct val="100000"/>
              </a:lnSpc>
              <a:spcBef>
                <a:spcPts val="0"/>
              </a:spcBef>
              <a:spcAft>
                <a:spcPts val="0"/>
              </a:spcAft>
              <a:buSzPts val="6900"/>
              <a:buNone/>
              <a:defRPr sz="6900"/>
            </a:lvl1pPr>
            <a:lvl2pPr lvl="1" algn="ctr">
              <a:lnSpc>
                <a:spcPct val="100000"/>
              </a:lnSpc>
              <a:spcBef>
                <a:spcPts val="0"/>
              </a:spcBef>
              <a:spcAft>
                <a:spcPts val="0"/>
              </a:spcAft>
              <a:buSzPts val="6900"/>
              <a:buNone/>
              <a:defRPr sz="6900"/>
            </a:lvl2pPr>
            <a:lvl3pPr lvl="2" algn="ctr">
              <a:lnSpc>
                <a:spcPct val="100000"/>
              </a:lnSpc>
              <a:spcBef>
                <a:spcPts val="0"/>
              </a:spcBef>
              <a:spcAft>
                <a:spcPts val="0"/>
              </a:spcAft>
              <a:buSzPts val="6900"/>
              <a:buNone/>
              <a:defRPr sz="6900"/>
            </a:lvl3pPr>
            <a:lvl4pPr lvl="3" algn="ctr">
              <a:lnSpc>
                <a:spcPct val="100000"/>
              </a:lnSpc>
              <a:spcBef>
                <a:spcPts val="0"/>
              </a:spcBef>
              <a:spcAft>
                <a:spcPts val="0"/>
              </a:spcAft>
              <a:buSzPts val="6900"/>
              <a:buNone/>
              <a:defRPr sz="6900"/>
            </a:lvl4pPr>
            <a:lvl5pPr lvl="4" algn="ctr">
              <a:lnSpc>
                <a:spcPct val="100000"/>
              </a:lnSpc>
              <a:spcBef>
                <a:spcPts val="0"/>
              </a:spcBef>
              <a:spcAft>
                <a:spcPts val="0"/>
              </a:spcAft>
              <a:buSzPts val="6900"/>
              <a:buNone/>
              <a:defRPr sz="6900"/>
            </a:lvl5pPr>
            <a:lvl6pPr lvl="5" algn="ctr">
              <a:lnSpc>
                <a:spcPct val="100000"/>
              </a:lnSpc>
              <a:spcBef>
                <a:spcPts val="0"/>
              </a:spcBef>
              <a:spcAft>
                <a:spcPts val="0"/>
              </a:spcAft>
              <a:buSzPts val="6900"/>
              <a:buNone/>
              <a:defRPr sz="6900"/>
            </a:lvl6pPr>
            <a:lvl7pPr lvl="6" algn="ctr">
              <a:lnSpc>
                <a:spcPct val="100000"/>
              </a:lnSpc>
              <a:spcBef>
                <a:spcPts val="0"/>
              </a:spcBef>
              <a:spcAft>
                <a:spcPts val="0"/>
              </a:spcAft>
              <a:buSzPts val="6900"/>
              <a:buNone/>
              <a:defRPr sz="6900"/>
            </a:lvl7pPr>
            <a:lvl8pPr lvl="7" algn="ctr">
              <a:lnSpc>
                <a:spcPct val="100000"/>
              </a:lnSpc>
              <a:spcBef>
                <a:spcPts val="0"/>
              </a:spcBef>
              <a:spcAft>
                <a:spcPts val="0"/>
              </a:spcAft>
              <a:buSzPts val="6900"/>
              <a:buNone/>
              <a:defRPr sz="6900"/>
            </a:lvl8pPr>
            <a:lvl9pPr lvl="8" algn="ctr">
              <a:lnSpc>
                <a:spcPct val="100000"/>
              </a:lnSpc>
              <a:spcBef>
                <a:spcPts val="0"/>
              </a:spcBef>
              <a:spcAft>
                <a:spcPts val="0"/>
              </a:spcAft>
              <a:buSzPts val="6900"/>
              <a:buNone/>
              <a:defRPr sz="6900"/>
            </a:lvl9pPr>
          </a:lstStyle>
          <a:p/>
        </p:txBody>
      </p:sp>
      <p:sp>
        <p:nvSpPr>
          <p:cNvPr id="15" name="Google Shape;15;gbbda25c5c6_0_175"/>
          <p:cNvSpPr txBox="1"/>
          <p:nvPr>
            <p:ph idx="1" type="subTitle"/>
          </p:nvPr>
        </p:nvSpPr>
        <p:spPr>
          <a:xfrm>
            <a:off x="415600" y="3778833"/>
            <a:ext cx="11360700" cy="10569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p:txBody>
      </p:sp>
      <p:sp>
        <p:nvSpPr>
          <p:cNvPr id="16" name="Google Shape;16;gbbda25c5c6_0_175"/>
          <p:cNvSpPr txBox="1"/>
          <p:nvPr>
            <p:ph idx="12" type="sldNum"/>
          </p:nvPr>
        </p:nvSpPr>
        <p:spPr>
          <a:xfrm>
            <a:off x="11296610" y="6217623"/>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7" name="Shape 17"/>
        <p:cNvGrpSpPr/>
        <p:nvPr/>
      </p:nvGrpSpPr>
      <p:grpSpPr>
        <a:xfrm>
          <a:off x="0" y="0"/>
          <a:ext cx="0" cy="0"/>
          <a:chOff x="0" y="0"/>
          <a:chExt cx="0" cy="0"/>
        </a:xfrm>
      </p:grpSpPr>
      <p:sp>
        <p:nvSpPr>
          <p:cNvPr id="18" name="Google Shape;18;g305d2edbf8d_0_219"/>
          <p:cNvSpPr txBox="1"/>
          <p:nvPr>
            <p:ph type="title"/>
          </p:nvPr>
        </p:nvSpPr>
        <p:spPr>
          <a:xfrm>
            <a:off x="711200" y="228600"/>
            <a:ext cx="10363200" cy="11430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19" name="Google Shape;19;g305d2edbf8d_0_219"/>
          <p:cNvSpPr txBox="1"/>
          <p:nvPr>
            <p:ph idx="1" type="body"/>
          </p:nvPr>
        </p:nvSpPr>
        <p:spPr>
          <a:xfrm>
            <a:off x="711200" y="1600200"/>
            <a:ext cx="5079900" cy="4648200"/>
          </a:xfrm>
          <a:prstGeom prst="rect">
            <a:avLst/>
          </a:prstGeom>
          <a:noFill/>
          <a:ln>
            <a:noFill/>
          </a:ln>
        </p:spPr>
        <p:txBody>
          <a:bodyPr anchorCtr="0" anchor="t" bIns="45700" lIns="91425" spcFirstLastPara="1" rIns="91425" wrap="square" tIns="45700">
            <a:noAutofit/>
          </a:bodyPr>
          <a:lstStyle>
            <a:lvl1pPr indent="-344170" lvl="0" marL="457200" algn="l">
              <a:lnSpc>
                <a:spcPct val="85000"/>
              </a:lnSpc>
              <a:spcBef>
                <a:spcPts val="560"/>
              </a:spcBef>
              <a:spcAft>
                <a:spcPts val="0"/>
              </a:spcAft>
              <a:buSzPts val="1820"/>
              <a:buChar char="●"/>
              <a:defRPr sz="2800"/>
            </a:lvl1pPr>
            <a:lvl2pPr indent="-381000" lvl="1" marL="914400" algn="l">
              <a:lnSpc>
                <a:spcPct val="85000"/>
              </a:lnSpc>
              <a:spcBef>
                <a:spcPts val="480"/>
              </a:spcBef>
              <a:spcAft>
                <a:spcPts val="0"/>
              </a:spcAft>
              <a:buSzPts val="2400"/>
              <a:buChar char="○"/>
              <a:defRPr sz="2400"/>
            </a:lvl2pPr>
            <a:lvl3pPr indent="-355600" lvl="2" marL="1371600" algn="l">
              <a:lnSpc>
                <a:spcPct val="115000"/>
              </a:lnSpc>
              <a:spcBef>
                <a:spcPts val="400"/>
              </a:spcBef>
              <a:spcAft>
                <a:spcPts val="0"/>
              </a:spcAft>
              <a:buClr>
                <a:schemeClr val="dk1"/>
              </a:buClr>
              <a:buSzPts val="2000"/>
              <a:buFont typeface="Comic Sans MS"/>
              <a:buChar char="■"/>
              <a:defRPr sz="2000"/>
            </a:lvl3pPr>
            <a:lvl4pPr indent="-342900" lvl="3" marL="1828800" algn="l">
              <a:lnSpc>
                <a:spcPct val="115000"/>
              </a:lnSpc>
              <a:spcBef>
                <a:spcPts val="360"/>
              </a:spcBef>
              <a:spcAft>
                <a:spcPts val="0"/>
              </a:spcAft>
              <a:buClr>
                <a:schemeClr val="dk1"/>
              </a:buClr>
              <a:buSzPts val="1800"/>
              <a:buFont typeface="Times New Roman"/>
              <a:buChar char="●"/>
              <a:defRPr sz="1800"/>
            </a:lvl4pPr>
            <a:lvl5pPr indent="-342900" lvl="4" marL="2286000" algn="l">
              <a:lnSpc>
                <a:spcPct val="115000"/>
              </a:lnSpc>
              <a:spcBef>
                <a:spcPts val="360"/>
              </a:spcBef>
              <a:spcAft>
                <a:spcPts val="0"/>
              </a:spcAft>
              <a:buClr>
                <a:schemeClr val="dk1"/>
              </a:buClr>
              <a:buSzPts val="1800"/>
              <a:buFont typeface="Times New Roman"/>
              <a:buChar char="○"/>
              <a:defRPr sz="1800"/>
            </a:lvl5pPr>
            <a:lvl6pPr indent="-342900" lvl="5" marL="2743200" algn="l">
              <a:lnSpc>
                <a:spcPct val="115000"/>
              </a:lnSpc>
              <a:spcBef>
                <a:spcPts val="360"/>
              </a:spcBef>
              <a:spcAft>
                <a:spcPts val="0"/>
              </a:spcAft>
              <a:buClr>
                <a:schemeClr val="dk1"/>
              </a:buClr>
              <a:buSzPts val="1800"/>
              <a:buFont typeface="Times New Roman"/>
              <a:buChar char="■"/>
              <a:defRPr sz="1800"/>
            </a:lvl6pPr>
            <a:lvl7pPr indent="-342900" lvl="6" marL="3200400" algn="l">
              <a:lnSpc>
                <a:spcPct val="115000"/>
              </a:lnSpc>
              <a:spcBef>
                <a:spcPts val="360"/>
              </a:spcBef>
              <a:spcAft>
                <a:spcPts val="0"/>
              </a:spcAft>
              <a:buClr>
                <a:schemeClr val="dk1"/>
              </a:buClr>
              <a:buSzPts val="1800"/>
              <a:buFont typeface="Times New Roman"/>
              <a:buChar char="●"/>
              <a:defRPr sz="1800"/>
            </a:lvl7pPr>
            <a:lvl8pPr indent="-342900" lvl="7" marL="3657600" algn="l">
              <a:lnSpc>
                <a:spcPct val="115000"/>
              </a:lnSpc>
              <a:spcBef>
                <a:spcPts val="360"/>
              </a:spcBef>
              <a:spcAft>
                <a:spcPts val="0"/>
              </a:spcAft>
              <a:buClr>
                <a:schemeClr val="dk1"/>
              </a:buClr>
              <a:buSzPts val="1800"/>
              <a:buFont typeface="Times New Roman"/>
              <a:buChar char="○"/>
              <a:defRPr sz="1800"/>
            </a:lvl8pPr>
            <a:lvl9pPr indent="-342900" lvl="8" marL="4114800" algn="l">
              <a:lnSpc>
                <a:spcPct val="115000"/>
              </a:lnSpc>
              <a:spcBef>
                <a:spcPts val="360"/>
              </a:spcBef>
              <a:spcAft>
                <a:spcPts val="0"/>
              </a:spcAft>
              <a:buClr>
                <a:schemeClr val="dk1"/>
              </a:buClr>
              <a:buSzPts val="1800"/>
              <a:buFont typeface="Times New Roman"/>
              <a:buChar char="■"/>
              <a:defRPr sz="1800"/>
            </a:lvl9pPr>
          </a:lstStyle>
          <a:p/>
        </p:txBody>
      </p:sp>
      <p:sp>
        <p:nvSpPr>
          <p:cNvPr id="20" name="Google Shape;20;g305d2edbf8d_0_219"/>
          <p:cNvSpPr txBox="1"/>
          <p:nvPr>
            <p:ph idx="2" type="body"/>
          </p:nvPr>
        </p:nvSpPr>
        <p:spPr>
          <a:xfrm>
            <a:off x="5994400" y="1600200"/>
            <a:ext cx="5079900" cy="4648200"/>
          </a:xfrm>
          <a:prstGeom prst="rect">
            <a:avLst/>
          </a:prstGeom>
          <a:noFill/>
          <a:ln>
            <a:noFill/>
          </a:ln>
        </p:spPr>
        <p:txBody>
          <a:bodyPr anchorCtr="0" anchor="t" bIns="45700" lIns="91425" spcFirstLastPara="1" rIns="91425" wrap="square" tIns="45700">
            <a:noAutofit/>
          </a:bodyPr>
          <a:lstStyle>
            <a:lvl1pPr indent="-344170" lvl="0" marL="457200" algn="l">
              <a:lnSpc>
                <a:spcPct val="85000"/>
              </a:lnSpc>
              <a:spcBef>
                <a:spcPts val="560"/>
              </a:spcBef>
              <a:spcAft>
                <a:spcPts val="0"/>
              </a:spcAft>
              <a:buSzPts val="1820"/>
              <a:buChar char="●"/>
              <a:defRPr sz="2800"/>
            </a:lvl1pPr>
            <a:lvl2pPr indent="-381000" lvl="1" marL="914400" algn="l">
              <a:lnSpc>
                <a:spcPct val="85000"/>
              </a:lnSpc>
              <a:spcBef>
                <a:spcPts val="480"/>
              </a:spcBef>
              <a:spcAft>
                <a:spcPts val="0"/>
              </a:spcAft>
              <a:buSzPts val="2400"/>
              <a:buChar char="○"/>
              <a:defRPr sz="2400"/>
            </a:lvl2pPr>
            <a:lvl3pPr indent="-355600" lvl="2" marL="1371600" algn="l">
              <a:lnSpc>
                <a:spcPct val="115000"/>
              </a:lnSpc>
              <a:spcBef>
                <a:spcPts val="400"/>
              </a:spcBef>
              <a:spcAft>
                <a:spcPts val="0"/>
              </a:spcAft>
              <a:buClr>
                <a:schemeClr val="dk1"/>
              </a:buClr>
              <a:buSzPts val="2000"/>
              <a:buFont typeface="Comic Sans MS"/>
              <a:buChar char="■"/>
              <a:defRPr sz="2000"/>
            </a:lvl3pPr>
            <a:lvl4pPr indent="-342900" lvl="3" marL="1828800" algn="l">
              <a:lnSpc>
                <a:spcPct val="115000"/>
              </a:lnSpc>
              <a:spcBef>
                <a:spcPts val="360"/>
              </a:spcBef>
              <a:spcAft>
                <a:spcPts val="0"/>
              </a:spcAft>
              <a:buClr>
                <a:schemeClr val="dk1"/>
              </a:buClr>
              <a:buSzPts val="1800"/>
              <a:buFont typeface="Times New Roman"/>
              <a:buChar char="●"/>
              <a:defRPr sz="1800"/>
            </a:lvl4pPr>
            <a:lvl5pPr indent="-342900" lvl="4" marL="2286000" algn="l">
              <a:lnSpc>
                <a:spcPct val="115000"/>
              </a:lnSpc>
              <a:spcBef>
                <a:spcPts val="360"/>
              </a:spcBef>
              <a:spcAft>
                <a:spcPts val="0"/>
              </a:spcAft>
              <a:buClr>
                <a:schemeClr val="dk1"/>
              </a:buClr>
              <a:buSzPts val="1800"/>
              <a:buFont typeface="Times New Roman"/>
              <a:buChar char="○"/>
              <a:defRPr sz="1800"/>
            </a:lvl5pPr>
            <a:lvl6pPr indent="-342900" lvl="5" marL="2743200" algn="l">
              <a:lnSpc>
                <a:spcPct val="115000"/>
              </a:lnSpc>
              <a:spcBef>
                <a:spcPts val="360"/>
              </a:spcBef>
              <a:spcAft>
                <a:spcPts val="0"/>
              </a:spcAft>
              <a:buClr>
                <a:schemeClr val="dk1"/>
              </a:buClr>
              <a:buSzPts val="1800"/>
              <a:buFont typeface="Times New Roman"/>
              <a:buChar char="■"/>
              <a:defRPr sz="1800"/>
            </a:lvl6pPr>
            <a:lvl7pPr indent="-342900" lvl="6" marL="3200400" algn="l">
              <a:lnSpc>
                <a:spcPct val="115000"/>
              </a:lnSpc>
              <a:spcBef>
                <a:spcPts val="360"/>
              </a:spcBef>
              <a:spcAft>
                <a:spcPts val="0"/>
              </a:spcAft>
              <a:buClr>
                <a:schemeClr val="dk1"/>
              </a:buClr>
              <a:buSzPts val="1800"/>
              <a:buFont typeface="Times New Roman"/>
              <a:buChar char="●"/>
              <a:defRPr sz="1800"/>
            </a:lvl7pPr>
            <a:lvl8pPr indent="-342900" lvl="7" marL="3657600" algn="l">
              <a:lnSpc>
                <a:spcPct val="115000"/>
              </a:lnSpc>
              <a:spcBef>
                <a:spcPts val="360"/>
              </a:spcBef>
              <a:spcAft>
                <a:spcPts val="0"/>
              </a:spcAft>
              <a:buClr>
                <a:schemeClr val="dk1"/>
              </a:buClr>
              <a:buSzPts val="1800"/>
              <a:buFont typeface="Times New Roman"/>
              <a:buChar char="○"/>
              <a:defRPr sz="1800"/>
            </a:lvl8pPr>
            <a:lvl9pPr indent="-342900" lvl="8" marL="4114800" algn="l">
              <a:lnSpc>
                <a:spcPct val="115000"/>
              </a:lnSpc>
              <a:spcBef>
                <a:spcPts val="360"/>
              </a:spcBef>
              <a:spcAft>
                <a:spcPts val="0"/>
              </a:spcAft>
              <a:buClr>
                <a:schemeClr val="dk1"/>
              </a:buClr>
              <a:buSzPts val="1800"/>
              <a:buFont typeface="Times New Roman"/>
              <a:buChar char="■"/>
              <a:defRPr sz="1800"/>
            </a:lvl9pPr>
          </a:lstStyle>
          <a:p/>
        </p:txBody>
      </p:sp>
      <p:sp>
        <p:nvSpPr>
          <p:cNvPr id="21" name="Google Shape;21;g305d2edbf8d_0_219"/>
          <p:cNvSpPr txBox="1"/>
          <p:nvPr>
            <p:ph idx="10" type="dt"/>
          </p:nvPr>
        </p:nvSpPr>
        <p:spPr>
          <a:xfrm>
            <a:off x="914400" y="6248400"/>
            <a:ext cx="25401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2" name="Google Shape;22;g305d2edbf8d_0_219"/>
          <p:cNvSpPr txBox="1"/>
          <p:nvPr>
            <p:ph idx="11" type="ftr"/>
          </p:nvPr>
        </p:nvSpPr>
        <p:spPr>
          <a:xfrm>
            <a:off x="7376583" y="6467475"/>
            <a:ext cx="3860700" cy="2874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rgbClr val="000000"/>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3" name="Google Shape;23;g305d2edbf8d_0_219"/>
          <p:cNvSpPr txBox="1"/>
          <p:nvPr>
            <p:ph idx="12" type="sldNum"/>
          </p:nvPr>
        </p:nvSpPr>
        <p:spPr>
          <a:xfrm>
            <a:off x="11099800" y="6462712"/>
            <a:ext cx="901500" cy="2763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chemeClr val="dk1"/>
              </a:buClr>
              <a:buSzPts val="1200"/>
              <a:buFont typeface="tahoma"/>
              <a:buNone/>
              <a:defRPr b="0" i="0" sz="1200" u="none" cap="none" strike="noStrike">
                <a:solidFill>
                  <a:schemeClr val="dk1"/>
                </a:solidFill>
                <a:latin typeface="tahoma"/>
                <a:ea typeface="tahoma"/>
                <a:cs typeface="tahoma"/>
                <a:sym typeface="tahoma"/>
              </a:defRPr>
            </a:lvl1pPr>
            <a:lvl2pPr indent="0" lvl="1" marL="0" marR="0" algn="l">
              <a:lnSpc>
                <a:spcPct val="100000"/>
              </a:lnSpc>
              <a:spcBef>
                <a:spcPts val="0"/>
              </a:spcBef>
              <a:spcAft>
                <a:spcPts val="0"/>
              </a:spcAft>
              <a:buClr>
                <a:schemeClr val="dk1"/>
              </a:buClr>
              <a:buSzPts val="1200"/>
              <a:buFont typeface="tahoma"/>
              <a:buNone/>
              <a:defRPr b="0" i="0" sz="1200" u="none" cap="none" strike="noStrike">
                <a:solidFill>
                  <a:schemeClr val="dk1"/>
                </a:solidFill>
                <a:latin typeface="tahoma"/>
                <a:ea typeface="tahoma"/>
                <a:cs typeface="tahoma"/>
                <a:sym typeface="tahoma"/>
              </a:defRPr>
            </a:lvl2pPr>
            <a:lvl3pPr indent="0" lvl="2" marL="0" marR="0" algn="l">
              <a:lnSpc>
                <a:spcPct val="100000"/>
              </a:lnSpc>
              <a:spcBef>
                <a:spcPts val="0"/>
              </a:spcBef>
              <a:spcAft>
                <a:spcPts val="0"/>
              </a:spcAft>
              <a:buClr>
                <a:schemeClr val="dk1"/>
              </a:buClr>
              <a:buSzPts val="1200"/>
              <a:buFont typeface="tahoma"/>
              <a:buNone/>
              <a:defRPr b="0" i="0" sz="1200" u="none" cap="none" strike="noStrike">
                <a:solidFill>
                  <a:schemeClr val="dk1"/>
                </a:solidFill>
                <a:latin typeface="tahoma"/>
                <a:ea typeface="tahoma"/>
                <a:cs typeface="tahoma"/>
                <a:sym typeface="tahoma"/>
              </a:defRPr>
            </a:lvl3pPr>
            <a:lvl4pPr indent="0" lvl="3" marL="0" marR="0" algn="l">
              <a:lnSpc>
                <a:spcPct val="100000"/>
              </a:lnSpc>
              <a:spcBef>
                <a:spcPts val="0"/>
              </a:spcBef>
              <a:spcAft>
                <a:spcPts val="0"/>
              </a:spcAft>
              <a:buClr>
                <a:schemeClr val="dk1"/>
              </a:buClr>
              <a:buSzPts val="1200"/>
              <a:buFont typeface="tahoma"/>
              <a:buNone/>
              <a:defRPr b="0" i="0" sz="1200" u="none" cap="none" strike="noStrike">
                <a:solidFill>
                  <a:schemeClr val="dk1"/>
                </a:solidFill>
                <a:latin typeface="tahoma"/>
                <a:ea typeface="tahoma"/>
                <a:cs typeface="tahoma"/>
                <a:sym typeface="tahoma"/>
              </a:defRPr>
            </a:lvl4pPr>
            <a:lvl5pPr indent="0" lvl="4" marL="0" marR="0" algn="l">
              <a:lnSpc>
                <a:spcPct val="100000"/>
              </a:lnSpc>
              <a:spcBef>
                <a:spcPts val="0"/>
              </a:spcBef>
              <a:spcAft>
                <a:spcPts val="0"/>
              </a:spcAft>
              <a:buClr>
                <a:schemeClr val="dk1"/>
              </a:buClr>
              <a:buSzPts val="1200"/>
              <a:buFont typeface="tahoma"/>
              <a:buNone/>
              <a:defRPr b="0" i="0" sz="1200" u="none" cap="none" strike="noStrike">
                <a:solidFill>
                  <a:schemeClr val="dk1"/>
                </a:solidFill>
                <a:latin typeface="tahoma"/>
                <a:ea typeface="tahoma"/>
                <a:cs typeface="tahoma"/>
                <a:sym typeface="tahoma"/>
              </a:defRPr>
            </a:lvl5pPr>
            <a:lvl6pPr indent="0" lvl="5" marL="0" marR="0" algn="l">
              <a:lnSpc>
                <a:spcPct val="100000"/>
              </a:lnSpc>
              <a:spcBef>
                <a:spcPts val="0"/>
              </a:spcBef>
              <a:spcAft>
                <a:spcPts val="0"/>
              </a:spcAft>
              <a:buClr>
                <a:schemeClr val="dk1"/>
              </a:buClr>
              <a:buSzPts val="1200"/>
              <a:buFont typeface="tahoma"/>
              <a:buNone/>
              <a:defRPr b="0" i="0" sz="1200" u="none" cap="none" strike="noStrike">
                <a:solidFill>
                  <a:schemeClr val="dk1"/>
                </a:solidFill>
                <a:latin typeface="tahoma"/>
                <a:ea typeface="tahoma"/>
                <a:cs typeface="tahoma"/>
                <a:sym typeface="tahoma"/>
              </a:defRPr>
            </a:lvl6pPr>
            <a:lvl7pPr indent="0" lvl="6" marL="0" marR="0" algn="l">
              <a:lnSpc>
                <a:spcPct val="100000"/>
              </a:lnSpc>
              <a:spcBef>
                <a:spcPts val="0"/>
              </a:spcBef>
              <a:spcAft>
                <a:spcPts val="0"/>
              </a:spcAft>
              <a:buClr>
                <a:schemeClr val="dk1"/>
              </a:buClr>
              <a:buSzPts val="1200"/>
              <a:buFont typeface="tahoma"/>
              <a:buNone/>
              <a:defRPr b="0" i="0" sz="1200" u="none" cap="none" strike="noStrike">
                <a:solidFill>
                  <a:schemeClr val="dk1"/>
                </a:solidFill>
                <a:latin typeface="tahoma"/>
                <a:ea typeface="tahoma"/>
                <a:cs typeface="tahoma"/>
                <a:sym typeface="tahoma"/>
              </a:defRPr>
            </a:lvl7pPr>
            <a:lvl8pPr indent="0" lvl="7" marL="0" marR="0" algn="l">
              <a:lnSpc>
                <a:spcPct val="100000"/>
              </a:lnSpc>
              <a:spcBef>
                <a:spcPts val="0"/>
              </a:spcBef>
              <a:spcAft>
                <a:spcPts val="0"/>
              </a:spcAft>
              <a:buClr>
                <a:schemeClr val="dk1"/>
              </a:buClr>
              <a:buSzPts val="1200"/>
              <a:buFont typeface="tahoma"/>
              <a:buNone/>
              <a:defRPr b="0" i="0" sz="1200" u="none" cap="none" strike="noStrike">
                <a:solidFill>
                  <a:schemeClr val="dk1"/>
                </a:solidFill>
                <a:latin typeface="tahoma"/>
                <a:ea typeface="tahoma"/>
                <a:cs typeface="tahoma"/>
                <a:sym typeface="tahoma"/>
              </a:defRPr>
            </a:lvl8pPr>
            <a:lvl9pPr indent="0" lvl="8" marL="0" marR="0" algn="l">
              <a:lnSpc>
                <a:spcPct val="100000"/>
              </a:lnSpc>
              <a:spcBef>
                <a:spcPts val="0"/>
              </a:spcBef>
              <a:spcAft>
                <a:spcPts val="0"/>
              </a:spcAft>
              <a:buClr>
                <a:schemeClr val="dk1"/>
              </a:buClr>
              <a:buSzPts val="1200"/>
              <a:buFont typeface="tahoma"/>
              <a:buNone/>
              <a:defRPr b="0" i="0" sz="1200" u="none" cap="none" strike="noStrike">
                <a:solidFill>
                  <a:schemeClr val="dk1"/>
                </a:solidFill>
                <a:latin typeface="tahoma"/>
                <a:ea typeface="tahoma"/>
                <a:cs typeface="tahoma"/>
                <a:sym typeface="tahoma"/>
              </a:defRPr>
            </a:lvl9pPr>
          </a:lstStyle>
          <a:p>
            <a:pPr indent="0" lvl="0" marL="0" rtl="0" algn="l">
              <a:spcBef>
                <a:spcPts val="0"/>
              </a:spcBef>
              <a:spcAft>
                <a:spcPts val="0"/>
              </a:spcAft>
              <a:buNone/>
            </a:pPr>
            <a:r>
              <a:rPr lang="en-US"/>
              <a:t>4-</a:t>
            </a:r>
            <a:fld id="{00000000-1234-1234-1234-123412341234}" type="slidenum">
              <a:rPr lang="en-US"/>
              <a:t>‹#›</a:t>
            </a:fld>
            <a:endParaRPr sz="1300">
              <a:solidFill>
                <a:schemeClr val="dk2"/>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4" name="Shape 24"/>
        <p:cNvGrpSpPr/>
        <p:nvPr/>
      </p:nvGrpSpPr>
      <p:grpSpPr>
        <a:xfrm>
          <a:off x="0" y="0"/>
          <a:ext cx="0" cy="0"/>
          <a:chOff x="0" y="0"/>
          <a:chExt cx="0" cy="0"/>
        </a:xfrm>
      </p:grpSpPr>
      <p:sp>
        <p:nvSpPr>
          <p:cNvPr id="25" name="Google Shape;25;gbbda25c5c6_0_179"/>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26" name="Google Shape;26;gbbda25c5c6_0_179"/>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Autofit/>
          </a:bodyPr>
          <a:lstStyle>
            <a:lvl1pPr indent="-381000" lvl="0" marL="457200" algn="l">
              <a:lnSpc>
                <a:spcPct val="115000"/>
              </a:lnSpc>
              <a:spcBef>
                <a:spcPts val="0"/>
              </a:spcBef>
              <a:spcAft>
                <a:spcPts val="0"/>
              </a:spcAft>
              <a:buSzPts val="2400"/>
              <a:buChar char="●"/>
              <a:defRPr/>
            </a:lvl1pPr>
            <a:lvl2pPr indent="-349250" lvl="1" marL="914400" algn="l">
              <a:lnSpc>
                <a:spcPct val="115000"/>
              </a:lnSpc>
              <a:spcBef>
                <a:spcPts val="0"/>
              </a:spcBef>
              <a:spcAft>
                <a:spcPts val="0"/>
              </a:spcAft>
              <a:buSzPts val="1900"/>
              <a:buChar char="○"/>
              <a:defRPr/>
            </a:lvl2pPr>
            <a:lvl3pPr indent="-349250" lvl="2" marL="1371600" algn="l">
              <a:lnSpc>
                <a:spcPct val="115000"/>
              </a:lnSpc>
              <a:spcBef>
                <a:spcPts val="0"/>
              </a:spcBef>
              <a:spcAft>
                <a:spcPts val="0"/>
              </a:spcAft>
              <a:buSzPts val="1900"/>
              <a:buChar char="■"/>
              <a:defRPr/>
            </a:lvl3pPr>
            <a:lvl4pPr indent="-349250" lvl="3" marL="1828800" algn="l">
              <a:lnSpc>
                <a:spcPct val="115000"/>
              </a:lnSpc>
              <a:spcBef>
                <a:spcPts val="0"/>
              </a:spcBef>
              <a:spcAft>
                <a:spcPts val="0"/>
              </a:spcAft>
              <a:buSzPts val="1900"/>
              <a:buChar char="●"/>
              <a:defRPr/>
            </a:lvl4pPr>
            <a:lvl5pPr indent="-349250" lvl="4" marL="2286000" algn="l">
              <a:lnSpc>
                <a:spcPct val="115000"/>
              </a:lnSpc>
              <a:spcBef>
                <a:spcPts val="0"/>
              </a:spcBef>
              <a:spcAft>
                <a:spcPts val="0"/>
              </a:spcAft>
              <a:buSzPts val="1900"/>
              <a:buChar char="○"/>
              <a:defRPr/>
            </a:lvl5pPr>
            <a:lvl6pPr indent="-349250" lvl="5" marL="2743200" algn="l">
              <a:lnSpc>
                <a:spcPct val="115000"/>
              </a:lnSpc>
              <a:spcBef>
                <a:spcPts val="0"/>
              </a:spcBef>
              <a:spcAft>
                <a:spcPts val="0"/>
              </a:spcAft>
              <a:buSzPts val="1900"/>
              <a:buChar char="■"/>
              <a:defRPr/>
            </a:lvl6pPr>
            <a:lvl7pPr indent="-349250" lvl="6" marL="3200400" algn="l">
              <a:lnSpc>
                <a:spcPct val="115000"/>
              </a:lnSpc>
              <a:spcBef>
                <a:spcPts val="0"/>
              </a:spcBef>
              <a:spcAft>
                <a:spcPts val="0"/>
              </a:spcAft>
              <a:buSzPts val="1900"/>
              <a:buChar char="●"/>
              <a:defRPr/>
            </a:lvl7pPr>
            <a:lvl8pPr indent="-349250" lvl="7" marL="3657600" algn="l">
              <a:lnSpc>
                <a:spcPct val="115000"/>
              </a:lnSpc>
              <a:spcBef>
                <a:spcPts val="0"/>
              </a:spcBef>
              <a:spcAft>
                <a:spcPts val="0"/>
              </a:spcAft>
              <a:buSzPts val="1900"/>
              <a:buChar char="○"/>
              <a:defRPr/>
            </a:lvl8pPr>
            <a:lvl9pPr indent="-349250" lvl="8" marL="4114800" algn="l">
              <a:lnSpc>
                <a:spcPct val="115000"/>
              </a:lnSpc>
              <a:spcBef>
                <a:spcPts val="0"/>
              </a:spcBef>
              <a:spcAft>
                <a:spcPts val="0"/>
              </a:spcAft>
              <a:buSzPts val="1900"/>
              <a:buChar char="■"/>
              <a:defRPr/>
            </a:lvl9pPr>
          </a:lstStyle>
          <a:p/>
        </p:txBody>
      </p:sp>
      <p:sp>
        <p:nvSpPr>
          <p:cNvPr id="27" name="Google Shape;27;gbbda25c5c6_0_179"/>
          <p:cNvSpPr txBox="1"/>
          <p:nvPr>
            <p:ph idx="12" type="sldNum"/>
          </p:nvPr>
        </p:nvSpPr>
        <p:spPr>
          <a:xfrm>
            <a:off x="11296610" y="6217623"/>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8" name="Shape 28"/>
        <p:cNvGrpSpPr/>
        <p:nvPr/>
      </p:nvGrpSpPr>
      <p:grpSpPr>
        <a:xfrm>
          <a:off x="0" y="0"/>
          <a:ext cx="0" cy="0"/>
          <a:chOff x="0" y="0"/>
          <a:chExt cx="0" cy="0"/>
        </a:xfrm>
      </p:grpSpPr>
      <p:sp>
        <p:nvSpPr>
          <p:cNvPr id="29" name="Google Shape;29;gbbda25c5c6_0_185"/>
          <p:cNvSpPr txBox="1"/>
          <p:nvPr>
            <p:ph type="title"/>
          </p:nvPr>
        </p:nvSpPr>
        <p:spPr>
          <a:xfrm>
            <a:off x="609600" y="274637"/>
            <a:ext cx="10972800" cy="1143300"/>
          </a:xfrm>
          <a:prstGeom prst="rect">
            <a:avLst/>
          </a:prstGeom>
          <a:noFill/>
          <a:ln>
            <a:noFill/>
          </a:ln>
        </p:spPr>
        <p:txBody>
          <a:bodyPr anchorCtr="0" anchor="t" bIns="60925" lIns="121900" spcFirstLastPara="1" rIns="121900" wrap="square" tIns="60925">
            <a:noAutofit/>
          </a:bodyPr>
          <a:lstStyle>
            <a:lvl1pPr lvl="0" marR="0" algn="l">
              <a:lnSpc>
                <a:spcPct val="100000"/>
              </a:lnSpc>
              <a:spcBef>
                <a:spcPts val="0"/>
              </a:spcBef>
              <a:spcAft>
                <a:spcPts val="0"/>
              </a:spcAft>
              <a:buSzPts val="3700"/>
              <a:buNone/>
              <a:defRPr b="0" i="0" sz="5900" u="none" cap="none" strike="noStrike">
                <a:solidFill>
                  <a:schemeClr val="dk2"/>
                </a:solidFill>
                <a:latin typeface="tahoma"/>
                <a:ea typeface="tahoma"/>
                <a:cs typeface="tahoma"/>
                <a:sym typeface="tahoma"/>
              </a:defRPr>
            </a:lvl1pPr>
            <a:lvl2pPr lvl="1" marR="0" algn="l">
              <a:lnSpc>
                <a:spcPct val="100000"/>
              </a:lnSpc>
              <a:spcBef>
                <a:spcPts val="0"/>
              </a:spcBef>
              <a:spcAft>
                <a:spcPts val="0"/>
              </a:spcAft>
              <a:buSzPts val="3700"/>
              <a:buNone/>
              <a:defRPr b="0" i="0" sz="5900" u="none" cap="none" strike="noStrike">
                <a:solidFill>
                  <a:schemeClr val="dk2"/>
                </a:solidFill>
                <a:latin typeface="tahoma"/>
                <a:ea typeface="tahoma"/>
                <a:cs typeface="tahoma"/>
                <a:sym typeface="tahoma"/>
              </a:defRPr>
            </a:lvl2pPr>
            <a:lvl3pPr lvl="2" marR="0" algn="l">
              <a:lnSpc>
                <a:spcPct val="100000"/>
              </a:lnSpc>
              <a:spcBef>
                <a:spcPts val="0"/>
              </a:spcBef>
              <a:spcAft>
                <a:spcPts val="0"/>
              </a:spcAft>
              <a:buSzPts val="3700"/>
              <a:buNone/>
              <a:defRPr b="0" i="0" sz="5900" u="none" cap="none" strike="noStrike">
                <a:solidFill>
                  <a:schemeClr val="dk2"/>
                </a:solidFill>
                <a:latin typeface="tahoma"/>
                <a:ea typeface="tahoma"/>
                <a:cs typeface="tahoma"/>
                <a:sym typeface="tahoma"/>
              </a:defRPr>
            </a:lvl3pPr>
            <a:lvl4pPr lvl="3" marR="0" algn="l">
              <a:lnSpc>
                <a:spcPct val="100000"/>
              </a:lnSpc>
              <a:spcBef>
                <a:spcPts val="0"/>
              </a:spcBef>
              <a:spcAft>
                <a:spcPts val="0"/>
              </a:spcAft>
              <a:buSzPts val="3700"/>
              <a:buNone/>
              <a:defRPr b="0" i="0" sz="5900" u="none" cap="none" strike="noStrike">
                <a:solidFill>
                  <a:schemeClr val="dk2"/>
                </a:solidFill>
                <a:latin typeface="tahoma"/>
                <a:ea typeface="tahoma"/>
                <a:cs typeface="tahoma"/>
                <a:sym typeface="tahoma"/>
              </a:defRPr>
            </a:lvl4pPr>
            <a:lvl5pPr lvl="4" marR="0" algn="l">
              <a:lnSpc>
                <a:spcPct val="100000"/>
              </a:lnSpc>
              <a:spcBef>
                <a:spcPts val="0"/>
              </a:spcBef>
              <a:spcAft>
                <a:spcPts val="0"/>
              </a:spcAft>
              <a:buSzPts val="3700"/>
              <a:buNone/>
              <a:defRPr b="0" i="0" sz="5900" u="none" cap="none" strike="noStrike">
                <a:solidFill>
                  <a:schemeClr val="dk2"/>
                </a:solidFill>
                <a:latin typeface="tahoma"/>
                <a:ea typeface="tahoma"/>
                <a:cs typeface="tahoma"/>
                <a:sym typeface="tahoma"/>
              </a:defRPr>
            </a:lvl5pPr>
            <a:lvl6pPr lvl="5" marR="0" algn="l">
              <a:lnSpc>
                <a:spcPct val="100000"/>
              </a:lnSpc>
              <a:spcBef>
                <a:spcPts val="0"/>
              </a:spcBef>
              <a:spcAft>
                <a:spcPts val="0"/>
              </a:spcAft>
              <a:buSzPts val="3700"/>
              <a:buNone/>
              <a:defRPr b="0" i="0" sz="5900" u="none" cap="none" strike="noStrike">
                <a:solidFill>
                  <a:schemeClr val="dk2"/>
                </a:solidFill>
                <a:latin typeface="tahoma"/>
                <a:ea typeface="tahoma"/>
                <a:cs typeface="tahoma"/>
                <a:sym typeface="tahoma"/>
              </a:defRPr>
            </a:lvl6pPr>
            <a:lvl7pPr lvl="6" marR="0" algn="l">
              <a:lnSpc>
                <a:spcPct val="100000"/>
              </a:lnSpc>
              <a:spcBef>
                <a:spcPts val="0"/>
              </a:spcBef>
              <a:spcAft>
                <a:spcPts val="0"/>
              </a:spcAft>
              <a:buSzPts val="3700"/>
              <a:buNone/>
              <a:defRPr b="0" i="0" sz="5900" u="none" cap="none" strike="noStrike">
                <a:solidFill>
                  <a:schemeClr val="dk2"/>
                </a:solidFill>
                <a:latin typeface="tahoma"/>
                <a:ea typeface="tahoma"/>
                <a:cs typeface="tahoma"/>
                <a:sym typeface="tahoma"/>
              </a:defRPr>
            </a:lvl7pPr>
            <a:lvl8pPr lvl="7" marR="0" algn="l">
              <a:lnSpc>
                <a:spcPct val="100000"/>
              </a:lnSpc>
              <a:spcBef>
                <a:spcPts val="0"/>
              </a:spcBef>
              <a:spcAft>
                <a:spcPts val="0"/>
              </a:spcAft>
              <a:buSzPts val="3700"/>
              <a:buNone/>
              <a:defRPr b="0" i="0" sz="5900" u="none" cap="none" strike="noStrike">
                <a:solidFill>
                  <a:schemeClr val="dk2"/>
                </a:solidFill>
                <a:latin typeface="tahoma"/>
                <a:ea typeface="tahoma"/>
                <a:cs typeface="tahoma"/>
                <a:sym typeface="tahoma"/>
              </a:defRPr>
            </a:lvl8pPr>
            <a:lvl9pPr lvl="8" marR="0" algn="l">
              <a:lnSpc>
                <a:spcPct val="100000"/>
              </a:lnSpc>
              <a:spcBef>
                <a:spcPts val="0"/>
              </a:spcBef>
              <a:spcAft>
                <a:spcPts val="0"/>
              </a:spcAft>
              <a:buSzPts val="3700"/>
              <a:buNone/>
              <a:defRPr b="0" i="0" sz="5900" u="none" cap="none" strike="noStrike">
                <a:solidFill>
                  <a:schemeClr val="dk2"/>
                </a:solidFill>
                <a:latin typeface="tahoma"/>
                <a:ea typeface="tahoma"/>
                <a:cs typeface="tahoma"/>
                <a:sym typeface="tahoma"/>
              </a:defRPr>
            </a:lvl9pPr>
          </a:lstStyle>
          <a:p/>
        </p:txBody>
      </p:sp>
      <p:sp>
        <p:nvSpPr>
          <p:cNvPr id="30" name="Google Shape;30;gbbda25c5c6_0_185"/>
          <p:cNvSpPr txBox="1"/>
          <p:nvPr>
            <p:ph idx="1" type="body"/>
          </p:nvPr>
        </p:nvSpPr>
        <p:spPr>
          <a:xfrm>
            <a:off x="609600" y="1600200"/>
            <a:ext cx="10972800" cy="4526100"/>
          </a:xfrm>
          <a:prstGeom prst="rect">
            <a:avLst/>
          </a:prstGeom>
          <a:noFill/>
          <a:ln>
            <a:noFill/>
          </a:ln>
        </p:spPr>
        <p:txBody>
          <a:bodyPr anchorCtr="0" anchor="t" bIns="60925" lIns="121900" spcFirstLastPara="1" rIns="121900" wrap="square" tIns="60925">
            <a:noAutofit/>
          </a:bodyPr>
          <a:lstStyle>
            <a:lvl1pPr indent="-393700" lvl="0" marL="457200" marR="0" algn="l">
              <a:lnSpc>
                <a:spcPct val="115000"/>
              </a:lnSpc>
              <a:spcBef>
                <a:spcPts val="900"/>
              </a:spcBef>
              <a:spcAft>
                <a:spcPts val="0"/>
              </a:spcAft>
              <a:buClr>
                <a:schemeClr val="folHlink"/>
              </a:buClr>
              <a:buSzPts val="2600"/>
              <a:buFont typeface="Noto Sans Symbols"/>
              <a:buChar char="■"/>
              <a:defRPr b="0" i="0" sz="4300" u="none" cap="none" strike="noStrike">
                <a:solidFill>
                  <a:schemeClr val="dk1"/>
                </a:solidFill>
                <a:latin typeface="tahoma"/>
                <a:ea typeface="tahoma"/>
                <a:cs typeface="tahoma"/>
                <a:sym typeface="tahoma"/>
              </a:defRPr>
            </a:lvl1pPr>
            <a:lvl2pPr indent="-361950" lvl="1" marL="914400" marR="0" algn="l">
              <a:lnSpc>
                <a:spcPct val="115000"/>
              </a:lnSpc>
              <a:spcBef>
                <a:spcPts val="700"/>
              </a:spcBef>
              <a:spcAft>
                <a:spcPts val="0"/>
              </a:spcAft>
              <a:buClr>
                <a:schemeClr val="hlink"/>
              </a:buClr>
              <a:buSzPts val="2100"/>
              <a:buFont typeface="Noto Sans Symbols"/>
              <a:buChar char="■"/>
              <a:defRPr b="0" i="0" sz="3700" u="none" cap="none" strike="noStrike">
                <a:solidFill>
                  <a:schemeClr val="dk1"/>
                </a:solidFill>
                <a:latin typeface="tahoma"/>
                <a:ea typeface="tahoma"/>
                <a:cs typeface="tahoma"/>
                <a:sym typeface="tahoma"/>
              </a:defRPr>
            </a:lvl2pPr>
            <a:lvl3pPr indent="-330200" lvl="2" marL="1371600" marR="0" algn="l">
              <a:lnSpc>
                <a:spcPct val="115000"/>
              </a:lnSpc>
              <a:spcBef>
                <a:spcPts val="600"/>
              </a:spcBef>
              <a:spcAft>
                <a:spcPts val="0"/>
              </a:spcAft>
              <a:buClr>
                <a:schemeClr val="folHlink"/>
              </a:buClr>
              <a:buSzPts val="1600"/>
              <a:buFont typeface="Noto Sans Symbols"/>
              <a:buChar char="■"/>
              <a:defRPr b="0" i="0" sz="3200" u="none" cap="none" strike="noStrike">
                <a:solidFill>
                  <a:schemeClr val="dk1"/>
                </a:solidFill>
                <a:latin typeface="tahoma"/>
                <a:ea typeface="tahoma"/>
                <a:cs typeface="tahoma"/>
                <a:sym typeface="tahoma"/>
              </a:defRPr>
            </a:lvl3pPr>
            <a:lvl4pPr indent="-323850" lvl="3" marL="1828800" marR="0" algn="l">
              <a:lnSpc>
                <a:spcPct val="115000"/>
              </a:lnSpc>
              <a:spcBef>
                <a:spcPts val="500"/>
              </a:spcBef>
              <a:spcAft>
                <a:spcPts val="0"/>
              </a:spcAft>
              <a:buClr>
                <a:schemeClr val="accent2"/>
              </a:buClr>
              <a:buSzPts val="1500"/>
              <a:buFont typeface="Noto Sans Symbols"/>
              <a:buChar char="■"/>
              <a:defRPr b="0" i="0" sz="2700" u="none" cap="none" strike="noStrike">
                <a:solidFill>
                  <a:schemeClr val="dk1"/>
                </a:solidFill>
                <a:latin typeface="tahoma"/>
                <a:ea typeface="tahoma"/>
                <a:cs typeface="tahoma"/>
                <a:sym typeface="tahoma"/>
              </a:defRPr>
            </a:lvl4pPr>
            <a:lvl5pPr indent="-311150" lvl="4" marL="2286000" marR="0" algn="l">
              <a:lnSpc>
                <a:spcPct val="115000"/>
              </a:lnSpc>
              <a:spcBef>
                <a:spcPts val="500"/>
              </a:spcBef>
              <a:spcAft>
                <a:spcPts val="0"/>
              </a:spcAft>
              <a:buClr>
                <a:schemeClr val="accent1"/>
              </a:buClr>
              <a:buSzPts val="1300"/>
              <a:buFont typeface="Noto Sans Symbols"/>
              <a:buChar char="■"/>
              <a:defRPr b="0" i="0" sz="2700" u="none" cap="none" strike="noStrike">
                <a:solidFill>
                  <a:schemeClr val="dk1"/>
                </a:solidFill>
                <a:latin typeface="tahoma"/>
                <a:ea typeface="tahoma"/>
                <a:cs typeface="tahoma"/>
                <a:sym typeface="tahoma"/>
              </a:defRPr>
            </a:lvl5pPr>
            <a:lvl6pPr indent="-311150" lvl="5" marL="2743200" marR="0" algn="l">
              <a:lnSpc>
                <a:spcPct val="115000"/>
              </a:lnSpc>
              <a:spcBef>
                <a:spcPts val="500"/>
              </a:spcBef>
              <a:spcAft>
                <a:spcPts val="0"/>
              </a:spcAft>
              <a:buClr>
                <a:schemeClr val="accent1"/>
              </a:buClr>
              <a:buSzPts val="1300"/>
              <a:buFont typeface="Noto Sans Symbols"/>
              <a:buChar char="■"/>
              <a:defRPr b="0" i="0" sz="2700" u="none" cap="none" strike="noStrike">
                <a:solidFill>
                  <a:schemeClr val="dk1"/>
                </a:solidFill>
                <a:latin typeface="tahoma"/>
                <a:ea typeface="tahoma"/>
                <a:cs typeface="tahoma"/>
                <a:sym typeface="tahoma"/>
              </a:defRPr>
            </a:lvl6pPr>
            <a:lvl7pPr indent="-311150" lvl="6" marL="3200400" marR="0" algn="l">
              <a:lnSpc>
                <a:spcPct val="115000"/>
              </a:lnSpc>
              <a:spcBef>
                <a:spcPts val="500"/>
              </a:spcBef>
              <a:spcAft>
                <a:spcPts val="0"/>
              </a:spcAft>
              <a:buClr>
                <a:schemeClr val="accent1"/>
              </a:buClr>
              <a:buSzPts val="1300"/>
              <a:buFont typeface="Noto Sans Symbols"/>
              <a:buChar char="■"/>
              <a:defRPr b="0" i="0" sz="2700" u="none" cap="none" strike="noStrike">
                <a:solidFill>
                  <a:schemeClr val="dk1"/>
                </a:solidFill>
                <a:latin typeface="tahoma"/>
                <a:ea typeface="tahoma"/>
                <a:cs typeface="tahoma"/>
                <a:sym typeface="tahoma"/>
              </a:defRPr>
            </a:lvl7pPr>
            <a:lvl8pPr indent="-311150" lvl="7" marL="3657600" marR="0" algn="l">
              <a:lnSpc>
                <a:spcPct val="115000"/>
              </a:lnSpc>
              <a:spcBef>
                <a:spcPts val="500"/>
              </a:spcBef>
              <a:spcAft>
                <a:spcPts val="0"/>
              </a:spcAft>
              <a:buClr>
                <a:schemeClr val="accent1"/>
              </a:buClr>
              <a:buSzPts val="1300"/>
              <a:buFont typeface="Noto Sans Symbols"/>
              <a:buChar char="■"/>
              <a:defRPr b="0" i="0" sz="2700" u="none" cap="none" strike="noStrike">
                <a:solidFill>
                  <a:schemeClr val="dk1"/>
                </a:solidFill>
                <a:latin typeface="tahoma"/>
                <a:ea typeface="tahoma"/>
                <a:cs typeface="tahoma"/>
                <a:sym typeface="tahoma"/>
              </a:defRPr>
            </a:lvl8pPr>
            <a:lvl9pPr indent="-311150" lvl="8" marL="4114800" marR="0" algn="l">
              <a:lnSpc>
                <a:spcPct val="115000"/>
              </a:lnSpc>
              <a:spcBef>
                <a:spcPts val="500"/>
              </a:spcBef>
              <a:spcAft>
                <a:spcPts val="0"/>
              </a:spcAft>
              <a:buClr>
                <a:schemeClr val="accent1"/>
              </a:buClr>
              <a:buSzPts val="1300"/>
              <a:buFont typeface="Noto Sans Symbols"/>
              <a:buChar char="■"/>
              <a:defRPr b="0" i="0" sz="2700" u="none" cap="none" strike="noStrike">
                <a:solidFill>
                  <a:schemeClr val="dk1"/>
                </a:solidFill>
                <a:latin typeface="tahoma"/>
                <a:ea typeface="tahoma"/>
                <a:cs typeface="tahoma"/>
                <a:sym typeface="tahoma"/>
              </a:defRPr>
            </a:lvl9pPr>
          </a:lstStyle>
          <a:p/>
        </p:txBody>
      </p:sp>
      <p:sp>
        <p:nvSpPr>
          <p:cNvPr id="31" name="Google Shape;31;gbbda25c5c6_0_185"/>
          <p:cNvSpPr txBox="1"/>
          <p:nvPr>
            <p:ph idx="12" type="sldNum"/>
          </p:nvPr>
        </p:nvSpPr>
        <p:spPr>
          <a:xfrm>
            <a:off x="-101600" y="6400800"/>
            <a:ext cx="2540100" cy="457200"/>
          </a:xfrm>
          <a:prstGeom prst="rect">
            <a:avLst/>
          </a:prstGeom>
          <a:noFill/>
          <a:ln>
            <a:noFill/>
          </a:ln>
        </p:spPr>
        <p:txBody>
          <a:bodyPr anchorCtr="0" anchor="b" bIns="60925" lIns="121900" spcFirstLastPara="1" rIns="121900" wrap="square" tIns="60925">
            <a:noAutofit/>
          </a:bodyPr>
          <a:lstStyle>
            <a:lvl1pPr indent="0" lvl="0" marL="0" marR="0" algn="l">
              <a:lnSpc>
                <a:spcPct val="100000"/>
              </a:lnSpc>
              <a:spcBef>
                <a:spcPts val="0"/>
              </a:spcBef>
              <a:spcAft>
                <a:spcPts val="0"/>
              </a:spcAft>
              <a:buClr>
                <a:srgbClr val="000000"/>
              </a:buClr>
              <a:buSzPts val="2700"/>
              <a:buFont typeface="Arial"/>
              <a:buNone/>
              <a:defRPr b="1" i="0" sz="2700" u="none" cap="none" strike="noStrike">
                <a:solidFill>
                  <a:schemeClr val="lt2"/>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2700"/>
              <a:buFont typeface="Arial"/>
              <a:buNone/>
              <a:defRPr b="1" i="0" sz="2700" u="none" cap="none" strike="noStrike">
                <a:solidFill>
                  <a:schemeClr val="lt2"/>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2700"/>
              <a:buFont typeface="Arial"/>
              <a:buNone/>
              <a:defRPr b="1" i="0" sz="2700" u="none" cap="none" strike="noStrike">
                <a:solidFill>
                  <a:schemeClr val="lt2"/>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2700"/>
              <a:buFont typeface="Arial"/>
              <a:buNone/>
              <a:defRPr b="1" i="0" sz="2700" u="none" cap="none" strike="noStrike">
                <a:solidFill>
                  <a:schemeClr val="lt2"/>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2700"/>
              <a:buFont typeface="Arial"/>
              <a:buNone/>
              <a:defRPr b="1" i="0" sz="2700" u="none" cap="none" strike="noStrike">
                <a:solidFill>
                  <a:schemeClr val="lt2"/>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2700"/>
              <a:buFont typeface="Arial"/>
              <a:buNone/>
              <a:defRPr b="1" i="0" sz="2700" u="none" cap="none" strike="noStrike">
                <a:solidFill>
                  <a:schemeClr val="lt2"/>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2700"/>
              <a:buFont typeface="Arial"/>
              <a:buNone/>
              <a:defRPr b="1" i="0" sz="2700" u="none" cap="none" strike="noStrike">
                <a:solidFill>
                  <a:schemeClr val="lt2"/>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2700"/>
              <a:buFont typeface="Arial"/>
              <a:buNone/>
              <a:defRPr b="1" i="0" sz="2700" u="none" cap="none" strike="noStrike">
                <a:solidFill>
                  <a:schemeClr val="lt2"/>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2700"/>
              <a:buFont typeface="Arial"/>
              <a:buNone/>
              <a:defRPr b="1" i="0" sz="2700" u="none" cap="none" strike="noStrike">
                <a:solidFill>
                  <a:schemeClr val="lt2"/>
                </a:solidFill>
                <a:latin typeface="Arial"/>
                <a:ea typeface="Arial"/>
                <a:cs typeface="Arial"/>
                <a:sym typeface="Arial"/>
              </a:defRPr>
            </a:lvl9pPr>
          </a:lstStyle>
          <a:p>
            <a:pPr indent="0" lvl="0" marL="0" rtl="0" algn="l">
              <a:spcBef>
                <a:spcPts val="0"/>
              </a:spcBef>
              <a:spcAft>
                <a:spcPts val="0"/>
              </a:spcAft>
              <a:buNone/>
            </a:pPr>
            <a:r>
              <a:rPr lang="en-US"/>
              <a:t>19.</a:t>
            </a: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32" name="Shape 32"/>
        <p:cNvGrpSpPr/>
        <p:nvPr/>
      </p:nvGrpSpPr>
      <p:grpSpPr>
        <a:xfrm>
          <a:off x="0" y="0"/>
          <a:ext cx="0" cy="0"/>
          <a:chOff x="0" y="0"/>
          <a:chExt cx="0" cy="0"/>
        </a:xfrm>
      </p:grpSpPr>
      <p:sp>
        <p:nvSpPr>
          <p:cNvPr id="33" name="Google Shape;33;g31d3c0017c5_0_529"/>
          <p:cNvSpPr txBox="1"/>
          <p:nvPr>
            <p:ph type="title"/>
          </p:nvPr>
        </p:nvSpPr>
        <p:spPr>
          <a:xfrm>
            <a:off x="960000" y="593367"/>
            <a:ext cx="10272000" cy="7635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SzPts val="4000"/>
              <a:buNone/>
              <a:defRPr/>
            </a:lvl1pPr>
            <a:lvl2pPr lvl="1" algn="l">
              <a:lnSpc>
                <a:spcPct val="100000"/>
              </a:lnSpc>
              <a:spcBef>
                <a:spcPts val="0"/>
              </a:spcBef>
              <a:spcAft>
                <a:spcPts val="0"/>
              </a:spcAft>
              <a:buSzPts val="4000"/>
              <a:buNone/>
              <a:defRPr/>
            </a:lvl2pPr>
            <a:lvl3pPr lvl="2" algn="l">
              <a:lnSpc>
                <a:spcPct val="100000"/>
              </a:lnSpc>
              <a:spcBef>
                <a:spcPts val="0"/>
              </a:spcBef>
              <a:spcAft>
                <a:spcPts val="0"/>
              </a:spcAft>
              <a:buSzPts val="4000"/>
              <a:buNone/>
              <a:defRPr/>
            </a:lvl3pPr>
            <a:lvl4pPr lvl="3" algn="l">
              <a:lnSpc>
                <a:spcPct val="100000"/>
              </a:lnSpc>
              <a:spcBef>
                <a:spcPts val="0"/>
              </a:spcBef>
              <a:spcAft>
                <a:spcPts val="0"/>
              </a:spcAft>
              <a:buSzPts val="4000"/>
              <a:buNone/>
              <a:defRPr/>
            </a:lvl4pPr>
            <a:lvl5pPr lvl="4" algn="l">
              <a:lnSpc>
                <a:spcPct val="100000"/>
              </a:lnSpc>
              <a:spcBef>
                <a:spcPts val="0"/>
              </a:spcBef>
              <a:spcAft>
                <a:spcPts val="0"/>
              </a:spcAft>
              <a:buSzPts val="4000"/>
              <a:buNone/>
              <a:defRPr/>
            </a:lvl5pPr>
            <a:lvl6pPr lvl="5" algn="l">
              <a:lnSpc>
                <a:spcPct val="100000"/>
              </a:lnSpc>
              <a:spcBef>
                <a:spcPts val="0"/>
              </a:spcBef>
              <a:spcAft>
                <a:spcPts val="0"/>
              </a:spcAft>
              <a:buSzPts val="4000"/>
              <a:buNone/>
              <a:defRPr/>
            </a:lvl6pPr>
            <a:lvl7pPr lvl="6" algn="l">
              <a:lnSpc>
                <a:spcPct val="100000"/>
              </a:lnSpc>
              <a:spcBef>
                <a:spcPts val="0"/>
              </a:spcBef>
              <a:spcAft>
                <a:spcPts val="0"/>
              </a:spcAft>
              <a:buSzPts val="4000"/>
              <a:buNone/>
              <a:defRPr/>
            </a:lvl7pPr>
            <a:lvl8pPr lvl="7" algn="l">
              <a:lnSpc>
                <a:spcPct val="100000"/>
              </a:lnSpc>
              <a:spcBef>
                <a:spcPts val="0"/>
              </a:spcBef>
              <a:spcAft>
                <a:spcPts val="0"/>
              </a:spcAft>
              <a:buSzPts val="4000"/>
              <a:buNone/>
              <a:defRPr/>
            </a:lvl8pPr>
            <a:lvl9pPr lvl="8" algn="l">
              <a:lnSpc>
                <a:spcPct val="100000"/>
              </a:lnSpc>
              <a:spcBef>
                <a:spcPts val="0"/>
              </a:spcBef>
              <a:spcAft>
                <a:spcPts val="0"/>
              </a:spcAft>
              <a:buSzPts val="4000"/>
              <a:buNone/>
              <a:defRPr/>
            </a:lvl9pPr>
          </a:lstStyle>
          <a:p/>
        </p:txBody>
      </p:sp>
      <p:sp>
        <p:nvSpPr>
          <p:cNvPr id="34" name="Google Shape;34;g31d3c0017c5_0_529"/>
          <p:cNvSpPr txBox="1"/>
          <p:nvPr>
            <p:ph idx="1" type="subTitle"/>
          </p:nvPr>
        </p:nvSpPr>
        <p:spPr>
          <a:xfrm>
            <a:off x="950967" y="2722033"/>
            <a:ext cx="7437900" cy="808800"/>
          </a:xfrm>
          <a:prstGeom prst="rect">
            <a:avLst/>
          </a:prstGeom>
          <a:noFill/>
          <a:ln>
            <a:noFill/>
          </a:ln>
        </p:spPr>
        <p:txBody>
          <a:bodyPr anchorCtr="0" anchor="t" bIns="121900" lIns="121900" spcFirstLastPara="1" rIns="121900" wrap="square" tIns="121900">
            <a:noAutofit/>
          </a:bodyPr>
          <a:lstStyle>
            <a:lvl1pPr lvl="0" algn="l">
              <a:lnSpc>
                <a:spcPct val="115000"/>
              </a:lnSpc>
              <a:spcBef>
                <a:spcPts val="0"/>
              </a:spcBef>
              <a:spcAft>
                <a:spcPts val="0"/>
              </a:spcAft>
              <a:buSzPts val="3700"/>
              <a:buNone/>
              <a:defRPr b="0" sz="19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p:txBody>
      </p:sp>
      <p:sp>
        <p:nvSpPr>
          <p:cNvPr id="35" name="Google Shape;35;g31d3c0017c5_0_529"/>
          <p:cNvSpPr txBox="1"/>
          <p:nvPr>
            <p:ph idx="2" type="subTitle"/>
          </p:nvPr>
        </p:nvSpPr>
        <p:spPr>
          <a:xfrm>
            <a:off x="950967" y="4488867"/>
            <a:ext cx="7437900" cy="856800"/>
          </a:xfrm>
          <a:prstGeom prst="rect">
            <a:avLst/>
          </a:prstGeom>
          <a:noFill/>
          <a:ln>
            <a:noFill/>
          </a:ln>
        </p:spPr>
        <p:txBody>
          <a:bodyPr anchorCtr="0" anchor="t" bIns="121900" lIns="121900" spcFirstLastPara="1" rIns="121900" wrap="square" tIns="121900">
            <a:noAutofit/>
          </a:bodyPr>
          <a:lstStyle>
            <a:lvl1pPr lvl="0" algn="l">
              <a:lnSpc>
                <a:spcPct val="115000"/>
              </a:lnSpc>
              <a:spcBef>
                <a:spcPts val="0"/>
              </a:spcBef>
              <a:spcAft>
                <a:spcPts val="0"/>
              </a:spcAft>
              <a:buSzPts val="3700"/>
              <a:buNone/>
              <a:defRPr b="0" sz="19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p:txBody>
      </p:sp>
      <p:sp>
        <p:nvSpPr>
          <p:cNvPr id="36" name="Google Shape;36;g31d3c0017c5_0_529"/>
          <p:cNvSpPr txBox="1"/>
          <p:nvPr>
            <p:ph idx="3" type="subTitle"/>
          </p:nvPr>
        </p:nvSpPr>
        <p:spPr>
          <a:xfrm>
            <a:off x="950967" y="2239200"/>
            <a:ext cx="7437900" cy="536400"/>
          </a:xfrm>
          <a:prstGeom prst="rect">
            <a:avLst/>
          </a:prstGeom>
          <a:noFill/>
          <a:ln>
            <a:noFill/>
          </a:ln>
        </p:spPr>
        <p:txBody>
          <a:bodyPr anchorCtr="0" anchor="b" bIns="121900" lIns="121900" spcFirstLastPara="1" rIns="121900" wrap="square" tIns="121900">
            <a:noAutofit/>
          </a:bodyPr>
          <a:lstStyle>
            <a:lvl1pPr lvl="0" algn="l">
              <a:lnSpc>
                <a:spcPct val="115000"/>
              </a:lnSpc>
              <a:spcBef>
                <a:spcPts val="0"/>
              </a:spcBef>
              <a:spcAft>
                <a:spcPts val="0"/>
              </a:spcAft>
              <a:buSzPts val="3200"/>
              <a:buFont typeface="IBM Plex Mono"/>
              <a:buNone/>
              <a:defRPr b="1" sz="2700">
                <a:latin typeface="IBM Plex Mono"/>
                <a:ea typeface="IBM Plex Mono"/>
                <a:cs typeface="IBM Plex Mono"/>
                <a:sym typeface="IBM Plex Mono"/>
              </a:defRPr>
            </a:lvl1pPr>
            <a:lvl2pPr lvl="1"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2pPr>
            <a:lvl3pPr lvl="2"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3pPr>
            <a:lvl4pPr lvl="3"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4pPr>
            <a:lvl5pPr lvl="4"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5pPr>
            <a:lvl6pPr lvl="5"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6pPr>
            <a:lvl7pPr lvl="6"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7pPr>
            <a:lvl8pPr lvl="7"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8pPr>
            <a:lvl9pPr lvl="8"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9pPr>
          </a:lstStyle>
          <a:p/>
        </p:txBody>
      </p:sp>
      <p:sp>
        <p:nvSpPr>
          <p:cNvPr id="37" name="Google Shape;37;g31d3c0017c5_0_529"/>
          <p:cNvSpPr txBox="1"/>
          <p:nvPr>
            <p:ph idx="4" type="subTitle"/>
          </p:nvPr>
        </p:nvSpPr>
        <p:spPr>
          <a:xfrm>
            <a:off x="950967" y="4054067"/>
            <a:ext cx="7437900" cy="536400"/>
          </a:xfrm>
          <a:prstGeom prst="rect">
            <a:avLst/>
          </a:prstGeom>
          <a:noFill/>
          <a:ln>
            <a:noFill/>
          </a:ln>
        </p:spPr>
        <p:txBody>
          <a:bodyPr anchorCtr="0" anchor="b" bIns="121900" lIns="121900" spcFirstLastPara="1" rIns="121900" wrap="square" tIns="121900">
            <a:noAutofit/>
          </a:bodyPr>
          <a:lstStyle>
            <a:lvl1pPr lvl="0" algn="l">
              <a:lnSpc>
                <a:spcPct val="115000"/>
              </a:lnSpc>
              <a:spcBef>
                <a:spcPts val="0"/>
              </a:spcBef>
              <a:spcAft>
                <a:spcPts val="0"/>
              </a:spcAft>
              <a:buSzPts val="3200"/>
              <a:buFont typeface="IBM Plex Mono"/>
              <a:buNone/>
              <a:defRPr b="1" sz="2700">
                <a:latin typeface="IBM Plex Mono"/>
                <a:ea typeface="IBM Plex Mono"/>
                <a:cs typeface="IBM Plex Mono"/>
                <a:sym typeface="IBM Plex Mono"/>
              </a:defRPr>
            </a:lvl1pPr>
            <a:lvl2pPr lvl="1"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2pPr>
            <a:lvl3pPr lvl="2"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3pPr>
            <a:lvl4pPr lvl="3"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4pPr>
            <a:lvl5pPr lvl="4"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5pPr>
            <a:lvl6pPr lvl="5"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6pPr>
            <a:lvl7pPr lvl="6"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7pPr>
            <a:lvl8pPr lvl="7"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8pPr>
            <a:lvl9pPr lvl="8"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9pPr>
          </a:lstStyle>
          <a:p/>
        </p:txBody>
      </p:sp>
      <p:grpSp>
        <p:nvGrpSpPr>
          <p:cNvPr id="38" name="Google Shape;38;g31d3c0017c5_0_529"/>
          <p:cNvGrpSpPr/>
          <p:nvPr/>
        </p:nvGrpSpPr>
        <p:grpSpPr>
          <a:xfrm flipH="1" rot="-5400000">
            <a:off x="8318747" y="1376862"/>
            <a:ext cx="6695883" cy="6352440"/>
            <a:chOff x="4571987" y="2268211"/>
            <a:chExt cx="5022034" cy="4764449"/>
          </a:xfrm>
        </p:grpSpPr>
        <p:pic>
          <p:nvPicPr>
            <p:cNvPr id="39" name="Google Shape;39;g31d3c0017c5_0_529"/>
            <p:cNvPicPr preferRelativeResize="0"/>
            <p:nvPr/>
          </p:nvPicPr>
          <p:blipFill rotWithShape="1">
            <a:blip r:embed="rId2">
              <a:alphaModFix/>
            </a:blip>
            <a:srcRect b="26177" l="16960" r="7121" t="24718"/>
            <a:stretch/>
          </p:blipFill>
          <p:spPr>
            <a:xfrm flipH="1">
              <a:off x="5978271" y="3376950"/>
              <a:ext cx="3615750" cy="2759625"/>
            </a:xfrm>
            <a:prstGeom prst="rect">
              <a:avLst/>
            </a:prstGeom>
            <a:noFill/>
            <a:ln>
              <a:noFill/>
            </a:ln>
          </p:spPr>
        </p:pic>
        <p:grpSp>
          <p:nvGrpSpPr>
            <p:cNvPr id="40" name="Google Shape;40;g31d3c0017c5_0_529"/>
            <p:cNvGrpSpPr/>
            <p:nvPr/>
          </p:nvGrpSpPr>
          <p:grpSpPr>
            <a:xfrm rot="10800000">
              <a:off x="4571987" y="2268211"/>
              <a:ext cx="5022034" cy="4764449"/>
              <a:chOff x="-494405" y="-1584825"/>
              <a:chExt cx="4397193" cy="4171657"/>
            </a:xfrm>
          </p:grpSpPr>
          <p:grpSp>
            <p:nvGrpSpPr>
              <p:cNvPr id="41" name="Google Shape;41;g31d3c0017c5_0_529"/>
              <p:cNvGrpSpPr/>
              <p:nvPr/>
            </p:nvGrpSpPr>
            <p:grpSpPr>
              <a:xfrm>
                <a:off x="245875" y="-51824"/>
                <a:ext cx="208200" cy="1824700"/>
                <a:chOff x="1040050" y="3812126"/>
                <a:chExt cx="208200" cy="1824700"/>
              </a:xfrm>
            </p:grpSpPr>
            <p:sp>
              <p:nvSpPr>
                <p:cNvPr id="42" name="Google Shape;42;g31d3c0017c5_0_529"/>
                <p:cNvSpPr/>
                <p:nvPr/>
              </p:nvSpPr>
              <p:spPr>
                <a:xfrm>
                  <a:off x="1040050" y="3812126"/>
                  <a:ext cx="12550" cy="1824700"/>
                </a:xfrm>
                <a:custGeom>
                  <a:rect b="b" l="l" r="r" t="t"/>
                  <a:pathLst>
                    <a:path extrusionOk="0" h="27731" w="306">
                      <a:moveTo>
                        <a:pt x="1" y="1"/>
                      </a:moveTo>
                      <a:lnTo>
                        <a:pt x="1" y="27730"/>
                      </a:lnTo>
                      <a:lnTo>
                        <a:pt x="305" y="27730"/>
                      </a:lnTo>
                      <a:lnTo>
                        <a:pt x="305" y="1"/>
                      </a:lnTo>
                      <a:close/>
                    </a:path>
                  </a:pathLst>
                </a:custGeom>
                <a:gradFill>
                  <a:gsLst>
                    <a:gs pos="0">
                      <a:srgbClr val="9900FF">
                        <a:alpha val="42745"/>
                      </a:srgbClr>
                    </a:gs>
                    <a:gs pos="100000">
                      <a:srgbClr val="FFFFFF">
                        <a:alpha val="42745"/>
                      </a:srgbClr>
                    </a:gs>
                  </a:gsLst>
                  <a:path path="circle">
                    <a:fillToRect b="50%" l="50%" r="50%" t="50%"/>
                  </a:path>
                  <a:tileRect/>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43" name="Google Shape;43;g31d3c0017c5_0_529"/>
                <p:cNvSpPr/>
                <p:nvPr/>
              </p:nvSpPr>
              <p:spPr>
                <a:xfrm>
                  <a:off x="1235741" y="3812126"/>
                  <a:ext cx="12509" cy="1824700"/>
                </a:xfrm>
                <a:custGeom>
                  <a:rect b="b" l="l" r="r" t="t"/>
                  <a:pathLst>
                    <a:path extrusionOk="0" h="27731" w="305">
                      <a:moveTo>
                        <a:pt x="0" y="1"/>
                      </a:moveTo>
                      <a:lnTo>
                        <a:pt x="0" y="27730"/>
                      </a:lnTo>
                      <a:lnTo>
                        <a:pt x="305" y="27730"/>
                      </a:lnTo>
                      <a:lnTo>
                        <a:pt x="305" y="1"/>
                      </a:lnTo>
                      <a:close/>
                    </a:path>
                  </a:pathLst>
                </a:custGeom>
                <a:gradFill>
                  <a:gsLst>
                    <a:gs pos="0">
                      <a:srgbClr val="EB9109">
                        <a:alpha val="42745"/>
                      </a:srgbClr>
                    </a:gs>
                    <a:gs pos="78000">
                      <a:srgbClr val="F5F8FF">
                        <a:alpha val="42745"/>
                      </a:srgbClr>
                    </a:gs>
                    <a:gs pos="100000">
                      <a:srgbClr val="F5F8FF">
                        <a:alpha val="42745"/>
                      </a:srgbClr>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grpSp>
            <p:nvGrpSpPr>
              <p:cNvPr id="44" name="Google Shape;44;g31d3c0017c5_0_529"/>
              <p:cNvGrpSpPr/>
              <p:nvPr/>
            </p:nvGrpSpPr>
            <p:grpSpPr>
              <a:xfrm rot="-8100000">
                <a:off x="540898" y="-1172741"/>
                <a:ext cx="2552124" cy="3347490"/>
                <a:chOff x="2976325" y="908175"/>
                <a:chExt cx="4028179" cy="5283555"/>
              </a:xfrm>
            </p:grpSpPr>
            <p:sp>
              <p:nvSpPr>
                <p:cNvPr id="45" name="Google Shape;45;g31d3c0017c5_0_529"/>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46" name="Google Shape;46;g31d3c0017c5_0_529"/>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47" name="Google Shape;47;g31d3c0017c5_0_529"/>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grpSp>
            <p:nvGrpSpPr>
              <p:cNvPr id="48" name="Google Shape;48;g31d3c0017c5_0_529"/>
              <p:cNvGrpSpPr/>
              <p:nvPr/>
            </p:nvGrpSpPr>
            <p:grpSpPr>
              <a:xfrm>
                <a:off x="-1" y="621223"/>
                <a:ext cx="699940" cy="478601"/>
                <a:chOff x="39723" y="4349022"/>
                <a:chExt cx="1061964" cy="726143"/>
              </a:xfrm>
            </p:grpSpPr>
            <p:grpSp>
              <p:nvGrpSpPr>
                <p:cNvPr id="49" name="Google Shape;49;g31d3c0017c5_0_529"/>
                <p:cNvGrpSpPr/>
                <p:nvPr/>
              </p:nvGrpSpPr>
              <p:grpSpPr>
                <a:xfrm rot="2700000">
                  <a:off x="140502" y="4460925"/>
                  <a:ext cx="524584" cy="502337"/>
                  <a:chOff x="1189791" y="-1767331"/>
                  <a:chExt cx="904284" cy="865933"/>
                </a:xfrm>
              </p:grpSpPr>
              <p:sp>
                <p:nvSpPr>
                  <p:cNvPr id="50" name="Google Shape;50;g31d3c0017c5_0_529"/>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4313"/>
                        </a:srgbClr>
                      </a:gs>
                    </a:gsLst>
                    <a:path path="circle">
                      <a:fillToRect b="100%" l="0%" r="100%" t="0%"/>
                    </a:path>
                    <a:tileRect b="0%" l="-100%" r="0%" t="-10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nvGrpSpPr>
                  <p:cNvPr id="51" name="Google Shape;51;g31d3c0017c5_0_529"/>
                  <p:cNvGrpSpPr/>
                  <p:nvPr/>
                </p:nvGrpSpPr>
                <p:grpSpPr>
                  <a:xfrm>
                    <a:off x="1232795" y="-1740829"/>
                    <a:ext cx="717622" cy="717393"/>
                    <a:chOff x="1483457" y="3953671"/>
                    <a:chExt cx="717622" cy="717393"/>
                  </a:xfrm>
                </p:grpSpPr>
                <p:sp>
                  <p:nvSpPr>
                    <p:cNvPr id="52" name="Google Shape;52;g31d3c0017c5_0_529"/>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2745"/>
                          </a:srgbClr>
                        </a:gs>
                        <a:gs pos="100000">
                          <a:srgbClr val="FFFFFF">
                            <a:alpha val="42745"/>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53" name="Google Shape;53;g31d3c0017c5_0_529"/>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2745"/>
                          </a:srgbClr>
                        </a:gs>
                        <a:gs pos="100000">
                          <a:srgbClr val="FFFFFF">
                            <a:alpha val="42745"/>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54" name="Google Shape;54;g31d3c0017c5_0_529"/>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2745"/>
                          </a:srgbClr>
                        </a:gs>
                        <a:gs pos="100000">
                          <a:srgbClr val="FFFFFF">
                            <a:alpha val="42745"/>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55" name="Google Shape;55;g31d3c0017c5_0_529"/>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2745"/>
                          </a:srgbClr>
                        </a:gs>
                        <a:gs pos="100000">
                          <a:srgbClr val="FFFFFF">
                            <a:alpha val="42745"/>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56" name="Google Shape;56;g31d3c0017c5_0_529"/>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2745"/>
                          </a:srgbClr>
                        </a:gs>
                        <a:gs pos="100000">
                          <a:srgbClr val="FFFFFF">
                            <a:alpha val="42745"/>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grpSp>
            <p:sp>
              <p:nvSpPr>
                <p:cNvPr id="57" name="Google Shape;57;g31d3c0017c5_0_529"/>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2352"/>
                      </a:srgbClr>
                    </a:gs>
                    <a:gs pos="100000">
                      <a:srgbClr val="FFFFFF">
                        <a:alpha val="0"/>
                      </a:srgbClr>
                    </a:gs>
                  </a:gsLst>
                  <a:path path="circle">
                    <a:fillToRect b="50%" l="50%" r="50%" t="50%"/>
                  </a:path>
                  <a:tileRect/>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grpSp>
            <p:nvGrpSpPr>
              <p:cNvPr id="58" name="Google Shape;58;g31d3c0017c5_0_529"/>
              <p:cNvGrpSpPr/>
              <p:nvPr/>
            </p:nvGrpSpPr>
            <p:grpSpPr>
              <a:xfrm>
                <a:off x="955673" y="14"/>
                <a:ext cx="592576" cy="405260"/>
                <a:chOff x="39723" y="4349022"/>
                <a:chExt cx="1061964" cy="726143"/>
              </a:xfrm>
            </p:grpSpPr>
            <p:grpSp>
              <p:nvGrpSpPr>
                <p:cNvPr id="59" name="Google Shape;59;g31d3c0017c5_0_529"/>
                <p:cNvGrpSpPr/>
                <p:nvPr/>
              </p:nvGrpSpPr>
              <p:grpSpPr>
                <a:xfrm rot="2700000">
                  <a:off x="140502" y="4460925"/>
                  <a:ext cx="524584" cy="502337"/>
                  <a:chOff x="1189791" y="-1767331"/>
                  <a:chExt cx="904284" cy="865933"/>
                </a:xfrm>
              </p:grpSpPr>
              <p:sp>
                <p:nvSpPr>
                  <p:cNvPr id="60" name="Google Shape;60;g31d3c0017c5_0_529"/>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4313"/>
                        </a:srgbClr>
                      </a:gs>
                    </a:gsLst>
                    <a:path path="circle">
                      <a:fillToRect b="100%" l="0%" r="100%" t="0%"/>
                    </a:path>
                    <a:tileRect b="0%" l="-100%" r="0%" t="-10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nvGrpSpPr>
                  <p:cNvPr id="61" name="Google Shape;61;g31d3c0017c5_0_529"/>
                  <p:cNvGrpSpPr/>
                  <p:nvPr/>
                </p:nvGrpSpPr>
                <p:grpSpPr>
                  <a:xfrm>
                    <a:off x="1232795" y="-1740829"/>
                    <a:ext cx="717622" cy="717393"/>
                    <a:chOff x="1483457" y="3953671"/>
                    <a:chExt cx="717622" cy="717393"/>
                  </a:xfrm>
                </p:grpSpPr>
                <p:sp>
                  <p:nvSpPr>
                    <p:cNvPr id="62" name="Google Shape;62;g31d3c0017c5_0_529"/>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2745"/>
                          </a:srgbClr>
                        </a:gs>
                        <a:gs pos="100000">
                          <a:srgbClr val="FFFFFF">
                            <a:alpha val="42745"/>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63" name="Google Shape;63;g31d3c0017c5_0_529"/>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2745"/>
                          </a:srgbClr>
                        </a:gs>
                        <a:gs pos="100000">
                          <a:srgbClr val="FFFFFF">
                            <a:alpha val="42745"/>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64" name="Google Shape;64;g31d3c0017c5_0_529"/>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2745"/>
                          </a:srgbClr>
                        </a:gs>
                        <a:gs pos="100000">
                          <a:srgbClr val="FFFFFF">
                            <a:alpha val="42745"/>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65" name="Google Shape;65;g31d3c0017c5_0_529"/>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2745"/>
                          </a:srgbClr>
                        </a:gs>
                        <a:gs pos="100000">
                          <a:srgbClr val="FFFFFF">
                            <a:alpha val="42745"/>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66" name="Google Shape;66;g31d3c0017c5_0_529"/>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2745"/>
                          </a:srgbClr>
                        </a:gs>
                        <a:gs pos="100000">
                          <a:srgbClr val="FFFFFF">
                            <a:alpha val="42745"/>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grpSp>
            <p:sp>
              <p:nvSpPr>
                <p:cNvPr id="67" name="Google Shape;67;g31d3c0017c5_0_529"/>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2352"/>
                      </a:srgbClr>
                    </a:gs>
                    <a:gs pos="100000">
                      <a:srgbClr val="FFFFFF">
                        <a:alpha val="0"/>
                      </a:srgbClr>
                    </a:gs>
                  </a:gsLst>
                  <a:path path="circle">
                    <a:fillToRect b="50%" l="50%" r="50%" t="50%"/>
                  </a:path>
                  <a:tileRect/>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grpSp>
            <p:nvGrpSpPr>
              <p:cNvPr id="68" name="Google Shape;68;g31d3c0017c5_0_529"/>
              <p:cNvGrpSpPr/>
              <p:nvPr/>
            </p:nvGrpSpPr>
            <p:grpSpPr>
              <a:xfrm>
                <a:off x="441574" y="-36652"/>
                <a:ext cx="699940" cy="478601"/>
                <a:chOff x="39723" y="4349022"/>
                <a:chExt cx="1061964" cy="726143"/>
              </a:xfrm>
            </p:grpSpPr>
            <p:grpSp>
              <p:nvGrpSpPr>
                <p:cNvPr id="69" name="Google Shape;69;g31d3c0017c5_0_529"/>
                <p:cNvGrpSpPr/>
                <p:nvPr/>
              </p:nvGrpSpPr>
              <p:grpSpPr>
                <a:xfrm rot="2700000">
                  <a:off x="140502" y="4460925"/>
                  <a:ext cx="524584" cy="502337"/>
                  <a:chOff x="1189791" y="-1767331"/>
                  <a:chExt cx="904284" cy="865933"/>
                </a:xfrm>
              </p:grpSpPr>
              <p:sp>
                <p:nvSpPr>
                  <p:cNvPr id="70" name="Google Shape;70;g31d3c0017c5_0_529"/>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4313"/>
                        </a:srgbClr>
                      </a:gs>
                    </a:gsLst>
                    <a:path path="circle">
                      <a:fillToRect b="100%" l="0%" r="100%" t="0%"/>
                    </a:path>
                    <a:tileRect b="0%" l="-100%" r="0%" t="-10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nvGrpSpPr>
                  <p:cNvPr id="71" name="Google Shape;71;g31d3c0017c5_0_529"/>
                  <p:cNvGrpSpPr/>
                  <p:nvPr/>
                </p:nvGrpSpPr>
                <p:grpSpPr>
                  <a:xfrm>
                    <a:off x="1232795" y="-1740829"/>
                    <a:ext cx="717622" cy="717393"/>
                    <a:chOff x="1483457" y="3953671"/>
                    <a:chExt cx="717622" cy="717393"/>
                  </a:xfrm>
                </p:grpSpPr>
                <p:sp>
                  <p:nvSpPr>
                    <p:cNvPr id="72" name="Google Shape;72;g31d3c0017c5_0_529"/>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2745"/>
                          </a:srgbClr>
                        </a:gs>
                        <a:gs pos="100000">
                          <a:srgbClr val="FFFFFF">
                            <a:alpha val="42745"/>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73" name="Google Shape;73;g31d3c0017c5_0_529"/>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2745"/>
                          </a:srgbClr>
                        </a:gs>
                        <a:gs pos="100000">
                          <a:srgbClr val="FFFFFF">
                            <a:alpha val="42745"/>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74" name="Google Shape;74;g31d3c0017c5_0_529"/>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2745"/>
                          </a:srgbClr>
                        </a:gs>
                        <a:gs pos="100000">
                          <a:srgbClr val="FFFFFF">
                            <a:alpha val="42745"/>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75" name="Google Shape;75;g31d3c0017c5_0_529"/>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2745"/>
                          </a:srgbClr>
                        </a:gs>
                        <a:gs pos="100000">
                          <a:srgbClr val="FFFFFF">
                            <a:alpha val="42745"/>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76" name="Google Shape;76;g31d3c0017c5_0_529"/>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2745"/>
                          </a:srgbClr>
                        </a:gs>
                        <a:gs pos="100000">
                          <a:srgbClr val="FFFFFF">
                            <a:alpha val="42745"/>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grpSp>
            <p:sp>
              <p:nvSpPr>
                <p:cNvPr id="77" name="Google Shape;77;g31d3c0017c5_0_529"/>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2352"/>
                      </a:srgbClr>
                    </a:gs>
                    <a:gs pos="100000">
                      <a:srgbClr val="FFFFFF">
                        <a:alpha val="0"/>
                      </a:srgbClr>
                    </a:gs>
                  </a:gsLst>
                  <a:path path="circle">
                    <a:fillToRect b="50%" l="50%" r="50%" t="50%"/>
                  </a:path>
                  <a:tileRect/>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grpSp>
            <p:nvGrpSpPr>
              <p:cNvPr id="78" name="Google Shape;78;g31d3c0017c5_0_529"/>
              <p:cNvGrpSpPr/>
              <p:nvPr/>
            </p:nvGrpSpPr>
            <p:grpSpPr>
              <a:xfrm>
                <a:off x="-494405" y="-252396"/>
                <a:ext cx="1741563" cy="1288563"/>
                <a:chOff x="-494405" y="-252396"/>
                <a:chExt cx="1741563" cy="1288563"/>
              </a:xfrm>
            </p:grpSpPr>
            <p:sp>
              <p:nvSpPr>
                <p:cNvPr id="79" name="Google Shape;79;g31d3c0017c5_0_529"/>
                <p:cNvSpPr/>
                <p:nvPr/>
              </p:nvSpPr>
              <p:spPr>
                <a:xfrm rot="2700000">
                  <a:off x="137431"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80" name="Google Shape;80;g31d3c0017c5_0_529"/>
                <p:cNvSpPr/>
                <p:nvPr/>
              </p:nvSpPr>
              <p:spPr>
                <a:xfrm rot="2700000">
                  <a:off x="-315569"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grpSp>
        <p:grpSp>
          <p:nvGrpSpPr>
            <p:cNvPr id="81" name="Google Shape;81;g31d3c0017c5_0_529"/>
            <p:cNvGrpSpPr/>
            <p:nvPr/>
          </p:nvGrpSpPr>
          <p:grpSpPr>
            <a:xfrm>
              <a:off x="5643425" y="4968525"/>
              <a:ext cx="439200" cy="439100"/>
              <a:chOff x="1101075" y="2142375"/>
              <a:chExt cx="439200" cy="439100"/>
            </a:xfrm>
          </p:grpSpPr>
          <p:sp>
            <p:nvSpPr>
              <p:cNvPr id="82" name="Google Shape;82;g31d3c0017c5_0_529"/>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2352"/>
                    </a:srgbClr>
                  </a:gs>
                  <a:gs pos="100000">
                    <a:srgbClr val="FFFFFF">
                      <a:alpha val="0"/>
                    </a:srgbClr>
                  </a:gs>
                </a:gsLst>
                <a:lin ang="5400012"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83" name="Google Shape;83;g31d3c0017c5_0_529"/>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2352"/>
                    </a:srgbClr>
                  </a:gs>
                  <a:gs pos="100000">
                    <a:srgbClr val="FFFFFF">
                      <a:alpha val="0"/>
                    </a:srgbClr>
                  </a:gs>
                </a:gsLst>
                <a:lin ang="5400012"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grpSp>
      <p:pic>
        <p:nvPicPr>
          <p:cNvPr id="84" name="Google Shape;84;g31d3c0017c5_0_529"/>
          <p:cNvPicPr preferRelativeResize="0"/>
          <p:nvPr/>
        </p:nvPicPr>
        <p:blipFill rotWithShape="1">
          <a:blip r:embed="rId2">
            <a:alphaModFix/>
          </a:blip>
          <a:srcRect b="26177" l="16960" r="7121" t="24718"/>
          <a:stretch/>
        </p:blipFill>
        <p:spPr>
          <a:xfrm rot="5400000">
            <a:off x="-1910466" y="1177267"/>
            <a:ext cx="3255933" cy="2484998"/>
          </a:xfrm>
          <a:prstGeom prst="rect">
            <a:avLst/>
          </a:prstGeom>
          <a:noFill/>
          <a:ln>
            <a:noFill/>
          </a:ln>
        </p:spPr>
      </p:pic>
      <p:grpSp>
        <p:nvGrpSpPr>
          <p:cNvPr id="85" name="Google Shape;85;g31d3c0017c5_0_529"/>
          <p:cNvGrpSpPr/>
          <p:nvPr/>
        </p:nvGrpSpPr>
        <p:grpSpPr>
          <a:xfrm rot="10800000">
            <a:off x="8061112" y="317406"/>
            <a:ext cx="6078471" cy="178796"/>
            <a:chOff x="796100" y="3019701"/>
            <a:chExt cx="4558967" cy="134100"/>
          </a:xfrm>
        </p:grpSpPr>
        <p:sp>
          <p:nvSpPr>
            <p:cNvPr id="86" name="Google Shape;86;g31d3c0017c5_0_529"/>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cxnSp>
          <p:nvCxnSpPr>
            <p:cNvPr id="87" name="Google Shape;87;g31d3c0017c5_0_529"/>
            <p:cNvCxnSpPr/>
            <p:nvPr/>
          </p:nvCxnSpPr>
          <p:spPr>
            <a:xfrm>
              <a:off x="796100" y="3086750"/>
              <a:ext cx="4462800" cy="0"/>
            </a:xfrm>
            <a:prstGeom prst="straightConnector1">
              <a:avLst/>
            </a:prstGeom>
            <a:noFill/>
            <a:ln cap="flat" cmpd="sng" w="9525">
              <a:solidFill>
                <a:schemeClr val="dk2"/>
              </a:solidFill>
              <a:prstDash val="solid"/>
              <a:round/>
              <a:headEnd len="sm" w="sm" type="none"/>
              <a:tailEnd len="sm" w="sm" type="none"/>
            </a:ln>
          </p:spPr>
        </p:cxnSp>
        <p:sp>
          <p:nvSpPr>
            <p:cNvPr id="88" name="Google Shape;88;g31d3c0017c5_0_529"/>
            <p:cNvSpPr/>
            <p:nvPr/>
          </p:nvSpPr>
          <p:spPr>
            <a:xfrm>
              <a:off x="5251079" y="3049843"/>
              <a:ext cx="73800" cy="73800"/>
            </a:xfrm>
            <a:prstGeom prst="ellipse">
              <a:avLst/>
            </a:prstGeom>
            <a:solidFill>
              <a:schemeClr val="dk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grpSp>
        <p:nvGrpSpPr>
          <p:cNvPr id="89" name="Google Shape;89;g31d3c0017c5_0_529"/>
          <p:cNvGrpSpPr/>
          <p:nvPr/>
        </p:nvGrpSpPr>
        <p:grpSpPr>
          <a:xfrm>
            <a:off x="-1524962" y="5234388"/>
            <a:ext cx="6078471" cy="2023665"/>
            <a:chOff x="-1143750" y="3849687"/>
            <a:chExt cx="4558967" cy="1517787"/>
          </a:xfrm>
        </p:grpSpPr>
        <p:grpSp>
          <p:nvGrpSpPr>
            <p:cNvPr id="90" name="Google Shape;90;g31d3c0017c5_0_529"/>
            <p:cNvGrpSpPr/>
            <p:nvPr/>
          </p:nvGrpSpPr>
          <p:grpSpPr>
            <a:xfrm rot="5400000">
              <a:off x="-805838" y="4155104"/>
              <a:ext cx="1517787" cy="906953"/>
              <a:chOff x="-55500" y="4835979"/>
              <a:chExt cx="1517787" cy="906953"/>
            </a:xfrm>
          </p:grpSpPr>
          <p:sp>
            <p:nvSpPr>
              <p:cNvPr id="91" name="Google Shape;91;g31d3c0017c5_0_529"/>
              <p:cNvSpPr/>
              <p:nvPr/>
            </p:nvSpPr>
            <p:spPr>
              <a:xfrm>
                <a:off x="-55500" y="4895154"/>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alpha val="27058"/>
                    </a:srgbClr>
                  </a:gs>
                  <a:gs pos="22000">
                    <a:srgbClr val="F5F8FF">
                      <a:alpha val="27058"/>
                    </a:srgbClr>
                  </a:gs>
                  <a:gs pos="45000">
                    <a:srgbClr val="FFFFFF">
                      <a:alpha val="27058"/>
                    </a:srgbClr>
                  </a:gs>
                  <a:gs pos="100000">
                    <a:srgbClr val="0C0A9E">
                      <a:alpha val="27058"/>
                    </a:srgbClr>
                  </a:gs>
                </a:gsLst>
                <a:lin ang="2698631"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92" name="Google Shape;92;g31d3c0017c5_0_529"/>
              <p:cNvSpPr/>
              <p:nvPr/>
            </p:nvSpPr>
            <p:spPr>
              <a:xfrm>
                <a:off x="522674" y="4951702"/>
                <a:ext cx="340329" cy="325895"/>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45882"/>
                    </a:srgbClr>
                  </a:gs>
                </a:gsLst>
                <a:lin ang="2698631"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93" name="Google Shape;93;g31d3c0017c5_0_529"/>
              <p:cNvSpPr/>
              <p:nvPr/>
            </p:nvSpPr>
            <p:spPr>
              <a:xfrm>
                <a:off x="401812" y="51855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alpha val="27058"/>
                    </a:srgbClr>
                  </a:gs>
                  <a:gs pos="22000">
                    <a:srgbClr val="F5F8FF">
                      <a:alpha val="27058"/>
                    </a:srgbClr>
                  </a:gs>
                  <a:gs pos="45000">
                    <a:srgbClr val="FFFFFF">
                      <a:alpha val="27058"/>
                    </a:srgbClr>
                  </a:gs>
                  <a:gs pos="100000">
                    <a:srgbClr val="0C0A9E">
                      <a:alpha val="27058"/>
                    </a:srgbClr>
                  </a:gs>
                </a:gsLst>
                <a:lin ang="2698631"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94" name="Google Shape;94;g31d3c0017c5_0_529"/>
              <p:cNvSpPr/>
              <p:nvPr/>
            </p:nvSpPr>
            <p:spPr>
              <a:xfrm>
                <a:off x="880250" y="48359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45882"/>
                    </a:srgbClr>
                  </a:gs>
                </a:gsLst>
                <a:lin ang="2698631"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grpSp>
          <p:nvGrpSpPr>
            <p:cNvPr id="95" name="Google Shape;95;g31d3c0017c5_0_529"/>
            <p:cNvGrpSpPr/>
            <p:nvPr/>
          </p:nvGrpSpPr>
          <p:grpSpPr>
            <a:xfrm>
              <a:off x="-549966" y="3946425"/>
              <a:ext cx="2833357" cy="1421047"/>
              <a:chOff x="-677366" y="4067275"/>
              <a:chExt cx="2833357" cy="1421047"/>
            </a:xfrm>
          </p:grpSpPr>
          <p:sp>
            <p:nvSpPr>
              <p:cNvPr id="96" name="Google Shape;96;g31d3c0017c5_0_529"/>
              <p:cNvSpPr/>
              <p:nvPr/>
            </p:nvSpPr>
            <p:spPr>
              <a:xfrm rot="5400000">
                <a:off x="28789" y="3361120"/>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9900FF">
                      <a:alpha val="42352"/>
                    </a:srgbClr>
                  </a:gs>
                  <a:gs pos="100000">
                    <a:srgbClr val="FFFFFF">
                      <a:alpha val="0"/>
                    </a:srgbClr>
                  </a:gs>
                </a:gsLst>
                <a:lin ang="108014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nvGrpSpPr>
              <p:cNvPr id="97" name="Google Shape;97;g31d3c0017c5_0_529"/>
              <p:cNvGrpSpPr/>
              <p:nvPr/>
            </p:nvGrpSpPr>
            <p:grpSpPr>
              <a:xfrm>
                <a:off x="317735" y="4614472"/>
                <a:ext cx="161977" cy="161940"/>
                <a:chOff x="1101075" y="2142375"/>
                <a:chExt cx="439200" cy="439100"/>
              </a:xfrm>
            </p:grpSpPr>
            <p:sp>
              <p:nvSpPr>
                <p:cNvPr id="98" name="Google Shape;98;g31d3c0017c5_0_529"/>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2352"/>
                      </a:srgbClr>
                    </a:gs>
                    <a:gs pos="100000">
                      <a:srgbClr val="FFFFFF">
                        <a:alpha val="0"/>
                      </a:srgbClr>
                    </a:gs>
                  </a:gsLst>
                  <a:lin ang="108014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99" name="Google Shape;99;g31d3c0017c5_0_529"/>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2352"/>
                      </a:srgbClr>
                    </a:gs>
                    <a:gs pos="100000">
                      <a:srgbClr val="FFFFFF">
                        <a:alpha val="0"/>
                      </a:srgbClr>
                    </a:gs>
                  </a:gsLst>
                  <a:lin ang="108014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grpSp>
            <p:nvGrpSpPr>
              <p:cNvPr id="100" name="Google Shape;100;g31d3c0017c5_0_529"/>
              <p:cNvGrpSpPr/>
              <p:nvPr/>
            </p:nvGrpSpPr>
            <p:grpSpPr>
              <a:xfrm rot="10800000">
                <a:off x="1700151" y="5032693"/>
                <a:ext cx="161977" cy="161940"/>
                <a:chOff x="1101075" y="2142375"/>
                <a:chExt cx="439200" cy="439100"/>
              </a:xfrm>
            </p:grpSpPr>
            <p:sp>
              <p:nvSpPr>
                <p:cNvPr id="101" name="Google Shape;101;g31d3c0017c5_0_529"/>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2352"/>
                      </a:srgbClr>
                    </a:gs>
                    <a:gs pos="100000">
                      <a:srgbClr val="FFFFFF">
                        <a:alpha val="0"/>
                      </a:srgbClr>
                    </a:gs>
                  </a:gsLst>
                  <a:lin ang="108014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02" name="Google Shape;102;g31d3c0017c5_0_529"/>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2352"/>
                      </a:srgbClr>
                    </a:gs>
                    <a:gs pos="100000">
                      <a:srgbClr val="FFFFFF">
                        <a:alpha val="0"/>
                      </a:srgbClr>
                    </a:gs>
                  </a:gsLst>
                  <a:lin ang="108014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grpSp>
        <p:sp>
          <p:nvSpPr>
            <p:cNvPr id="103" name="Google Shape;103;g31d3c0017c5_0_529"/>
            <p:cNvSpPr/>
            <p:nvPr/>
          </p:nvSpPr>
          <p:spPr>
            <a:xfrm rot="-5400000">
              <a:off x="362395" y="3696219"/>
              <a:ext cx="503090" cy="2327806"/>
            </a:xfrm>
            <a:custGeom>
              <a:rect b="b" l="l" r="r" t="t"/>
              <a:pathLst>
                <a:path extrusionOk="0" h="56755" w="12266">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lt2"/>
                </a:gs>
                <a:gs pos="78000">
                  <a:schemeClr val="lt1"/>
                </a:gs>
                <a:gs pos="100000">
                  <a:schemeClr val="lt1"/>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nvGrpSpPr>
            <p:cNvPr id="104" name="Google Shape;104;g31d3c0017c5_0_529"/>
            <p:cNvGrpSpPr/>
            <p:nvPr/>
          </p:nvGrpSpPr>
          <p:grpSpPr>
            <a:xfrm>
              <a:off x="-1143750" y="4741576"/>
              <a:ext cx="4558967" cy="134100"/>
              <a:chOff x="796100" y="3019701"/>
              <a:chExt cx="4558967" cy="134100"/>
            </a:xfrm>
          </p:grpSpPr>
          <p:sp>
            <p:nvSpPr>
              <p:cNvPr id="105" name="Google Shape;105;g31d3c0017c5_0_529"/>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cxnSp>
            <p:nvCxnSpPr>
              <p:cNvPr id="106" name="Google Shape;106;g31d3c0017c5_0_529"/>
              <p:cNvCxnSpPr/>
              <p:nvPr/>
            </p:nvCxnSpPr>
            <p:spPr>
              <a:xfrm>
                <a:off x="796100" y="3086750"/>
                <a:ext cx="4462800" cy="0"/>
              </a:xfrm>
              <a:prstGeom prst="straightConnector1">
                <a:avLst/>
              </a:prstGeom>
              <a:noFill/>
              <a:ln cap="flat" cmpd="sng" w="9525">
                <a:solidFill>
                  <a:schemeClr val="dk2"/>
                </a:solidFill>
                <a:prstDash val="solid"/>
                <a:round/>
                <a:headEnd len="sm" w="sm" type="none"/>
                <a:tailEnd len="sm" w="sm" type="none"/>
              </a:ln>
            </p:spPr>
          </p:cxnSp>
          <p:sp>
            <p:nvSpPr>
              <p:cNvPr id="107" name="Google Shape;107;g31d3c0017c5_0_529"/>
              <p:cNvSpPr/>
              <p:nvPr/>
            </p:nvSpPr>
            <p:spPr>
              <a:xfrm>
                <a:off x="5251079" y="3049843"/>
                <a:ext cx="73800" cy="73800"/>
              </a:xfrm>
              <a:prstGeom prst="ellipse">
                <a:avLst/>
              </a:prstGeom>
              <a:solidFill>
                <a:schemeClr val="dk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8" name="Shape 108"/>
        <p:cNvGrpSpPr/>
        <p:nvPr/>
      </p:nvGrpSpPr>
      <p:grpSpPr>
        <a:xfrm>
          <a:off x="0" y="0"/>
          <a:ext cx="0" cy="0"/>
          <a:chOff x="0" y="0"/>
          <a:chExt cx="0" cy="0"/>
        </a:xfrm>
      </p:grpSpPr>
      <p:sp>
        <p:nvSpPr>
          <p:cNvPr id="109" name="Google Shape;109;gbbda25c5c6_0_183"/>
          <p:cNvSpPr txBox="1"/>
          <p:nvPr>
            <p:ph idx="12" type="sldNum"/>
          </p:nvPr>
        </p:nvSpPr>
        <p:spPr>
          <a:xfrm>
            <a:off x="11296610" y="6217623"/>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0" name="Shape 110"/>
        <p:cNvGrpSpPr/>
        <p:nvPr/>
      </p:nvGrpSpPr>
      <p:grpSpPr>
        <a:xfrm>
          <a:off x="0" y="0"/>
          <a:ext cx="0" cy="0"/>
          <a:chOff x="0" y="0"/>
          <a:chExt cx="0" cy="0"/>
        </a:xfrm>
      </p:grpSpPr>
      <p:sp>
        <p:nvSpPr>
          <p:cNvPr id="111" name="Google Shape;111;gbbda25c5c6_0_189"/>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112" name="Google Shape;112;gbbda25c5c6_0_189"/>
          <p:cNvSpPr txBox="1"/>
          <p:nvPr>
            <p:ph idx="12" type="sldNum"/>
          </p:nvPr>
        </p:nvSpPr>
        <p:spPr>
          <a:xfrm>
            <a:off x="11296610" y="6217623"/>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3" name="Shape 113"/>
        <p:cNvGrpSpPr/>
        <p:nvPr/>
      </p:nvGrpSpPr>
      <p:grpSpPr>
        <a:xfrm>
          <a:off x="0" y="0"/>
          <a:ext cx="0" cy="0"/>
          <a:chOff x="0" y="0"/>
          <a:chExt cx="0" cy="0"/>
        </a:xfrm>
      </p:grpSpPr>
      <p:sp>
        <p:nvSpPr>
          <p:cNvPr id="114" name="Google Shape;114;gbbda25c5c6_0_192"/>
          <p:cNvSpPr txBox="1"/>
          <p:nvPr>
            <p:ph type="title"/>
          </p:nvPr>
        </p:nvSpPr>
        <p:spPr>
          <a:xfrm>
            <a:off x="415600" y="2867800"/>
            <a:ext cx="11360700" cy="1122300"/>
          </a:xfrm>
          <a:prstGeom prst="rect">
            <a:avLst/>
          </a:prstGeom>
          <a:noFill/>
          <a:ln>
            <a:noFill/>
          </a:ln>
        </p:spPr>
        <p:txBody>
          <a:bodyPr anchorCtr="0" anchor="ctr" bIns="121900" lIns="121900" spcFirstLastPara="1" rIns="121900" wrap="square" tIns="121900">
            <a:noAutofit/>
          </a:bodyPr>
          <a:lstStyle>
            <a:lvl1pPr lvl="0" algn="ctr">
              <a:lnSpc>
                <a:spcPct val="100000"/>
              </a:lnSpc>
              <a:spcBef>
                <a:spcPts val="0"/>
              </a:spcBef>
              <a:spcAft>
                <a:spcPts val="0"/>
              </a:spcAft>
              <a:buSzPts val="4800"/>
              <a:buNone/>
              <a:defRPr sz="48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115" name="Google Shape;115;gbbda25c5c6_0_192"/>
          <p:cNvSpPr txBox="1"/>
          <p:nvPr>
            <p:ph idx="12" type="sldNum"/>
          </p:nvPr>
        </p:nvSpPr>
        <p:spPr>
          <a:xfrm>
            <a:off x="11296610" y="6217623"/>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16" name="Shape 116"/>
        <p:cNvGrpSpPr/>
        <p:nvPr/>
      </p:nvGrpSpPr>
      <p:grpSpPr>
        <a:xfrm>
          <a:off x="0" y="0"/>
          <a:ext cx="0" cy="0"/>
          <a:chOff x="0" y="0"/>
          <a:chExt cx="0" cy="0"/>
        </a:xfrm>
      </p:grpSpPr>
      <p:sp>
        <p:nvSpPr>
          <p:cNvPr id="117" name="Google Shape;117;gbbda25c5c6_0_195"/>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118" name="Google Shape;118;gbbda25c5c6_0_195"/>
          <p:cNvSpPr txBox="1"/>
          <p:nvPr>
            <p:ph idx="1" type="body"/>
          </p:nvPr>
        </p:nvSpPr>
        <p:spPr>
          <a:xfrm>
            <a:off x="415600" y="1536633"/>
            <a:ext cx="5333100" cy="4555200"/>
          </a:xfrm>
          <a:prstGeom prst="rect">
            <a:avLst/>
          </a:prstGeom>
          <a:noFill/>
          <a:ln>
            <a:noFill/>
          </a:ln>
        </p:spPr>
        <p:txBody>
          <a:bodyPr anchorCtr="0" anchor="t" bIns="121900" lIns="121900" spcFirstLastPara="1" rIns="121900" wrap="square" tIns="121900">
            <a:noAutofit/>
          </a:bodyPr>
          <a:lstStyle>
            <a:lvl1pPr indent="-349250" lvl="0" marL="457200" algn="l">
              <a:lnSpc>
                <a:spcPct val="115000"/>
              </a:lnSpc>
              <a:spcBef>
                <a:spcPts val="0"/>
              </a:spcBef>
              <a:spcAft>
                <a:spcPts val="0"/>
              </a:spcAft>
              <a:buSzPts val="1900"/>
              <a:buChar char="●"/>
              <a:defRPr sz="1900"/>
            </a:lvl1pPr>
            <a:lvl2pPr indent="-330200" lvl="1" marL="914400" algn="l">
              <a:lnSpc>
                <a:spcPct val="115000"/>
              </a:lnSpc>
              <a:spcBef>
                <a:spcPts val="0"/>
              </a:spcBef>
              <a:spcAft>
                <a:spcPts val="0"/>
              </a:spcAft>
              <a:buSzPts val="1600"/>
              <a:buChar char="○"/>
              <a:defRPr sz="1600"/>
            </a:lvl2pPr>
            <a:lvl3pPr indent="-330200" lvl="2" marL="1371600" algn="l">
              <a:lnSpc>
                <a:spcPct val="115000"/>
              </a:lnSpc>
              <a:spcBef>
                <a:spcPts val="0"/>
              </a:spcBef>
              <a:spcAft>
                <a:spcPts val="0"/>
              </a:spcAft>
              <a:buSzPts val="1600"/>
              <a:buChar char="■"/>
              <a:defRPr sz="1600"/>
            </a:lvl3pPr>
            <a:lvl4pPr indent="-330200" lvl="3" marL="1828800" algn="l">
              <a:lnSpc>
                <a:spcPct val="115000"/>
              </a:lnSpc>
              <a:spcBef>
                <a:spcPts val="0"/>
              </a:spcBef>
              <a:spcAft>
                <a:spcPts val="0"/>
              </a:spcAft>
              <a:buSzPts val="1600"/>
              <a:buChar char="●"/>
              <a:defRPr sz="1600"/>
            </a:lvl4pPr>
            <a:lvl5pPr indent="-330200" lvl="4" marL="2286000" algn="l">
              <a:lnSpc>
                <a:spcPct val="115000"/>
              </a:lnSpc>
              <a:spcBef>
                <a:spcPts val="0"/>
              </a:spcBef>
              <a:spcAft>
                <a:spcPts val="0"/>
              </a:spcAft>
              <a:buSzPts val="1600"/>
              <a:buChar char="○"/>
              <a:defRPr sz="1600"/>
            </a:lvl5pPr>
            <a:lvl6pPr indent="-330200" lvl="5" marL="2743200" algn="l">
              <a:lnSpc>
                <a:spcPct val="115000"/>
              </a:lnSpc>
              <a:spcBef>
                <a:spcPts val="0"/>
              </a:spcBef>
              <a:spcAft>
                <a:spcPts val="0"/>
              </a:spcAft>
              <a:buSzPts val="1600"/>
              <a:buChar char="■"/>
              <a:defRPr sz="1600"/>
            </a:lvl6pPr>
            <a:lvl7pPr indent="-330200" lvl="6" marL="3200400" algn="l">
              <a:lnSpc>
                <a:spcPct val="115000"/>
              </a:lnSpc>
              <a:spcBef>
                <a:spcPts val="0"/>
              </a:spcBef>
              <a:spcAft>
                <a:spcPts val="0"/>
              </a:spcAft>
              <a:buSzPts val="1600"/>
              <a:buChar char="●"/>
              <a:defRPr sz="1600"/>
            </a:lvl7pPr>
            <a:lvl8pPr indent="-330200" lvl="7" marL="3657600" algn="l">
              <a:lnSpc>
                <a:spcPct val="115000"/>
              </a:lnSpc>
              <a:spcBef>
                <a:spcPts val="0"/>
              </a:spcBef>
              <a:spcAft>
                <a:spcPts val="0"/>
              </a:spcAft>
              <a:buSzPts val="1600"/>
              <a:buChar char="○"/>
              <a:defRPr sz="1600"/>
            </a:lvl8pPr>
            <a:lvl9pPr indent="-330200" lvl="8" marL="4114800" algn="l">
              <a:lnSpc>
                <a:spcPct val="115000"/>
              </a:lnSpc>
              <a:spcBef>
                <a:spcPts val="0"/>
              </a:spcBef>
              <a:spcAft>
                <a:spcPts val="0"/>
              </a:spcAft>
              <a:buSzPts val="1600"/>
              <a:buChar char="■"/>
              <a:defRPr sz="1600"/>
            </a:lvl9pPr>
          </a:lstStyle>
          <a:p/>
        </p:txBody>
      </p:sp>
      <p:sp>
        <p:nvSpPr>
          <p:cNvPr id="119" name="Google Shape;119;gbbda25c5c6_0_195"/>
          <p:cNvSpPr txBox="1"/>
          <p:nvPr>
            <p:ph idx="2" type="body"/>
          </p:nvPr>
        </p:nvSpPr>
        <p:spPr>
          <a:xfrm>
            <a:off x="6443200" y="1536633"/>
            <a:ext cx="5333100" cy="4555200"/>
          </a:xfrm>
          <a:prstGeom prst="rect">
            <a:avLst/>
          </a:prstGeom>
          <a:noFill/>
          <a:ln>
            <a:noFill/>
          </a:ln>
        </p:spPr>
        <p:txBody>
          <a:bodyPr anchorCtr="0" anchor="t" bIns="121900" lIns="121900" spcFirstLastPara="1" rIns="121900" wrap="square" tIns="121900">
            <a:noAutofit/>
          </a:bodyPr>
          <a:lstStyle>
            <a:lvl1pPr indent="-349250" lvl="0" marL="457200" algn="l">
              <a:lnSpc>
                <a:spcPct val="115000"/>
              </a:lnSpc>
              <a:spcBef>
                <a:spcPts val="0"/>
              </a:spcBef>
              <a:spcAft>
                <a:spcPts val="0"/>
              </a:spcAft>
              <a:buSzPts val="1900"/>
              <a:buChar char="●"/>
              <a:defRPr sz="1900"/>
            </a:lvl1pPr>
            <a:lvl2pPr indent="-330200" lvl="1" marL="914400" algn="l">
              <a:lnSpc>
                <a:spcPct val="115000"/>
              </a:lnSpc>
              <a:spcBef>
                <a:spcPts val="0"/>
              </a:spcBef>
              <a:spcAft>
                <a:spcPts val="0"/>
              </a:spcAft>
              <a:buSzPts val="1600"/>
              <a:buChar char="○"/>
              <a:defRPr sz="1600"/>
            </a:lvl2pPr>
            <a:lvl3pPr indent="-330200" lvl="2" marL="1371600" algn="l">
              <a:lnSpc>
                <a:spcPct val="115000"/>
              </a:lnSpc>
              <a:spcBef>
                <a:spcPts val="0"/>
              </a:spcBef>
              <a:spcAft>
                <a:spcPts val="0"/>
              </a:spcAft>
              <a:buSzPts val="1600"/>
              <a:buChar char="■"/>
              <a:defRPr sz="1600"/>
            </a:lvl3pPr>
            <a:lvl4pPr indent="-330200" lvl="3" marL="1828800" algn="l">
              <a:lnSpc>
                <a:spcPct val="115000"/>
              </a:lnSpc>
              <a:spcBef>
                <a:spcPts val="0"/>
              </a:spcBef>
              <a:spcAft>
                <a:spcPts val="0"/>
              </a:spcAft>
              <a:buSzPts val="1600"/>
              <a:buChar char="●"/>
              <a:defRPr sz="1600"/>
            </a:lvl4pPr>
            <a:lvl5pPr indent="-330200" lvl="4" marL="2286000" algn="l">
              <a:lnSpc>
                <a:spcPct val="115000"/>
              </a:lnSpc>
              <a:spcBef>
                <a:spcPts val="0"/>
              </a:spcBef>
              <a:spcAft>
                <a:spcPts val="0"/>
              </a:spcAft>
              <a:buSzPts val="1600"/>
              <a:buChar char="○"/>
              <a:defRPr sz="1600"/>
            </a:lvl5pPr>
            <a:lvl6pPr indent="-330200" lvl="5" marL="2743200" algn="l">
              <a:lnSpc>
                <a:spcPct val="115000"/>
              </a:lnSpc>
              <a:spcBef>
                <a:spcPts val="0"/>
              </a:spcBef>
              <a:spcAft>
                <a:spcPts val="0"/>
              </a:spcAft>
              <a:buSzPts val="1600"/>
              <a:buChar char="■"/>
              <a:defRPr sz="1600"/>
            </a:lvl6pPr>
            <a:lvl7pPr indent="-330200" lvl="6" marL="3200400" algn="l">
              <a:lnSpc>
                <a:spcPct val="115000"/>
              </a:lnSpc>
              <a:spcBef>
                <a:spcPts val="0"/>
              </a:spcBef>
              <a:spcAft>
                <a:spcPts val="0"/>
              </a:spcAft>
              <a:buSzPts val="1600"/>
              <a:buChar char="●"/>
              <a:defRPr sz="1600"/>
            </a:lvl7pPr>
            <a:lvl8pPr indent="-330200" lvl="7" marL="3657600" algn="l">
              <a:lnSpc>
                <a:spcPct val="115000"/>
              </a:lnSpc>
              <a:spcBef>
                <a:spcPts val="0"/>
              </a:spcBef>
              <a:spcAft>
                <a:spcPts val="0"/>
              </a:spcAft>
              <a:buSzPts val="1600"/>
              <a:buChar char="○"/>
              <a:defRPr sz="1600"/>
            </a:lvl8pPr>
            <a:lvl9pPr indent="-330200" lvl="8" marL="4114800" algn="l">
              <a:lnSpc>
                <a:spcPct val="115000"/>
              </a:lnSpc>
              <a:spcBef>
                <a:spcPts val="0"/>
              </a:spcBef>
              <a:spcAft>
                <a:spcPts val="0"/>
              </a:spcAft>
              <a:buSzPts val="1600"/>
              <a:buChar char="■"/>
              <a:defRPr sz="1600"/>
            </a:lvl9pPr>
          </a:lstStyle>
          <a:p/>
        </p:txBody>
      </p:sp>
      <p:sp>
        <p:nvSpPr>
          <p:cNvPr id="120" name="Google Shape;120;gbbda25c5c6_0_195"/>
          <p:cNvSpPr txBox="1"/>
          <p:nvPr>
            <p:ph idx="12" type="sldNum"/>
          </p:nvPr>
        </p:nvSpPr>
        <p:spPr>
          <a:xfrm>
            <a:off x="11296610" y="6217623"/>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21" name="Shape 121"/>
        <p:cNvGrpSpPr/>
        <p:nvPr/>
      </p:nvGrpSpPr>
      <p:grpSpPr>
        <a:xfrm>
          <a:off x="0" y="0"/>
          <a:ext cx="0" cy="0"/>
          <a:chOff x="0" y="0"/>
          <a:chExt cx="0" cy="0"/>
        </a:xfrm>
      </p:grpSpPr>
      <p:sp>
        <p:nvSpPr>
          <p:cNvPr id="122" name="Google Shape;122;gbbda25c5c6_0_200"/>
          <p:cNvSpPr txBox="1"/>
          <p:nvPr>
            <p:ph type="title"/>
          </p:nvPr>
        </p:nvSpPr>
        <p:spPr>
          <a:xfrm>
            <a:off x="415600" y="740800"/>
            <a:ext cx="3744000" cy="1007700"/>
          </a:xfrm>
          <a:prstGeom prst="rect">
            <a:avLst/>
          </a:prstGeom>
          <a:noFill/>
          <a:ln>
            <a:noFill/>
          </a:ln>
        </p:spPr>
        <p:txBody>
          <a:bodyPr anchorCtr="0" anchor="b" bIns="121900" lIns="121900" spcFirstLastPara="1" rIns="121900" wrap="square" tIns="121900">
            <a:noAutofit/>
          </a:bodyPr>
          <a:lstStyle>
            <a:lvl1pPr lvl="0" algn="l">
              <a:lnSpc>
                <a:spcPct val="100000"/>
              </a:lnSpc>
              <a:spcBef>
                <a:spcPts val="0"/>
              </a:spcBef>
              <a:spcAft>
                <a:spcPts val="0"/>
              </a:spcAft>
              <a:buSzPts val="3200"/>
              <a:buNone/>
              <a:defRPr sz="3200"/>
            </a:lvl1pPr>
            <a:lvl2pPr lvl="1" algn="l">
              <a:lnSpc>
                <a:spcPct val="100000"/>
              </a:lnSpc>
              <a:spcBef>
                <a:spcPts val="0"/>
              </a:spcBef>
              <a:spcAft>
                <a:spcPts val="0"/>
              </a:spcAft>
              <a:buSzPts val="3200"/>
              <a:buNone/>
              <a:defRPr sz="3200"/>
            </a:lvl2pPr>
            <a:lvl3pPr lvl="2" algn="l">
              <a:lnSpc>
                <a:spcPct val="100000"/>
              </a:lnSpc>
              <a:spcBef>
                <a:spcPts val="0"/>
              </a:spcBef>
              <a:spcAft>
                <a:spcPts val="0"/>
              </a:spcAft>
              <a:buSzPts val="3200"/>
              <a:buNone/>
              <a:defRPr sz="3200"/>
            </a:lvl3pPr>
            <a:lvl4pPr lvl="3" algn="l">
              <a:lnSpc>
                <a:spcPct val="100000"/>
              </a:lnSpc>
              <a:spcBef>
                <a:spcPts val="0"/>
              </a:spcBef>
              <a:spcAft>
                <a:spcPts val="0"/>
              </a:spcAft>
              <a:buSzPts val="3200"/>
              <a:buNone/>
              <a:defRPr sz="3200"/>
            </a:lvl4pPr>
            <a:lvl5pPr lvl="4" algn="l">
              <a:lnSpc>
                <a:spcPct val="100000"/>
              </a:lnSpc>
              <a:spcBef>
                <a:spcPts val="0"/>
              </a:spcBef>
              <a:spcAft>
                <a:spcPts val="0"/>
              </a:spcAft>
              <a:buSzPts val="3200"/>
              <a:buNone/>
              <a:defRPr sz="3200"/>
            </a:lvl5pPr>
            <a:lvl6pPr lvl="5" algn="l">
              <a:lnSpc>
                <a:spcPct val="100000"/>
              </a:lnSpc>
              <a:spcBef>
                <a:spcPts val="0"/>
              </a:spcBef>
              <a:spcAft>
                <a:spcPts val="0"/>
              </a:spcAft>
              <a:buSzPts val="3200"/>
              <a:buNone/>
              <a:defRPr sz="3200"/>
            </a:lvl6pPr>
            <a:lvl7pPr lvl="6" algn="l">
              <a:lnSpc>
                <a:spcPct val="100000"/>
              </a:lnSpc>
              <a:spcBef>
                <a:spcPts val="0"/>
              </a:spcBef>
              <a:spcAft>
                <a:spcPts val="0"/>
              </a:spcAft>
              <a:buSzPts val="3200"/>
              <a:buNone/>
              <a:defRPr sz="3200"/>
            </a:lvl7pPr>
            <a:lvl8pPr lvl="7" algn="l">
              <a:lnSpc>
                <a:spcPct val="100000"/>
              </a:lnSpc>
              <a:spcBef>
                <a:spcPts val="0"/>
              </a:spcBef>
              <a:spcAft>
                <a:spcPts val="0"/>
              </a:spcAft>
              <a:buSzPts val="3200"/>
              <a:buNone/>
              <a:defRPr sz="3200"/>
            </a:lvl8pPr>
            <a:lvl9pPr lvl="8" algn="l">
              <a:lnSpc>
                <a:spcPct val="100000"/>
              </a:lnSpc>
              <a:spcBef>
                <a:spcPts val="0"/>
              </a:spcBef>
              <a:spcAft>
                <a:spcPts val="0"/>
              </a:spcAft>
              <a:buSzPts val="3200"/>
              <a:buNone/>
              <a:defRPr sz="3200"/>
            </a:lvl9pPr>
          </a:lstStyle>
          <a:p/>
        </p:txBody>
      </p:sp>
      <p:sp>
        <p:nvSpPr>
          <p:cNvPr id="123" name="Google Shape;123;gbbda25c5c6_0_200"/>
          <p:cNvSpPr txBox="1"/>
          <p:nvPr>
            <p:ph idx="1" type="body"/>
          </p:nvPr>
        </p:nvSpPr>
        <p:spPr>
          <a:xfrm>
            <a:off x="415600" y="1852800"/>
            <a:ext cx="3744000" cy="4239300"/>
          </a:xfrm>
          <a:prstGeom prst="rect">
            <a:avLst/>
          </a:prstGeom>
          <a:noFill/>
          <a:ln>
            <a:noFill/>
          </a:ln>
        </p:spPr>
        <p:txBody>
          <a:bodyPr anchorCtr="0" anchor="t" bIns="121900" lIns="121900" spcFirstLastPara="1" rIns="121900" wrap="square" tIns="121900">
            <a:noAutofit/>
          </a:bodyPr>
          <a:lstStyle>
            <a:lvl1pPr indent="-330200" lvl="0" marL="457200" algn="l">
              <a:lnSpc>
                <a:spcPct val="115000"/>
              </a:lnSpc>
              <a:spcBef>
                <a:spcPts val="0"/>
              </a:spcBef>
              <a:spcAft>
                <a:spcPts val="0"/>
              </a:spcAft>
              <a:buSzPts val="1600"/>
              <a:buChar char="●"/>
              <a:defRPr sz="1600"/>
            </a:lvl1pPr>
            <a:lvl2pPr indent="-330200" lvl="1" marL="914400" algn="l">
              <a:lnSpc>
                <a:spcPct val="115000"/>
              </a:lnSpc>
              <a:spcBef>
                <a:spcPts val="0"/>
              </a:spcBef>
              <a:spcAft>
                <a:spcPts val="0"/>
              </a:spcAft>
              <a:buSzPts val="1600"/>
              <a:buChar char="○"/>
              <a:defRPr sz="1600"/>
            </a:lvl2pPr>
            <a:lvl3pPr indent="-330200" lvl="2" marL="1371600" algn="l">
              <a:lnSpc>
                <a:spcPct val="115000"/>
              </a:lnSpc>
              <a:spcBef>
                <a:spcPts val="0"/>
              </a:spcBef>
              <a:spcAft>
                <a:spcPts val="0"/>
              </a:spcAft>
              <a:buSzPts val="1600"/>
              <a:buChar char="■"/>
              <a:defRPr sz="1600"/>
            </a:lvl3pPr>
            <a:lvl4pPr indent="-330200" lvl="3" marL="1828800" algn="l">
              <a:lnSpc>
                <a:spcPct val="115000"/>
              </a:lnSpc>
              <a:spcBef>
                <a:spcPts val="0"/>
              </a:spcBef>
              <a:spcAft>
                <a:spcPts val="0"/>
              </a:spcAft>
              <a:buSzPts val="1600"/>
              <a:buChar char="●"/>
              <a:defRPr sz="1600"/>
            </a:lvl4pPr>
            <a:lvl5pPr indent="-330200" lvl="4" marL="2286000" algn="l">
              <a:lnSpc>
                <a:spcPct val="115000"/>
              </a:lnSpc>
              <a:spcBef>
                <a:spcPts val="0"/>
              </a:spcBef>
              <a:spcAft>
                <a:spcPts val="0"/>
              </a:spcAft>
              <a:buSzPts val="1600"/>
              <a:buChar char="○"/>
              <a:defRPr sz="1600"/>
            </a:lvl5pPr>
            <a:lvl6pPr indent="-330200" lvl="5" marL="2743200" algn="l">
              <a:lnSpc>
                <a:spcPct val="115000"/>
              </a:lnSpc>
              <a:spcBef>
                <a:spcPts val="0"/>
              </a:spcBef>
              <a:spcAft>
                <a:spcPts val="0"/>
              </a:spcAft>
              <a:buSzPts val="1600"/>
              <a:buChar char="■"/>
              <a:defRPr sz="1600"/>
            </a:lvl6pPr>
            <a:lvl7pPr indent="-330200" lvl="6" marL="3200400" algn="l">
              <a:lnSpc>
                <a:spcPct val="115000"/>
              </a:lnSpc>
              <a:spcBef>
                <a:spcPts val="0"/>
              </a:spcBef>
              <a:spcAft>
                <a:spcPts val="0"/>
              </a:spcAft>
              <a:buSzPts val="1600"/>
              <a:buChar char="●"/>
              <a:defRPr sz="1600"/>
            </a:lvl7pPr>
            <a:lvl8pPr indent="-330200" lvl="7" marL="3657600" algn="l">
              <a:lnSpc>
                <a:spcPct val="115000"/>
              </a:lnSpc>
              <a:spcBef>
                <a:spcPts val="0"/>
              </a:spcBef>
              <a:spcAft>
                <a:spcPts val="0"/>
              </a:spcAft>
              <a:buSzPts val="1600"/>
              <a:buChar char="○"/>
              <a:defRPr sz="1600"/>
            </a:lvl8pPr>
            <a:lvl9pPr indent="-330200" lvl="8" marL="4114800" algn="l">
              <a:lnSpc>
                <a:spcPct val="115000"/>
              </a:lnSpc>
              <a:spcBef>
                <a:spcPts val="0"/>
              </a:spcBef>
              <a:spcAft>
                <a:spcPts val="0"/>
              </a:spcAft>
              <a:buSzPts val="1600"/>
              <a:buChar char="■"/>
              <a:defRPr sz="1600"/>
            </a:lvl9pPr>
          </a:lstStyle>
          <a:p/>
        </p:txBody>
      </p:sp>
      <p:sp>
        <p:nvSpPr>
          <p:cNvPr id="124" name="Google Shape;124;gbbda25c5c6_0_200"/>
          <p:cNvSpPr txBox="1"/>
          <p:nvPr>
            <p:ph idx="12" type="sldNum"/>
          </p:nvPr>
        </p:nvSpPr>
        <p:spPr>
          <a:xfrm>
            <a:off x="11296610" y="6217623"/>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25" name="Shape 125"/>
        <p:cNvGrpSpPr/>
        <p:nvPr/>
      </p:nvGrpSpPr>
      <p:grpSpPr>
        <a:xfrm>
          <a:off x="0" y="0"/>
          <a:ext cx="0" cy="0"/>
          <a:chOff x="0" y="0"/>
          <a:chExt cx="0" cy="0"/>
        </a:xfrm>
      </p:grpSpPr>
      <p:sp>
        <p:nvSpPr>
          <p:cNvPr id="126" name="Google Shape;126;gbbda25c5c6_0_204"/>
          <p:cNvSpPr txBox="1"/>
          <p:nvPr>
            <p:ph type="title"/>
          </p:nvPr>
        </p:nvSpPr>
        <p:spPr>
          <a:xfrm>
            <a:off x="653667" y="600200"/>
            <a:ext cx="8490300" cy="5454300"/>
          </a:xfrm>
          <a:prstGeom prst="rect">
            <a:avLst/>
          </a:prstGeom>
          <a:noFill/>
          <a:ln>
            <a:noFill/>
          </a:ln>
        </p:spPr>
        <p:txBody>
          <a:bodyPr anchorCtr="0" anchor="ctr" bIns="121900" lIns="121900" spcFirstLastPara="1" rIns="121900" wrap="square" tIns="121900">
            <a:noAutofit/>
          </a:bodyPr>
          <a:lstStyle>
            <a:lvl1pPr lvl="0" algn="l">
              <a:lnSpc>
                <a:spcPct val="100000"/>
              </a:lnSpc>
              <a:spcBef>
                <a:spcPts val="0"/>
              </a:spcBef>
              <a:spcAft>
                <a:spcPts val="0"/>
              </a:spcAft>
              <a:buSzPts val="6400"/>
              <a:buNone/>
              <a:defRPr sz="6400"/>
            </a:lvl1pPr>
            <a:lvl2pPr lvl="1" algn="l">
              <a:lnSpc>
                <a:spcPct val="100000"/>
              </a:lnSpc>
              <a:spcBef>
                <a:spcPts val="0"/>
              </a:spcBef>
              <a:spcAft>
                <a:spcPts val="0"/>
              </a:spcAft>
              <a:buSzPts val="6400"/>
              <a:buNone/>
              <a:defRPr sz="6400"/>
            </a:lvl2pPr>
            <a:lvl3pPr lvl="2" algn="l">
              <a:lnSpc>
                <a:spcPct val="100000"/>
              </a:lnSpc>
              <a:spcBef>
                <a:spcPts val="0"/>
              </a:spcBef>
              <a:spcAft>
                <a:spcPts val="0"/>
              </a:spcAft>
              <a:buSzPts val="6400"/>
              <a:buNone/>
              <a:defRPr sz="6400"/>
            </a:lvl3pPr>
            <a:lvl4pPr lvl="3" algn="l">
              <a:lnSpc>
                <a:spcPct val="100000"/>
              </a:lnSpc>
              <a:spcBef>
                <a:spcPts val="0"/>
              </a:spcBef>
              <a:spcAft>
                <a:spcPts val="0"/>
              </a:spcAft>
              <a:buSzPts val="6400"/>
              <a:buNone/>
              <a:defRPr sz="6400"/>
            </a:lvl4pPr>
            <a:lvl5pPr lvl="4" algn="l">
              <a:lnSpc>
                <a:spcPct val="100000"/>
              </a:lnSpc>
              <a:spcBef>
                <a:spcPts val="0"/>
              </a:spcBef>
              <a:spcAft>
                <a:spcPts val="0"/>
              </a:spcAft>
              <a:buSzPts val="6400"/>
              <a:buNone/>
              <a:defRPr sz="6400"/>
            </a:lvl5pPr>
            <a:lvl6pPr lvl="5" algn="l">
              <a:lnSpc>
                <a:spcPct val="100000"/>
              </a:lnSpc>
              <a:spcBef>
                <a:spcPts val="0"/>
              </a:spcBef>
              <a:spcAft>
                <a:spcPts val="0"/>
              </a:spcAft>
              <a:buSzPts val="6400"/>
              <a:buNone/>
              <a:defRPr sz="6400"/>
            </a:lvl6pPr>
            <a:lvl7pPr lvl="6" algn="l">
              <a:lnSpc>
                <a:spcPct val="100000"/>
              </a:lnSpc>
              <a:spcBef>
                <a:spcPts val="0"/>
              </a:spcBef>
              <a:spcAft>
                <a:spcPts val="0"/>
              </a:spcAft>
              <a:buSzPts val="6400"/>
              <a:buNone/>
              <a:defRPr sz="6400"/>
            </a:lvl7pPr>
            <a:lvl8pPr lvl="7" algn="l">
              <a:lnSpc>
                <a:spcPct val="100000"/>
              </a:lnSpc>
              <a:spcBef>
                <a:spcPts val="0"/>
              </a:spcBef>
              <a:spcAft>
                <a:spcPts val="0"/>
              </a:spcAft>
              <a:buSzPts val="6400"/>
              <a:buNone/>
              <a:defRPr sz="6400"/>
            </a:lvl8pPr>
            <a:lvl9pPr lvl="8" algn="l">
              <a:lnSpc>
                <a:spcPct val="100000"/>
              </a:lnSpc>
              <a:spcBef>
                <a:spcPts val="0"/>
              </a:spcBef>
              <a:spcAft>
                <a:spcPts val="0"/>
              </a:spcAft>
              <a:buSzPts val="6400"/>
              <a:buNone/>
              <a:defRPr sz="6400"/>
            </a:lvl9pPr>
          </a:lstStyle>
          <a:p/>
        </p:txBody>
      </p:sp>
      <p:sp>
        <p:nvSpPr>
          <p:cNvPr id="127" name="Google Shape;127;gbbda25c5c6_0_204"/>
          <p:cNvSpPr txBox="1"/>
          <p:nvPr>
            <p:ph idx="12" type="sldNum"/>
          </p:nvPr>
        </p:nvSpPr>
        <p:spPr>
          <a:xfrm>
            <a:off x="11296610" y="6217623"/>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8" name="Shape 128"/>
        <p:cNvGrpSpPr/>
        <p:nvPr/>
      </p:nvGrpSpPr>
      <p:grpSpPr>
        <a:xfrm>
          <a:off x="0" y="0"/>
          <a:ext cx="0" cy="0"/>
          <a:chOff x="0" y="0"/>
          <a:chExt cx="0" cy="0"/>
        </a:xfrm>
      </p:grpSpPr>
      <p:sp>
        <p:nvSpPr>
          <p:cNvPr id="129" name="Google Shape;129;gbbda25c5c6_0_207"/>
          <p:cNvSpPr/>
          <p:nvPr/>
        </p:nvSpPr>
        <p:spPr>
          <a:xfrm>
            <a:off x="6096000" y="-167"/>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30" name="Google Shape;130;gbbda25c5c6_0_207"/>
          <p:cNvSpPr txBox="1"/>
          <p:nvPr>
            <p:ph type="title"/>
          </p:nvPr>
        </p:nvSpPr>
        <p:spPr>
          <a:xfrm>
            <a:off x="354000" y="1644233"/>
            <a:ext cx="5393700" cy="1976400"/>
          </a:xfrm>
          <a:prstGeom prst="rect">
            <a:avLst/>
          </a:prstGeom>
          <a:noFill/>
          <a:ln>
            <a:noFill/>
          </a:ln>
        </p:spPr>
        <p:txBody>
          <a:bodyPr anchorCtr="0" anchor="b" bIns="121900" lIns="121900" spcFirstLastPara="1" rIns="121900" wrap="square" tIns="121900">
            <a:noAutofit/>
          </a:bodyPr>
          <a:lstStyle>
            <a:lvl1pPr lvl="0" algn="ctr">
              <a:lnSpc>
                <a:spcPct val="100000"/>
              </a:lnSpc>
              <a:spcBef>
                <a:spcPts val="0"/>
              </a:spcBef>
              <a:spcAft>
                <a:spcPts val="0"/>
              </a:spcAft>
              <a:buSzPts val="5600"/>
              <a:buNone/>
              <a:defRPr sz="5600"/>
            </a:lvl1pPr>
            <a:lvl2pPr lvl="1" algn="ctr">
              <a:lnSpc>
                <a:spcPct val="100000"/>
              </a:lnSpc>
              <a:spcBef>
                <a:spcPts val="0"/>
              </a:spcBef>
              <a:spcAft>
                <a:spcPts val="0"/>
              </a:spcAft>
              <a:buSzPts val="5600"/>
              <a:buNone/>
              <a:defRPr sz="5600"/>
            </a:lvl2pPr>
            <a:lvl3pPr lvl="2" algn="ctr">
              <a:lnSpc>
                <a:spcPct val="100000"/>
              </a:lnSpc>
              <a:spcBef>
                <a:spcPts val="0"/>
              </a:spcBef>
              <a:spcAft>
                <a:spcPts val="0"/>
              </a:spcAft>
              <a:buSzPts val="5600"/>
              <a:buNone/>
              <a:defRPr sz="5600"/>
            </a:lvl3pPr>
            <a:lvl4pPr lvl="3" algn="ctr">
              <a:lnSpc>
                <a:spcPct val="100000"/>
              </a:lnSpc>
              <a:spcBef>
                <a:spcPts val="0"/>
              </a:spcBef>
              <a:spcAft>
                <a:spcPts val="0"/>
              </a:spcAft>
              <a:buSzPts val="5600"/>
              <a:buNone/>
              <a:defRPr sz="5600"/>
            </a:lvl4pPr>
            <a:lvl5pPr lvl="4" algn="ctr">
              <a:lnSpc>
                <a:spcPct val="100000"/>
              </a:lnSpc>
              <a:spcBef>
                <a:spcPts val="0"/>
              </a:spcBef>
              <a:spcAft>
                <a:spcPts val="0"/>
              </a:spcAft>
              <a:buSzPts val="5600"/>
              <a:buNone/>
              <a:defRPr sz="5600"/>
            </a:lvl5pPr>
            <a:lvl6pPr lvl="5" algn="ctr">
              <a:lnSpc>
                <a:spcPct val="100000"/>
              </a:lnSpc>
              <a:spcBef>
                <a:spcPts val="0"/>
              </a:spcBef>
              <a:spcAft>
                <a:spcPts val="0"/>
              </a:spcAft>
              <a:buSzPts val="5600"/>
              <a:buNone/>
              <a:defRPr sz="5600"/>
            </a:lvl6pPr>
            <a:lvl7pPr lvl="6" algn="ctr">
              <a:lnSpc>
                <a:spcPct val="100000"/>
              </a:lnSpc>
              <a:spcBef>
                <a:spcPts val="0"/>
              </a:spcBef>
              <a:spcAft>
                <a:spcPts val="0"/>
              </a:spcAft>
              <a:buSzPts val="5600"/>
              <a:buNone/>
              <a:defRPr sz="5600"/>
            </a:lvl7pPr>
            <a:lvl8pPr lvl="7" algn="ctr">
              <a:lnSpc>
                <a:spcPct val="100000"/>
              </a:lnSpc>
              <a:spcBef>
                <a:spcPts val="0"/>
              </a:spcBef>
              <a:spcAft>
                <a:spcPts val="0"/>
              </a:spcAft>
              <a:buSzPts val="5600"/>
              <a:buNone/>
              <a:defRPr sz="5600"/>
            </a:lvl8pPr>
            <a:lvl9pPr lvl="8" algn="ctr">
              <a:lnSpc>
                <a:spcPct val="100000"/>
              </a:lnSpc>
              <a:spcBef>
                <a:spcPts val="0"/>
              </a:spcBef>
              <a:spcAft>
                <a:spcPts val="0"/>
              </a:spcAft>
              <a:buSzPts val="5600"/>
              <a:buNone/>
              <a:defRPr sz="5600"/>
            </a:lvl9pPr>
          </a:lstStyle>
          <a:p/>
        </p:txBody>
      </p:sp>
      <p:sp>
        <p:nvSpPr>
          <p:cNvPr id="131" name="Google Shape;131;gbbda25c5c6_0_207"/>
          <p:cNvSpPr txBox="1"/>
          <p:nvPr>
            <p:ph idx="1" type="subTitle"/>
          </p:nvPr>
        </p:nvSpPr>
        <p:spPr>
          <a:xfrm>
            <a:off x="354000" y="3737433"/>
            <a:ext cx="5393700" cy="16467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2" name="Google Shape;132;gbbda25c5c6_0_207"/>
          <p:cNvSpPr txBox="1"/>
          <p:nvPr>
            <p:ph idx="2" type="body"/>
          </p:nvPr>
        </p:nvSpPr>
        <p:spPr>
          <a:xfrm>
            <a:off x="6586000" y="965433"/>
            <a:ext cx="5115900" cy="4926900"/>
          </a:xfrm>
          <a:prstGeom prst="rect">
            <a:avLst/>
          </a:prstGeom>
          <a:noFill/>
          <a:ln>
            <a:noFill/>
          </a:ln>
        </p:spPr>
        <p:txBody>
          <a:bodyPr anchorCtr="0" anchor="ctr" bIns="121900" lIns="121900" spcFirstLastPara="1" rIns="121900" wrap="square" tIns="121900">
            <a:noAutofit/>
          </a:bodyPr>
          <a:lstStyle>
            <a:lvl1pPr indent="-381000" lvl="0" marL="457200" algn="l">
              <a:lnSpc>
                <a:spcPct val="115000"/>
              </a:lnSpc>
              <a:spcBef>
                <a:spcPts val="0"/>
              </a:spcBef>
              <a:spcAft>
                <a:spcPts val="0"/>
              </a:spcAft>
              <a:buSzPts val="2400"/>
              <a:buChar char="●"/>
              <a:defRPr/>
            </a:lvl1pPr>
            <a:lvl2pPr indent="-349250" lvl="1" marL="914400" algn="l">
              <a:lnSpc>
                <a:spcPct val="115000"/>
              </a:lnSpc>
              <a:spcBef>
                <a:spcPts val="0"/>
              </a:spcBef>
              <a:spcAft>
                <a:spcPts val="0"/>
              </a:spcAft>
              <a:buSzPts val="1900"/>
              <a:buChar char="○"/>
              <a:defRPr/>
            </a:lvl2pPr>
            <a:lvl3pPr indent="-349250" lvl="2" marL="1371600" algn="l">
              <a:lnSpc>
                <a:spcPct val="115000"/>
              </a:lnSpc>
              <a:spcBef>
                <a:spcPts val="0"/>
              </a:spcBef>
              <a:spcAft>
                <a:spcPts val="0"/>
              </a:spcAft>
              <a:buSzPts val="1900"/>
              <a:buChar char="■"/>
              <a:defRPr/>
            </a:lvl3pPr>
            <a:lvl4pPr indent="-349250" lvl="3" marL="1828800" algn="l">
              <a:lnSpc>
                <a:spcPct val="115000"/>
              </a:lnSpc>
              <a:spcBef>
                <a:spcPts val="0"/>
              </a:spcBef>
              <a:spcAft>
                <a:spcPts val="0"/>
              </a:spcAft>
              <a:buSzPts val="1900"/>
              <a:buChar char="●"/>
              <a:defRPr/>
            </a:lvl4pPr>
            <a:lvl5pPr indent="-349250" lvl="4" marL="2286000" algn="l">
              <a:lnSpc>
                <a:spcPct val="115000"/>
              </a:lnSpc>
              <a:spcBef>
                <a:spcPts val="0"/>
              </a:spcBef>
              <a:spcAft>
                <a:spcPts val="0"/>
              </a:spcAft>
              <a:buSzPts val="1900"/>
              <a:buChar char="○"/>
              <a:defRPr/>
            </a:lvl5pPr>
            <a:lvl6pPr indent="-349250" lvl="5" marL="2743200" algn="l">
              <a:lnSpc>
                <a:spcPct val="115000"/>
              </a:lnSpc>
              <a:spcBef>
                <a:spcPts val="0"/>
              </a:spcBef>
              <a:spcAft>
                <a:spcPts val="0"/>
              </a:spcAft>
              <a:buSzPts val="1900"/>
              <a:buChar char="■"/>
              <a:defRPr/>
            </a:lvl6pPr>
            <a:lvl7pPr indent="-349250" lvl="6" marL="3200400" algn="l">
              <a:lnSpc>
                <a:spcPct val="115000"/>
              </a:lnSpc>
              <a:spcBef>
                <a:spcPts val="0"/>
              </a:spcBef>
              <a:spcAft>
                <a:spcPts val="0"/>
              </a:spcAft>
              <a:buSzPts val="1900"/>
              <a:buChar char="●"/>
              <a:defRPr/>
            </a:lvl7pPr>
            <a:lvl8pPr indent="-349250" lvl="7" marL="3657600" algn="l">
              <a:lnSpc>
                <a:spcPct val="115000"/>
              </a:lnSpc>
              <a:spcBef>
                <a:spcPts val="0"/>
              </a:spcBef>
              <a:spcAft>
                <a:spcPts val="0"/>
              </a:spcAft>
              <a:buSzPts val="1900"/>
              <a:buChar char="○"/>
              <a:defRPr/>
            </a:lvl8pPr>
            <a:lvl9pPr indent="-349250" lvl="8" marL="4114800" algn="l">
              <a:lnSpc>
                <a:spcPct val="115000"/>
              </a:lnSpc>
              <a:spcBef>
                <a:spcPts val="0"/>
              </a:spcBef>
              <a:spcAft>
                <a:spcPts val="0"/>
              </a:spcAft>
              <a:buSzPts val="1900"/>
              <a:buChar char="■"/>
              <a:defRPr/>
            </a:lvl9pPr>
          </a:lstStyle>
          <a:p/>
        </p:txBody>
      </p:sp>
      <p:sp>
        <p:nvSpPr>
          <p:cNvPr id="133" name="Google Shape;133;gbbda25c5c6_0_207"/>
          <p:cNvSpPr txBox="1"/>
          <p:nvPr>
            <p:ph idx="12" type="sldNum"/>
          </p:nvPr>
        </p:nvSpPr>
        <p:spPr>
          <a:xfrm>
            <a:off x="11296610" y="6217623"/>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4" name="Shape 134"/>
        <p:cNvGrpSpPr/>
        <p:nvPr/>
      </p:nvGrpSpPr>
      <p:grpSpPr>
        <a:xfrm>
          <a:off x="0" y="0"/>
          <a:ext cx="0" cy="0"/>
          <a:chOff x="0" y="0"/>
          <a:chExt cx="0" cy="0"/>
        </a:xfrm>
      </p:grpSpPr>
      <p:sp>
        <p:nvSpPr>
          <p:cNvPr id="135" name="Google Shape;135;gbbda25c5c6_0_213"/>
          <p:cNvSpPr txBox="1"/>
          <p:nvPr>
            <p:ph idx="1" type="body"/>
          </p:nvPr>
        </p:nvSpPr>
        <p:spPr>
          <a:xfrm>
            <a:off x="415600" y="5640767"/>
            <a:ext cx="7998300" cy="806700"/>
          </a:xfrm>
          <a:prstGeom prst="rect">
            <a:avLst/>
          </a:prstGeom>
          <a:noFill/>
          <a:ln>
            <a:noFill/>
          </a:ln>
        </p:spPr>
        <p:txBody>
          <a:bodyPr anchorCtr="0" anchor="ctr" bIns="121900" lIns="121900" spcFirstLastPara="1" rIns="121900" wrap="square" tIns="121900">
            <a:noAutofit/>
          </a:bodyPr>
          <a:lstStyle>
            <a:lvl1pPr indent="-228600" lvl="0" marL="457200" algn="l">
              <a:lnSpc>
                <a:spcPct val="100000"/>
              </a:lnSpc>
              <a:spcBef>
                <a:spcPts val="0"/>
              </a:spcBef>
              <a:spcAft>
                <a:spcPts val="0"/>
              </a:spcAft>
              <a:buSzPts val="2400"/>
              <a:buNone/>
              <a:defRPr/>
            </a:lvl1pPr>
          </a:lstStyle>
          <a:p/>
        </p:txBody>
      </p:sp>
      <p:sp>
        <p:nvSpPr>
          <p:cNvPr id="136" name="Google Shape;136;gbbda25c5c6_0_213"/>
          <p:cNvSpPr txBox="1"/>
          <p:nvPr>
            <p:ph idx="12" type="sldNum"/>
          </p:nvPr>
        </p:nvSpPr>
        <p:spPr>
          <a:xfrm>
            <a:off x="11296610" y="6217623"/>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37" name="Shape 137"/>
        <p:cNvGrpSpPr/>
        <p:nvPr/>
      </p:nvGrpSpPr>
      <p:grpSpPr>
        <a:xfrm>
          <a:off x="0" y="0"/>
          <a:ext cx="0" cy="0"/>
          <a:chOff x="0" y="0"/>
          <a:chExt cx="0" cy="0"/>
        </a:xfrm>
      </p:grpSpPr>
      <p:sp>
        <p:nvSpPr>
          <p:cNvPr id="138" name="Google Shape;138;gbbda25c5c6_0_216"/>
          <p:cNvSpPr txBox="1"/>
          <p:nvPr>
            <p:ph hasCustomPrompt="1" type="title"/>
          </p:nvPr>
        </p:nvSpPr>
        <p:spPr>
          <a:xfrm>
            <a:off x="415600" y="1474833"/>
            <a:ext cx="11360700" cy="2618100"/>
          </a:xfrm>
          <a:prstGeom prst="rect">
            <a:avLst/>
          </a:prstGeom>
          <a:noFill/>
          <a:ln>
            <a:noFill/>
          </a:ln>
        </p:spPr>
        <p:txBody>
          <a:bodyPr anchorCtr="0" anchor="b" bIns="121900" lIns="121900" spcFirstLastPara="1" rIns="121900" wrap="square" tIns="121900">
            <a:noAutofit/>
          </a:bodyPr>
          <a:lstStyle>
            <a:lvl1pPr lvl="0" algn="ctr">
              <a:lnSpc>
                <a:spcPct val="100000"/>
              </a:lnSpc>
              <a:spcBef>
                <a:spcPts val="0"/>
              </a:spcBef>
              <a:spcAft>
                <a:spcPts val="0"/>
              </a:spcAft>
              <a:buSzPts val="16000"/>
              <a:buNone/>
              <a:defRPr sz="16000"/>
            </a:lvl1pPr>
            <a:lvl2pPr lvl="1" algn="ctr">
              <a:lnSpc>
                <a:spcPct val="100000"/>
              </a:lnSpc>
              <a:spcBef>
                <a:spcPts val="0"/>
              </a:spcBef>
              <a:spcAft>
                <a:spcPts val="0"/>
              </a:spcAft>
              <a:buSzPts val="16000"/>
              <a:buNone/>
              <a:defRPr sz="16000"/>
            </a:lvl2pPr>
            <a:lvl3pPr lvl="2" algn="ctr">
              <a:lnSpc>
                <a:spcPct val="100000"/>
              </a:lnSpc>
              <a:spcBef>
                <a:spcPts val="0"/>
              </a:spcBef>
              <a:spcAft>
                <a:spcPts val="0"/>
              </a:spcAft>
              <a:buSzPts val="16000"/>
              <a:buNone/>
              <a:defRPr sz="16000"/>
            </a:lvl3pPr>
            <a:lvl4pPr lvl="3" algn="ctr">
              <a:lnSpc>
                <a:spcPct val="100000"/>
              </a:lnSpc>
              <a:spcBef>
                <a:spcPts val="0"/>
              </a:spcBef>
              <a:spcAft>
                <a:spcPts val="0"/>
              </a:spcAft>
              <a:buSzPts val="16000"/>
              <a:buNone/>
              <a:defRPr sz="16000"/>
            </a:lvl4pPr>
            <a:lvl5pPr lvl="4" algn="ctr">
              <a:lnSpc>
                <a:spcPct val="100000"/>
              </a:lnSpc>
              <a:spcBef>
                <a:spcPts val="0"/>
              </a:spcBef>
              <a:spcAft>
                <a:spcPts val="0"/>
              </a:spcAft>
              <a:buSzPts val="16000"/>
              <a:buNone/>
              <a:defRPr sz="16000"/>
            </a:lvl5pPr>
            <a:lvl6pPr lvl="5" algn="ctr">
              <a:lnSpc>
                <a:spcPct val="100000"/>
              </a:lnSpc>
              <a:spcBef>
                <a:spcPts val="0"/>
              </a:spcBef>
              <a:spcAft>
                <a:spcPts val="0"/>
              </a:spcAft>
              <a:buSzPts val="16000"/>
              <a:buNone/>
              <a:defRPr sz="16000"/>
            </a:lvl6pPr>
            <a:lvl7pPr lvl="6" algn="ctr">
              <a:lnSpc>
                <a:spcPct val="100000"/>
              </a:lnSpc>
              <a:spcBef>
                <a:spcPts val="0"/>
              </a:spcBef>
              <a:spcAft>
                <a:spcPts val="0"/>
              </a:spcAft>
              <a:buSzPts val="16000"/>
              <a:buNone/>
              <a:defRPr sz="16000"/>
            </a:lvl7pPr>
            <a:lvl8pPr lvl="7" algn="ctr">
              <a:lnSpc>
                <a:spcPct val="100000"/>
              </a:lnSpc>
              <a:spcBef>
                <a:spcPts val="0"/>
              </a:spcBef>
              <a:spcAft>
                <a:spcPts val="0"/>
              </a:spcAft>
              <a:buSzPts val="16000"/>
              <a:buNone/>
              <a:defRPr sz="16000"/>
            </a:lvl8pPr>
            <a:lvl9pPr lvl="8" algn="ctr">
              <a:lnSpc>
                <a:spcPct val="100000"/>
              </a:lnSpc>
              <a:spcBef>
                <a:spcPts val="0"/>
              </a:spcBef>
              <a:spcAft>
                <a:spcPts val="0"/>
              </a:spcAft>
              <a:buSzPts val="16000"/>
              <a:buNone/>
              <a:defRPr sz="16000"/>
            </a:lvl9pPr>
          </a:lstStyle>
          <a:p>
            <a:r>
              <a:t>xx%</a:t>
            </a:r>
          </a:p>
        </p:txBody>
      </p:sp>
      <p:sp>
        <p:nvSpPr>
          <p:cNvPr id="139" name="Google Shape;139;gbbda25c5c6_0_216"/>
          <p:cNvSpPr txBox="1"/>
          <p:nvPr>
            <p:ph idx="1" type="body"/>
          </p:nvPr>
        </p:nvSpPr>
        <p:spPr>
          <a:xfrm>
            <a:off x="415600" y="4202967"/>
            <a:ext cx="11360700" cy="1734300"/>
          </a:xfrm>
          <a:prstGeom prst="rect">
            <a:avLst/>
          </a:prstGeom>
          <a:noFill/>
          <a:ln>
            <a:noFill/>
          </a:ln>
        </p:spPr>
        <p:txBody>
          <a:bodyPr anchorCtr="0" anchor="t" bIns="121900" lIns="121900" spcFirstLastPara="1" rIns="121900" wrap="square" tIns="121900">
            <a:noAutofit/>
          </a:bodyPr>
          <a:lstStyle>
            <a:lvl1pPr indent="-381000" lvl="0" marL="457200" algn="ctr">
              <a:lnSpc>
                <a:spcPct val="115000"/>
              </a:lnSpc>
              <a:spcBef>
                <a:spcPts val="0"/>
              </a:spcBef>
              <a:spcAft>
                <a:spcPts val="0"/>
              </a:spcAft>
              <a:buSzPts val="2400"/>
              <a:buChar char="●"/>
              <a:defRPr/>
            </a:lvl1pPr>
            <a:lvl2pPr indent="-349250" lvl="1" marL="914400" algn="ctr">
              <a:lnSpc>
                <a:spcPct val="115000"/>
              </a:lnSpc>
              <a:spcBef>
                <a:spcPts val="0"/>
              </a:spcBef>
              <a:spcAft>
                <a:spcPts val="0"/>
              </a:spcAft>
              <a:buSzPts val="1900"/>
              <a:buChar char="○"/>
              <a:defRPr/>
            </a:lvl2pPr>
            <a:lvl3pPr indent="-349250" lvl="2" marL="1371600" algn="ctr">
              <a:lnSpc>
                <a:spcPct val="115000"/>
              </a:lnSpc>
              <a:spcBef>
                <a:spcPts val="0"/>
              </a:spcBef>
              <a:spcAft>
                <a:spcPts val="0"/>
              </a:spcAft>
              <a:buSzPts val="1900"/>
              <a:buChar char="■"/>
              <a:defRPr/>
            </a:lvl3pPr>
            <a:lvl4pPr indent="-349250" lvl="3" marL="1828800" algn="ctr">
              <a:lnSpc>
                <a:spcPct val="115000"/>
              </a:lnSpc>
              <a:spcBef>
                <a:spcPts val="0"/>
              </a:spcBef>
              <a:spcAft>
                <a:spcPts val="0"/>
              </a:spcAft>
              <a:buSzPts val="1900"/>
              <a:buChar char="●"/>
              <a:defRPr/>
            </a:lvl4pPr>
            <a:lvl5pPr indent="-349250" lvl="4" marL="2286000" algn="ctr">
              <a:lnSpc>
                <a:spcPct val="115000"/>
              </a:lnSpc>
              <a:spcBef>
                <a:spcPts val="0"/>
              </a:spcBef>
              <a:spcAft>
                <a:spcPts val="0"/>
              </a:spcAft>
              <a:buSzPts val="1900"/>
              <a:buChar char="○"/>
              <a:defRPr/>
            </a:lvl5pPr>
            <a:lvl6pPr indent="-349250" lvl="5" marL="2743200" algn="ctr">
              <a:lnSpc>
                <a:spcPct val="115000"/>
              </a:lnSpc>
              <a:spcBef>
                <a:spcPts val="0"/>
              </a:spcBef>
              <a:spcAft>
                <a:spcPts val="0"/>
              </a:spcAft>
              <a:buSzPts val="1900"/>
              <a:buChar char="■"/>
              <a:defRPr/>
            </a:lvl6pPr>
            <a:lvl7pPr indent="-349250" lvl="6" marL="3200400" algn="ctr">
              <a:lnSpc>
                <a:spcPct val="115000"/>
              </a:lnSpc>
              <a:spcBef>
                <a:spcPts val="0"/>
              </a:spcBef>
              <a:spcAft>
                <a:spcPts val="0"/>
              </a:spcAft>
              <a:buSzPts val="1900"/>
              <a:buChar char="●"/>
              <a:defRPr/>
            </a:lvl7pPr>
            <a:lvl8pPr indent="-349250" lvl="7" marL="3657600" algn="ctr">
              <a:lnSpc>
                <a:spcPct val="115000"/>
              </a:lnSpc>
              <a:spcBef>
                <a:spcPts val="0"/>
              </a:spcBef>
              <a:spcAft>
                <a:spcPts val="0"/>
              </a:spcAft>
              <a:buSzPts val="1900"/>
              <a:buChar char="○"/>
              <a:defRPr/>
            </a:lvl8pPr>
            <a:lvl9pPr indent="-349250" lvl="8" marL="4114800" algn="ctr">
              <a:lnSpc>
                <a:spcPct val="115000"/>
              </a:lnSpc>
              <a:spcBef>
                <a:spcPts val="0"/>
              </a:spcBef>
              <a:spcAft>
                <a:spcPts val="0"/>
              </a:spcAft>
              <a:buSzPts val="1900"/>
              <a:buChar char="■"/>
              <a:defRPr/>
            </a:lvl9pPr>
          </a:lstStyle>
          <a:p/>
        </p:txBody>
      </p:sp>
      <p:sp>
        <p:nvSpPr>
          <p:cNvPr id="140" name="Google Shape;140;gbbda25c5c6_0_216"/>
          <p:cNvSpPr txBox="1"/>
          <p:nvPr>
            <p:ph idx="12" type="sldNum"/>
          </p:nvPr>
        </p:nvSpPr>
        <p:spPr>
          <a:xfrm>
            <a:off x="11296610" y="6217623"/>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
    <p:spTree>
      <p:nvGrpSpPr>
        <p:cNvPr id="145" name="Shape 145"/>
        <p:cNvGrpSpPr/>
        <p:nvPr/>
      </p:nvGrpSpPr>
      <p:grpSpPr>
        <a:xfrm>
          <a:off x="0" y="0"/>
          <a:ext cx="0" cy="0"/>
          <a:chOff x="0" y="0"/>
          <a:chExt cx="0" cy="0"/>
        </a:xfrm>
      </p:grpSpPr>
      <p:sp>
        <p:nvSpPr>
          <p:cNvPr id="146" name="Google Shape;146;gbc34c55794_0_173"/>
          <p:cNvSpPr txBox="1"/>
          <p:nvPr>
            <p:ph idx="12" type="sldNum"/>
          </p:nvPr>
        </p:nvSpPr>
        <p:spPr>
          <a:xfrm>
            <a:off x="11409045" y="6333134"/>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47" name="Shape 147"/>
        <p:cNvGrpSpPr/>
        <p:nvPr/>
      </p:nvGrpSpPr>
      <p:grpSpPr>
        <a:xfrm>
          <a:off x="0" y="0"/>
          <a:ext cx="0" cy="0"/>
          <a:chOff x="0" y="0"/>
          <a:chExt cx="0" cy="0"/>
        </a:xfrm>
      </p:grpSpPr>
      <p:sp>
        <p:nvSpPr>
          <p:cNvPr id="148" name="Google Shape;148;gbc34c55794_0_132"/>
          <p:cNvSpPr txBox="1"/>
          <p:nvPr>
            <p:ph type="ctrTitle"/>
          </p:nvPr>
        </p:nvSpPr>
        <p:spPr>
          <a:xfrm>
            <a:off x="415611" y="992767"/>
            <a:ext cx="11360700" cy="2736900"/>
          </a:xfrm>
          <a:prstGeom prst="rect">
            <a:avLst/>
          </a:prstGeom>
          <a:noFill/>
          <a:ln>
            <a:noFill/>
          </a:ln>
        </p:spPr>
        <p:txBody>
          <a:bodyPr anchorCtr="0" anchor="b" bIns="121900" lIns="121900" spcFirstLastPara="1" rIns="121900" wrap="square" tIns="121900">
            <a:noAutofit/>
          </a:bodyPr>
          <a:lstStyle>
            <a:lvl1pPr lvl="0" algn="ctr">
              <a:lnSpc>
                <a:spcPct val="100000"/>
              </a:lnSpc>
              <a:spcBef>
                <a:spcPts val="0"/>
              </a:spcBef>
              <a:spcAft>
                <a:spcPts val="0"/>
              </a:spcAft>
              <a:buSzPts val="6900"/>
              <a:buNone/>
              <a:defRPr sz="6900"/>
            </a:lvl1pPr>
            <a:lvl2pPr lvl="1" algn="ctr">
              <a:lnSpc>
                <a:spcPct val="100000"/>
              </a:lnSpc>
              <a:spcBef>
                <a:spcPts val="0"/>
              </a:spcBef>
              <a:spcAft>
                <a:spcPts val="0"/>
              </a:spcAft>
              <a:buSzPts val="6900"/>
              <a:buNone/>
              <a:defRPr sz="6900"/>
            </a:lvl2pPr>
            <a:lvl3pPr lvl="2" algn="ctr">
              <a:lnSpc>
                <a:spcPct val="100000"/>
              </a:lnSpc>
              <a:spcBef>
                <a:spcPts val="0"/>
              </a:spcBef>
              <a:spcAft>
                <a:spcPts val="0"/>
              </a:spcAft>
              <a:buSzPts val="6900"/>
              <a:buNone/>
              <a:defRPr sz="6900"/>
            </a:lvl3pPr>
            <a:lvl4pPr lvl="3" algn="ctr">
              <a:lnSpc>
                <a:spcPct val="100000"/>
              </a:lnSpc>
              <a:spcBef>
                <a:spcPts val="0"/>
              </a:spcBef>
              <a:spcAft>
                <a:spcPts val="0"/>
              </a:spcAft>
              <a:buSzPts val="6900"/>
              <a:buNone/>
              <a:defRPr sz="6900"/>
            </a:lvl4pPr>
            <a:lvl5pPr lvl="4" algn="ctr">
              <a:lnSpc>
                <a:spcPct val="100000"/>
              </a:lnSpc>
              <a:spcBef>
                <a:spcPts val="0"/>
              </a:spcBef>
              <a:spcAft>
                <a:spcPts val="0"/>
              </a:spcAft>
              <a:buSzPts val="6900"/>
              <a:buNone/>
              <a:defRPr sz="6900"/>
            </a:lvl5pPr>
            <a:lvl6pPr lvl="5" algn="ctr">
              <a:lnSpc>
                <a:spcPct val="100000"/>
              </a:lnSpc>
              <a:spcBef>
                <a:spcPts val="0"/>
              </a:spcBef>
              <a:spcAft>
                <a:spcPts val="0"/>
              </a:spcAft>
              <a:buSzPts val="6900"/>
              <a:buNone/>
              <a:defRPr sz="6900"/>
            </a:lvl6pPr>
            <a:lvl7pPr lvl="6" algn="ctr">
              <a:lnSpc>
                <a:spcPct val="100000"/>
              </a:lnSpc>
              <a:spcBef>
                <a:spcPts val="0"/>
              </a:spcBef>
              <a:spcAft>
                <a:spcPts val="0"/>
              </a:spcAft>
              <a:buSzPts val="6900"/>
              <a:buNone/>
              <a:defRPr sz="6900"/>
            </a:lvl7pPr>
            <a:lvl8pPr lvl="7" algn="ctr">
              <a:lnSpc>
                <a:spcPct val="100000"/>
              </a:lnSpc>
              <a:spcBef>
                <a:spcPts val="0"/>
              </a:spcBef>
              <a:spcAft>
                <a:spcPts val="0"/>
              </a:spcAft>
              <a:buSzPts val="6900"/>
              <a:buNone/>
              <a:defRPr sz="6900"/>
            </a:lvl8pPr>
            <a:lvl9pPr lvl="8" algn="ctr">
              <a:lnSpc>
                <a:spcPct val="100000"/>
              </a:lnSpc>
              <a:spcBef>
                <a:spcPts val="0"/>
              </a:spcBef>
              <a:spcAft>
                <a:spcPts val="0"/>
              </a:spcAft>
              <a:buSzPts val="6900"/>
              <a:buNone/>
              <a:defRPr sz="6900"/>
            </a:lvl9pPr>
          </a:lstStyle>
          <a:p/>
        </p:txBody>
      </p:sp>
      <p:sp>
        <p:nvSpPr>
          <p:cNvPr id="149" name="Google Shape;149;gbc34c55794_0_132"/>
          <p:cNvSpPr txBox="1"/>
          <p:nvPr>
            <p:ph idx="1" type="subTitle"/>
          </p:nvPr>
        </p:nvSpPr>
        <p:spPr>
          <a:xfrm>
            <a:off x="415600" y="3778833"/>
            <a:ext cx="11360700" cy="10569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p:txBody>
      </p:sp>
      <p:sp>
        <p:nvSpPr>
          <p:cNvPr id="150" name="Google Shape;150;gbc34c55794_0_132"/>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1" name="Shape 151"/>
        <p:cNvGrpSpPr/>
        <p:nvPr/>
      </p:nvGrpSpPr>
      <p:grpSpPr>
        <a:xfrm>
          <a:off x="0" y="0"/>
          <a:ext cx="0" cy="0"/>
          <a:chOff x="0" y="0"/>
          <a:chExt cx="0" cy="0"/>
        </a:xfrm>
      </p:grpSpPr>
      <p:sp>
        <p:nvSpPr>
          <p:cNvPr id="152" name="Google Shape;152;gbc34c55794_0_136"/>
          <p:cNvSpPr txBox="1"/>
          <p:nvPr>
            <p:ph type="title"/>
          </p:nvPr>
        </p:nvSpPr>
        <p:spPr>
          <a:xfrm>
            <a:off x="415600" y="2867800"/>
            <a:ext cx="11360700" cy="1122300"/>
          </a:xfrm>
          <a:prstGeom prst="rect">
            <a:avLst/>
          </a:prstGeom>
          <a:noFill/>
          <a:ln>
            <a:noFill/>
          </a:ln>
        </p:spPr>
        <p:txBody>
          <a:bodyPr anchorCtr="0" anchor="ctr" bIns="121900" lIns="121900" spcFirstLastPara="1" rIns="121900" wrap="square" tIns="121900">
            <a:noAutofit/>
          </a:bodyPr>
          <a:lstStyle>
            <a:lvl1pPr lvl="0" algn="ctr">
              <a:lnSpc>
                <a:spcPct val="100000"/>
              </a:lnSpc>
              <a:spcBef>
                <a:spcPts val="0"/>
              </a:spcBef>
              <a:spcAft>
                <a:spcPts val="0"/>
              </a:spcAft>
              <a:buSzPts val="4800"/>
              <a:buNone/>
              <a:defRPr sz="48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153" name="Google Shape;153;gbc34c55794_0_136"/>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54" name="Shape 154"/>
        <p:cNvGrpSpPr/>
        <p:nvPr/>
      </p:nvGrpSpPr>
      <p:grpSpPr>
        <a:xfrm>
          <a:off x="0" y="0"/>
          <a:ext cx="0" cy="0"/>
          <a:chOff x="0" y="0"/>
          <a:chExt cx="0" cy="0"/>
        </a:xfrm>
      </p:grpSpPr>
      <p:sp>
        <p:nvSpPr>
          <p:cNvPr id="155" name="Google Shape;155;gbc34c55794_0_139"/>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156" name="Google Shape;156;gbc34c55794_0_139"/>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Autofit/>
          </a:bodyPr>
          <a:lstStyle>
            <a:lvl1pPr indent="-381000" lvl="0" marL="457200" algn="l">
              <a:lnSpc>
                <a:spcPct val="115000"/>
              </a:lnSpc>
              <a:spcBef>
                <a:spcPts val="0"/>
              </a:spcBef>
              <a:spcAft>
                <a:spcPts val="0"/>
              </a:spcAft>
              <a:buSzPts val="2400"/>
              <a:buChar char="●"/>
              <a:defRPr/>
            </a:lvl1pPr>
            <a:lvl2pPr indent="-349250" lvl="1" marL="914400" algn="l">
              <a:lnSpc>
                <a:spcPct val="115000"/>
              </a:lnSpc>
              <a:spcBef>
                <a:spcPts val="2100"/>
              </a:spcBef>
              <a:spcAft>
                <a:spcPts val="0"/>
              </a:spcAft>
              <a:buSzPts val="1900"/>
              <a:buChar char="○"/>
              <a:defRPr/>
            </a:lvl2pPr>
            <a:lvl3pPr indent="-349250" lvl="2" marL="1371600" algn="l">
              <a:lnSpc>
                <a:spcPct val="115000"/>
              </a:lnSpc>
              <a:spcBef>
                <a:spcPts val="2100"/>
              </a:spcBef>
              <a:spcAft>
                <a:spcPts val="0"/>
              </a:spcAft>
              <a:buSzPts val="1900"/>
              <a:buChar char="■"/>
              <a:defRPr/>
            </a:lvl3pPr>
            <a:lvl4pPr indent="-349250" lvl="3" marL="1828800" algn="l">
              <a:lnSpc>
                <a:spcPct val="115000"/>
              </a:lnSpc>
              <a:spcBef>
                <a:spcPts val="2100"/>
              </a:spcBef>
              <a:spcAft>
                <a:spcPts val="0"/>
              </a:spcAft>
              <a:buSzPts val="1900"/>
              <a:buChar char="●"/>
              <a:defRPr/>
            </a:lvl4pPr>
            <a:lvl5pPr indent="-349250" lvl="4" marL="2286000" algn="l">
              <a:lnSpc>
                <a:spcPct val="115000"/>
              </a:lnSpc>
              <a:spcBef>
                <a:spcPts val="2100"/>
              </a:spcBef>
              <a:spcAft>
                <a:spcPts val="0"/>
              </a:spcAft>
              <a:buSzPts val="1900"/>
              <a:buChar char="○"/>
              <a:defRPr/>
            </a:lvl5pPr>
            <a:lvl6pPr indent="-349250" lvl="5" marL="2743200" algn="l">
              <a:lnSpc>
                <a:spcPct val="115000"/>
              </a:lnSpc>
              <a:spcBef>
                <a:spcPts val="2100"/>
              </a:spcBef>
              <a:spcAft>
                <a:spcPts val="0"/>
              </a:spcAft>
              <a:buSzPts val="1900"/>
              <a:buChar char="■"/>
              <a:defRPr/>
            </a:lvl6pPr>
            <a:lvl7pPr indent="-349250" lvl="6" marL="3200400" algn="l">
              <a:lnSpc>
                <a:spcPct val="115000"/>
              </a:lnSpc>
              <a:spcBef>
                <a:spcPts val="2100"/>
              </a:spcBef>
              <a:spcAft>
                <a:spcPts val="0"/>
              </a:spcAft>
              <a:buSzPts val="1900"/>
              <a:buChar char="●"/>
              <a:defRPr/>
            </a:lvl7pPr>
            <a:lvl8pPr indent="-349250" lvl="7" marL="3657600" algn="l">
              <a:lnSpc>
                <a:spcPct val="115000"/>
              </a:lnSpc>
              <a:spcBef>
                <a:spcPts val="2100"/>
              </a:spcBef>
              <a:spcAft>
                <a:spcPts val="0"/>
              </a:spcAft>
              <a:buSzPts val="1900"/>
              <a:buChar char="○"/>
              <a:defRPr/>
            </a:lvl8pPr>
            <a:lvl9pPr indent="-349250" lvl="8" marL="4114800" algn="l">
              <a:lnSpc>
                <a:spcPct val="115000"/>
              </a:lnSpc>
              <a:spcBef>
                <a:spcPts val="2100"/>
              </a:spcBef>
              <a:spcAft>
                <a:spcPts val="2100"/>
              </a:spcAft>
              <a:buSzPts val="1900"/>
              <a:buChar char="■"/>
              <a:defRPr/>
            </a:lvl9pPr>
          </a:lstStyle>
          <a:p/>
        </p:txBody>
      </p:sp>
      <p:sp>
        <p:nvSpPr>
          <p:cNvPr id="157" name="Google Shape;157;gbc34c55794_0_139"/>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58" name="Shape 158"/>
        <p:cNvGrpSpPr/>
        <p:nvPr/>
      </p:nvGrpSpPr>
      <p:grpSpPr>
        <a:xfrm>
          <a:off x="0" y="0"/>
          <a:ext cx="0" cy="0"/>
          <a:chOff x="0" y="0"/>
          <a:chExt cx="0" cy="0"/>
        </a:xfrm>
      </p:grpSpPr>
      <p:sp>
        <p:nvSpPr>
          <p:cNvPr id="159" name="Google Shape;159;gbc34c55794_0_143"/>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160" name="Google Shape;160;gbc34c55794_0_143"/>
          <p:cNvSpPr txBox="1"/>
          <p:nvPr>
            <p:ph idx="1" type="body"/>
          </p:nvPr>
        </p:nvSpPr>
        <p:spPr>
          <a:xfrm>
            <a:off x="415600" y="1536633"/>
            <a:ext cx="5333100" cy="4555200"/>
          </a:xfrm>
          <a:prstGeom prst="rect">
            <a:avLst/>
          </a:prstGeom>
          <a:noFill/>
          <a:ln>
            <a:noFill/>
          </a:ln>
        </p:spPr>
        <p:txBody>
          <a:bodyPr anchorCtr="0" anchor="t" bIns="121900" lIns="121900" spcFirstLastPara="1" rIns="121900" wrap="square" tIns="121900">
            <a:noAutofit/>
          </a:bodyPr>
          <a:lstStyle>
            <a:lvl1pPr indent="-349250" lvl="0" marL="457200" algn="l">
              <a:lnSpc>
                <a:spcPct val="115000"/>
              </a:lnSpc>
              <a:spcBef>
                <a:spcPts val="0"/>
              </a:spcBef>
              <a:spcAft>
                <a:spcPts val="0"/>
              </a:spcAft>
              <a:buSzPts val="1900"/>
              <a:buChar char="●"/>
              <a:defRPr sz="1900"/>
            </a:lvl1pPr>
            <a:lvl2pPr indent="-330200" lvl="1" marL="914400" algn="l">
              <a:lnSpc>
                <a:spcPct val="115000"/>
              </a:lnSpc>
              <a:spcBef>
                <a:spcPts val="2100"/>
              </a:spcBef>
              <a:spcAft>
                <a:spcPts val="0"/>
              </a:spcAft>
              <a:buSzPts val="1600"/>
              <a:buChar char="○"/>
              <a:defRPr sz="1600"/>
            </a:lvl2pPr>
            <a:lvl3pPr indent="-330200" lvl="2" marL="1371600" algn="l">
              <a:lnSpc>
                <a:spcPct val="115000"/>
              </a:lnSpc>
              <a:spcBef>
                <a:spcPts val="2100"/>
              </a:spcBef>
              <a:spcAft>
                <a:spcPts val="0"/>
              </a:spcAft>
              <a:buSzPts val="1600"/>
              <a:buChar char="■"/>
              <a:defRPr sz="1600"/>
            </a:lvl3pPr>
            <a:lvl4pPr indent="-330200" lvl="3" marL="1828800" algn="l">
              <a:lnSpc>
                <a:spcPct val="115000"/>
              </a:lnSpc>
              <a:spcBef>
                <a:spcPts val="2100"/>
              </a:spcBef>
              <a:spcAft>
                <a:spcPts val="0"/>
              </a:spcAft>
              <a:buSzPts val="1600"/>
              <a:buChar char="●"/>
              <a:defRPr sz="1600"/>
            </a:lvl4pPr>
            <a:lvl5pPr indent="-330200" lvl="4" marL="2286000" algn="l">
              <a:lnSpc>
                <a:spcPct val="115000"/>
              </a:lnSpc>
              <a:spcBef>
                <a:spcPts val="2100"/>
              </a:spcBef>
              <a:spcAft>
                <a:spcPts val="0"/>
              </a:spcAft>
              <a:buSzPts val="1600"/>
              <a:buChar char="○"/>
              <a:defRPr sz="1600"/>
            </a:lvl5pPr>
            <a:lvl6pPr indent="-330200" lvl="5" marL="2743200" algn="l">
              <a:lnSpc>
                <a:spcPct val="115000"/>
              </a:lnSpc>
              <a:spcBef>
                <a:spcPts val="2100"/>
              </a:spcBef>
              <a:spcAft>
                <a:spcPts val="0"/>
              </a:spcAft>
              <a:buSzPts val="1600"/>
              <a:buChar char="■"/>
              <a:defRPr sz="1600"/>
            </a:lvl6pPr>
            <a:lvl7pPr indent="-330200" lvl="6" marL="3200400" algn="l">
              <a:lnSpc>
                <a:spcPct val="115000"/>
              </a:lnSpc>
              <a:spcBef>
                <a:spcPts val="2100"/>
              </a:spcBef>
              <a:spcAft>
                <a:spcPts val="0"/>
              </a:spcAft>
              <a:buSzPts val="1600"/>
              <a:buChar char="●"/>
              <a:defRPr sz="1600"/>
            </a:lvl7pPr>
            <a:lvl8pPr indent="-330200" lvl="7" marL="3657600" algn="l">
              <a:lnSpc>
                <a:spcPct val="115000"/>
              </a:lnSpc>
              <a:spcBef>
                <a:spcPts val="2100"/>
              </a:spcBef>
              <a:spcAft>
                <a:spcPts val="0"/>
              </a:spcAft>
              <a:buSzPts val="1600"/>
              <a:buChar char="○"/>
              <a:defRPr sz="1600"/>
            </a:lvl8pPr>
            <a:lvl9pPr indent="-330200" lvl="8" marL="4114800" algn="l">
              <a:lnSpc>
                <a:spcPct val="115000"/>
              </a:lnSpc>
              <a:spcBef>
                <a:spcPts val="2100"/>
              </a:spcBef>
              <a:spcAft>
                <a:spcPts val="2100"/>
              </a:spcAft>
              <a:buSzPts val="1600"/>
              <a:buChar char="■"/>
              <a:defRPr sz="1600"/>
            </a:lvl9pPr>
          </a:lstStyle>
          <a:p/>
        </p:txBody>
      </p:sp>
      <p:sp>
        <p:nvSpPr>
          <p:cNvPr id="161" name="Google Shape;161;gbc34c55794_0_143"/>
          <p:cNvSpPr txBox="1"/>
          <p:nvPr>
            <p:ph idx="2" type="body"/>
          </p:nvPr>
        </p:nvSpPr>
        <p:spPr>
          <a:xfrm>
            <a:off x="6443200" y="1536633"/>
            <a:ext cx="5333100" cy="4555200"/>
          </a:xfrm>
          <a:prstGeom prst="rect">
            <a:avLst/>
          </a:prstGeom>
          <a:noFill/>
          <a:ln>
            <a:noFill/>
          </a:ln>
        </p:spPr>
        <p:txBody>
          <a:bodyPr anchorCtr="0" anchor="t" bIns="121900" lIns="121900" spcFirstLastPara="1" rIns="121900" wrap="square" tIns="121900">
            <a:noAutofit/>
          </a:bodyPr>
          <a:lstStyle>
            <a:lvl1pPr indent="-349250" lvl="0" marL="457200" algn="l">
              <a:lnSpc>
                <a:spcPct val="115000"/>
              </a:lnSpc>
              <a:spcBef>
                <a:spcPts val="0"/>
              </a:spcBef>
              <a:spcAft>
                <a:spcPts val="0"/>
              </a:spcAft>
              <a:buSzPts val="1900"/>
              <a:buChar char="●"/>
              <a:defRPr sz="1900"/>
            </a:lvl1pPr>
            <a:lvl2pPr indent="-330200" lvl="1" marL="914400" algn="l">
              <a:lnSpc>
                <a:spcPct val="115000"/>
              </a:lnSpc>
              <a:spcBef>
                <a:spcPts val="2100"/>
              </a:spcBef>
              <a:spcAft>
                <a:spcPts val="0"/>
              </a:spcAft>
              <a:buSzPts val="1600"/>
              <a:buChar char="○"/>
              <a:defRPr sz="1600"/>
            </a:lvl2pPr>
            <a:lvl3pPr indent="-330200" lvl="2" marL="1371600" algn="l">
              <a:lnSpc>
                <a:spcPct val="115000"/>
              </a:lnSpc>
              <a:spcBef>
                <a:spcPts val="2100"/>
              </a:spcBef>
              <a:spcAft>
                <a:spcPts val="0"/>
              </a:spcAft>
              <a:buSzPts val="1600"/>
              <a:buChar char="■"/>
              <a:defRPr sz="1600"/>
            </a:lvl3pPr>
            <a:lvl4pPr indent="-330200" lvl="3" marL="1828800" algn="l">
              <a:lnSpc>
                <a:spcPct val="115000"/>
              </a:lnSpc>
              <a:spcBef>
                <a:spcPts val="2100"/>
              </a:spcBef>
              <a:spcAft>
                <a:spcPts val="0"/>
              </a:spcAft>
              <a:buSzPts val="1600"/>
              <a:buChar char="●"/>
              <a:defRPr sz="1600"/>
            </a:lvl4pPr>
            <a:lvl5pPr indent="-330200" lvl="4" marL="2286000" algn="l">
              <a:lnSpc>
                <a:spcPct val="115000"/>
              </a:lnSpc>
              <a:spcBef>
                <a:spcPts val="2100"/>
              </a:spcBef>
              <a:spcAft>
                <a:spcPts val="0"/>
              </a:spcAft>
              <a:buSzPts val="1600"/>
              <a:buChar char="○"/>
              <a:defRPr sz="1600"/>
            </a:lvl5pPr>
            <a:lvl6pPr indent="-330200" lvl="5" marL="2743200" algn="l">
              <a:lnSpc>
                <a:spcPct val="115000"/>
              </a:lnSpc>
              <a:spcBef>
                <a:spcPts val="2100"/>
              </a:spcBef>
              <a:spcAft>
                <a:spcPts val="0"/>
              </a:spcAft>
              <a:buSzPts val="1600"/>
              <a:buChar char="■"/>
              <a:defRPr sz="1600"/>
            </a:lvl6pPr>
            <a:lvl7pPr indent="-330200" lvl="6" marL="3200400" algn="l">
              <a:lnSpc>
                <a:spcPct val="115000"/>
              </a:lnSpc>
              <a:spcBef>
                <a:spcPts val="2100"/>
              </a:spcBef>
              <a:spcAft>
                <a:spcPts val="0"/>
              </a:spcAft>
              <a:buSzPts val="1600"/>
              <a:buChar char="●"/>
              <a:defRPr sz="1600"/>
            </a:lvl7pPr>
            <a:lvl8pPr indent="-330200" lvl="7" marL="3657600" algn="l">
              <a:lnSpc>
                <a:spcPct val="115000"/>
              </a:lnSpc>
              <a:spcBef>
                <a:spcPts val="2100"/>
              </a:spcBef>
              <a:spcAft>
                <a:spcPts val="0"/>
              </a:spcAft>
              <a:buSzPts val="1600"/>
              <a:buChar char="○"/>
              <a:defRPr sz="1600"/>
            </a:lvl8pPr>
            <a:lvl9pPr indent="-330200" lvl="8" marL="4114800" algn="l">
              <a:lnSpc>
                <a:spcPct val="115000"/>
              </a:lnSpc>
              <a:spcBef>
                <a:spcPts val="2100"/>
              </a:spcBef>
              <a:spcAft>
                <a:spcPts val="2100"/>
              </a:spcAft>
              <a:buSzPts val="1600"/>
              <a:buChar char="■"/>
              <a:defRPr sz="1600"/>
            </a:lvl9pPr>
          </a:lstStyle>
          <a:p/>
        </p:txBody>
      </p:sp>
      <p:sp>
        <p:nvSpPr>
          <p:cNvPr id="162" name="Google Shape;162;gbc34c55794_0_143"/>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63" name="Shape 163"/>
        <p:cNvGrpSpPr/>
        <p:nvPr/>
      </p:nvGrpSpPr>
      <p:grpSpPr>
        <a:xfrm>
          <a:off x="0" y="0"/>
          <a:ext cx="0" cy="0"/>
          <a:chOff x="0" y="0"/>
          <a:chExt cx="0" cy="0"/>
        </a:xfrm>
      </p:grpSpPr>
      <p:sp>
        <p:nvSpPr>
          <p:cNvPr id="164" name="Google Shape;164;gbc34c55794_0_148"/>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165" name="Google Shape;165;gbc34c55794_0_148"/>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66" name="Shape 166"/>
        <p:cNvGrpSpPr/>
        <p:nvPr/>
      </p:nvGrpSpPr>
      <p:grpSpPr>
        <a:xfrm>
          <a:off x="0" y="0"/>
          <a:ext cx="0" cy="0"/>
          <a:chOff x="0" y="0"/>
          <a:chExt cx="0" cy="0"/>
        </a:xfrm>
      </p:grpSpPr>
      <p:sp>
        <p:nvSpPr>
          <p:cNvPr id="167" name="Google Shape;167;gbc34c55794_0_151"/>
          <p:cNvSpPr txBox="1"/>
          <p:nvPr>
            <p:ph type="title"/>
          </p:nvPr>
        </p:nvSpPr>
        <p:spPr>
          <a:xfrm>
            <a:off x="415600" y="740800"/>
            <a:ext cx="3744000" cy="1007700"/>
          </a:xfrm>
          <a:prstGeom prst="rect">
            <a:avLst/>
          </a:prstGeom>
          <a:noFill/>
          <a:ln>
            <a:noFill/>
          </a:ln>
        </p:spPr>
        <p:txBody>
          <a:bodyPr anchorCtr="0" anchor="b" bIns="121900" lIns="121900" spcFirstLastPara="1" rIns="121900" wrap="square" tIns="121900">
            <a:noAutofit/>
          </a:bodyPr>
          <a:lstStyle>
            <a:lvl1pPr lvl="0" algn="l">
              <a:lnSpc>
                <a:spcPct val="100000"/>
              </a:lnSpc>
              <a:spcBef>
                <a:spcPts val="0"/>
              </a:spcBef>
              <a:spcAft>
                <a:spcPts val="0"/>
              </a:spcAft>
              <a:buSzPts val="3200"/>
              <a:buNone/>
              <a:defRPr sz="3200"/>
            </a:lvl1pPr>
            <a:lvl2pPr lvl="1" algn="l">
              <a:lnSpc>
                <a:spcPct val="100000"/>
              </a:lnSpc>
              <a:spcBef>
                <a:spcPts val="0"/>
              </a:spcBef>
              <a:spcAft>
                <a:spcPts val="0"/>
              </a:spcAft>
              <a:buSzPts val="3200"/>
              <a:buNone/>
              <a:defRPr sz="3200"/>
            </a:lvl2pPr>
            <a:lvl3pPr lvl="2" algn="l">
              <a:lnSpc>
                <a:spcPct val="100000"/>
              </a:lnSpc>
              <a:spcBef>
                <a:spcPts val="0"/>
              </a:spcBef>
              <a:spcAft>
                <a:spcPts val="0"/>
              </a:spcAft>
              <a:buSzPts val="3200"/>
              <a:buNone/>
              <a:defRPr sz="3200"/>
            </a:lvl3pPr>
            <a:lvl4pPr lvl="3" algn="l">
              <a:lnSpc>
                <a:spcPct val="100000"/>
              </a:lnSpc>
              <a:spcBef>
                <a:spcPts val="0"/>
              </a:spcBef>
              <a:spcAft>
                <a:spcPts val="0"/>
              </a:spcAft>
              <a:buSzPts val="3200"/>
              <a:buNone/>
              <a:defRPr sz="3200"/>
            </a:lvl4pPr>
            <a:lvl5pPr lvl="4" algn="l">
              <a:lnSpc>
                <a:spcPct val="100000"/>
              </a:lnSpc>
              <a:spcBef>
                <a:spcPts val="0"/>
              </a:spcBef>
              <a:spcAft>
                <a:spcPts val="0"/>
              </a:spcAft>
              <a:buSzPts val="3200"/>
              <a:buNone/>
              <a:defRPr sz="3200"/>
            </a:lvl5pPr>
            <a:lvl6pPr lvl="5" algn="l">
              <a:lnSpc>
                <a:spcPct val="100000"/>
              </a:lnSpc>
              <a:spcBef>
                <a:spcPts val="0"/>
              </a:spcBef>
              <a:spcAft>
                <a:spcPts val="0"/>
              </a:spcAft>
              <a:buSzPts val="3200"/>
              <a:buNone/>
              <a:defRPr sz="3200"/>
            </a:lvl6pPr>
            <a:lvl7pPr lvl="6" algn="l">
              <a:lnSpc>
                <a:spcPct val="100000"/>
              </a:lnSpc>
              <a:spcBef>
                <a:spcPts val="0"/>
              </a:spcBef>
              <a:spcAft>
                <a:spcPts val="0"/>
              </a:spcAft>
              <a:buSzPts val="3200"/>
              <a:buNone/>
              <a:defRPr sz="3200"/>
            </a:lvl7pPr>
            <a:lvl8pPr lvl="7" algn="l">
              <a:lnSpc>
                <a:spcPct val="100000"/>
              </a:lnSpc>
              <a:spcBef>
                <a:spcPts val="0"/>
              </a:spcBef>
              <a:spcAft>
                <a:spcPts val="0"/>
              </a:spcAft>
              <a:buSzPts val="3200"/>
              <a:buNone/>
              <a:defRPr sz="3200"/>
            </a:lvl8pPr>
            <a:lvl9pPr lvl="8" algn="l">
              <a:lnSpc>
                <a:spcPct val="100000"/>
              </a:lnSpc>
              <a:spcBef>
                <a:spcPts val="0"/>
              </a:spcBef>
              <a:spcAft>
                <a:spcPts val="0"/>
              </a:spcAft>
              <a:buSzPts val="3200"/>
              <a:buNone/>
              <a:defRPr sz="3200"/>
            </a:lvl9pPr>
          </a:lstStyle>
          <a:p/>
        </p:txBody>
      </p:sp>
      <p:sp>
        <p:nvSpPr>
          <p:cNvPr id="168" name="Google Shape;168;gbc34c55794_0_151"/>
          <p:cNvSpPr txBox="1"/>
          <p:nvPr>
            <p:ph idx="1" type="body"/>
          </p:nvPr>
        </p:nvSpPr>
        <p:spPr>
          <a:xfrm>
            <a:off x="415600" y="1852800"/>
            <a:ext cx="3744000" cy="4239300"/>
          </a:xfrm>
          <a:prstGeom prst="rect">
            <a:avLst/>
          </a:prstGeom>
          <a:noFill/>
          <a:ln>
            <a:noFill/>
          </a:ln>
        </p:spPr>
        <p:txBody>
          <a:bodyPr anchorCtr="0" anchor="t" bIns="121900" lIns="121900" spcFirstLastPara="1" rIns="121900" wrap="square" tIns="121900">
            <a:noAutofit/>
          </a:bodyPr>
          <a:lstStyle>
            <a:lvl1pPr indent="-330200" lvl="0" marL="457200" algn="l">
              <a:lnSpc>
                <a:spcPct val="115000"/>
              </a:lnSpc>
              <a:spcBef>
                <a:spcPts val="0"/>
              </a:spcBef>
              <a:spcAft>
                <a:spcPts val="0"/>
              </a:spcAft>
              <a:buSzPts val="1600"/>
              <a:buChar char="●"/>
              <a:defRPr sz="1600"/>
            </a:lvl1pPr>
            <a:lvl2pPr indent="-330200" lvl="1" marL="914400" algn="l">
              <a:lnSpc>
                <a:spcPct val="115000"/>
              </a:lnSpc>
              <a:spcBef>
                <a:spcPts val="2100"/>
              </a:spcBef>
              <a:spcAft>
                <a:spcPts val="0"/>
              </a:spcAft>
              <a:buSzPts val="1600"/>
              <a:buChar char="○"/>
              <a:defRPr sz="1600"/>
            </a:lvl2pPr>
            <a:lvl3pPr indent="-330200" lvl="2" marL="1371600" algn="l">
              <a:lnSpc>
                <a:spcPct val="115000"/>
              </a:lnSpc>
              <a:spcBef>
                <a:spcPts val="2100"/>
              </a:spcBef>
              <a:spcAft>
                <a:spcPts val="0"/>
              </a:spcAft>
              <a:buSzPts val="1600"/>
              <a:buChar char="■"/>
              <a:defRPr sz="1600"/>
            </a:lvl3pPr>
            <a:lvl4pPr indent="-330200" lvl="3" marL="1828800" algn="l">
              <a:lnSpc>
                <a:spcPct val="115000"/>
              </a:lnSpc>
              <a:spcBef>
                <a:spcPts val="2100"/>
              </a:spcBef>
              <a:spcAft>
                <a:spcPts val="0"/>
              </a:spcAft>
              <a:buSzPts val="1600"/>
              <a:buChar char="●"/>
              <a:defRPr sz="1600"/>
            </a:lvl4pPr>
            <a:lvl5pPr indent="-330200" lvl="4" marL="2286000" algn="l">
              <a:lnSpc>
                <a:spcPct val="115000"/>
              </a:lnSpc>
              <a:spcBef>
                <a:spcPts val="2100"/>
              </a:spcBef>
              <a:spcAft>
                <a:spcPts val="0"/>
              </a:spcAft>
              <a:buSzPts val="1600"/>
              <a:buChar char="○"/>
              <a:defRPr sz="1600"/>
            </a:lvl5pPr>
            <a:lvl6pPr indent="-330200" lvl="5" marL="2743200" algn="l">
              <a:lnSpc>
                <a:spcPct val="115000"/>
              </a:lnSpc>
              <a:spcBef>
                <a:spcPts val="2100"/>
              </a:spcBef>
              <a:spcAft>
                <a:spcPts val="0"/>
              </a:spcAft>
              <a:buSzPts val="1600"/>
              <a:buChar char="■"/>
              <a:defRPr sz="1600"/>
            </a:lvl6pPr>
            <a:lvl7pPr indent="-330200" lvl="6" marL="3200400" algn="l">
              <a:lnSpc>
                <a:spcPct val="115000"/>
              </a:lnSpc>
              <a:spcBef>
                <a:spcPts val="2100"/>
              </a:spcBef>
              <a:spcAft>
                <a:spcPts val="0"/>
              </a:spcAft>
              <a:buSzPts val="1600"/>
              <a:buChar char="●"/>
              <a:defRPr sz="1600"/>
            </a:lvl7pPr>
            <a:lvl8pPr indent="-330200" lvl="7" marL="3657600" algn="l">
              <a:lnSpc>
                <a:spcPct val="115000"/>
              </a:lnSpc>
              <a:spcBef>
                <a:spcPts val="2100"/>
              </a:spcBef>
              <a:spcAft>
                <a:spcPts val="0"/>
              </a:spcAft>
              <a:buSzPts val="1600"/>
              <a:buChar char="○"/>
              <a:defRPr sz="1600"/>
            </a:lvl8pPr>
            <a:lvl9pPr indent="-330200" lvl="8" marL="4114800" algn="l">
              <a:lnSpc>
                <a:spcPct val="115000"/>
              </a:lnSpc>
              <a:spcBef>
                <a:spcPts val="2100"/>
              </a:spcBef>
              <a:spcAft>
                <a:spcPts val="2100"/>
              </a:spcAft>
              <a:buSzPts val="1600"/>
              <a:buChar char="■"/>
              <a:defRPr sz="1600"/>
            </a:lvl9pPr>
          </a:lstStyle>
          <a:p/>
        </p:txBody>
      </p:sp>
      <p:sp>
        <p:nvSpPr>
          <p:cNvPr id="169" name="Google Shape;169;gbc34c55794_0_151"/>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70" name="Shape 170"/>
        <p:cNvGrpSpPr/>
        <p:nvPr/>
      </p:nvGrpSpPr>
      <p:grpSpPr>
        <a:xfrm>
          <a:off x="0" y="0"/>
          <a:ext cx="0" cy="0"/>
          <a:chOff x="0" y="0"/>
          <a:chExt cx="0" cy="0"/>
        </a:xfrm>
      </p:grpSpPr>
      <p:sp>
        <p:nvSpPr>
          <p:cNvPr id="171" name="Google Shape;171;gbc34c55794_0_155"/>
          <p:cNvSpPr txBox="1"/>
          <p:nvPr>
            <p:ph type="title"/>
          </p:nvPr>
        </p:nvSpPr>
        <p:spPr>
          <a:xfrm>
            <a:off x="653667" y="600200"/>
            <a:ext cx="8490300" cy="5454300"/>
          </a:xfrm>
          <a:prstGeom prst="rect">
            <a:avLst/>
          </a:prstGeom>
          <a:noFill/>
          <a:ln>
            <a:noFill/>
          </a:ln>
        </p:spPr>
        <p:txBody>
          <a:bodyPr anchorCtr="0" anchor="ctr" bIns="121900" lIns="121900" spcFirstLastPara="1" rIns="121900" wrap="square" tIns="121900">
            <a:noAutofit/>
          </a:bodyPr>
          <a:lstStyle>
            <a:lvl1pPr lvl="0" algn="l">
              <a:lnSpc>
                <a:spcPct val="100000"/>
              </a:lnSpc>
              <a:spcBef>
                <a:spcPts val="0"/>
              </a:spcBef>
              <a:spcAft>
                <a:spcPts val="0"/>
              </a:spcAft>
              <a:buSzPts val="6400"/>
              <a:buNone/>
              <a:defRPr sz="6400"/>
            </a:lvl1pPr>
            <a:lvl2pPr lvl="1" algn="l">
              <a:lnSpc>
                <a:spcPct val="100000"/>
              </a:lnSpc>
              <a:spcBef>
                <a:spcPts val="0"/>
              </a:spcBef>
              <a:spcAft>
                <a:spcPts val="0"/>
              </a:spcAft>
              <a:buSzPts val="6400"/>
              <a:buNone/>
              <a:defRPr sz="6400"/>
            </a:lvl2pPr>
            <a:lvl3pPr lvl="2" algn="l">
              <a:lnSpc>
                <a:spcPct val="100000"/>
              </a:lnSpc>
              <a:spcBef>
                <a:spcPts val="0"/>
              </a:spcBef>
              <a:spcAft>
                <a:spcPts val="0"/>
              </a:spcAft>
              <a:buSzPts val="6400"/>
              <a:buNone/>
              <a:defRPr sz="6400"/>
            </a:lvl3pPr>
            <a:lvl4pPr lvl="3" algn="l">
              <a:lnSpc>
                <a:spcPct val="100000"/>
              </a:lnSpc>
              <a:spcBef>
                <a:spcPts val="0"/>
              </a:spcBef>
              <a:spcAft>
                <a:spcPts val="0"/>
              </a:spcAft>
              <a:buSzPts val="6400"/>
              <a:buNone/>
              <a:defRPr sz="6400"/>
            </a:lvl4pPr>
            <a:lvl5pPr lvl="4" algn="l">
              <a:lnSpc>
                <a:spcPct val="100000"/>
              </a:lnSpc>
              <a:spcBef>
                <a:spcPts val="0"/>
              </a:spcBef>
              <a:spcAft>
                <a:spcPts val="0"/>
              </a:spcAft>
              <a:buSzPts val="6400"/>
              <a:buNone/>
              <a:defRPr sz="6400"/>
            </a:lvl5pPr>
            <a:lvl6pPr lvl="5" algn="l">
              <a:lnSpc>
                <a:spcPct val="100000"/>
              </a:lnSpc>
              <a:spcBef>
                <a:spcPts val="0"/>
              </a:spcBef>
              <a:spcAft>
                <a:spcPts val="0"/>
              </a:spcAft>
              <a:buSzPts val="6400"/>
              <a:buNone/>
              <a:defRPr sz="6400"/>
            </a:lvl6pPr>
            <a:lvl7pPr lvl="6" algn="l">
              <a:lnSpc>
                <a:spcPct val="100000"/>
              </a:lnSpc>
              <a:spcBef>
                <a:spcPts val="0"/>
              </a:spcBef>
              <a:spcAft>
                <a:spcPts val="0"/>
              </a:spcAft>
              <a:buSzPts val="6400"/>
              <a:buNone/>
              <a:defRPr sz="6400"/>
            </a:lvl7pPr>
            <a:lvl8pPr lvl="7" algn="l">
              <a:lnSpc>
                <a:spcPct val="100000"/>
              </a:lnSpc>
              <a:spcBef>
                <a:spcPts val="0"/>
              </a:spcBef>
              <a:spcAft>
                <a:spcPts val="0"/>
              </a:spcAft>
              <a:buSzPts val="6400"/>
              <a:buNone/>
              <a:defRPr sz="6400"/>
            </a:lvl8pPr>
            <a:lvl9pPr lvl="8" algn="l">
              <a:lnSpc>
                <a:spcPct val="100000"/>
              </a:lnSpc>
              <a:spcBef>
                <a:spcPts val="0"/>
              </a:spcBef>
              <a:spcAft>
                <a:spcPts val="0"/>
              </a:spcAft>
              <a:buSzPts val="6400"/>
              <a:buNone/>
              <a:defRPr sz="6400"/>
            </a:lvl9pPr>
          </a:lstStyle>
          <a:p/>
        </p:txBody>
      </p:sp>
      <p:sp>
        <p:nvSpPr>
          <p:cNvPr id="172" name="Google Shape;172;gbc34c55794_0_155"/>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73" name="Shape 173"/>
        <p:cNvGrpSpPr/>
        <p:nvPr/>
      </p:nvGrpSpPr>
      <p:grpSpPr>
        <a:xfrm>
          <a:off x="0" y="0"/>
          <a:ext cx="0" cy="0"/>
          <a:chOff x="0" y="0"/>
          <a:chExt cx="0" cy="0"/>
        </a:xfrm>
      </p:grpSpPr>
      <p:sp>
        <p:nvSpPr>
          <p:cNvPr id="174" name="Google Shape;174;gbc34c55794_0_158"/>
          <p:cNvSpPr/>
          <p:nvPr/>
        </p:nvSpPr>
        <p:spPr>
          <a:xfrm>
            <a:off x="6096000" y="-167"/>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gbc34c55794_0_158"/>
          <p:cNvSpPr txBox="1"/>
          <p:nvPr>
            <p:ph type="title"/>
          </p:nvPr>
        </p:nvSpPr>
        <p:spPr>
          <a:xfrm>
            <a:off x="354000" y="1644233"/>
            <a:ext cx="5393700" cy="1976400"/>
          </a:xfrm>
          <a:prstGeom prst="rect">
            <a:avLst/>
          </a:prstGeom>
          <a:noFill/>
          <a:ln>
            <a:noFill/>
          </a:ln>
        </p:spPr>
        <p:txBody>
          <a:bodyPr anchorCtr="0" anchor="b" bIns="121900" lIns="121900" spcFirstLastPara="1" rIns="121900" wrap="square" tIns="121900">
            <a:noAutofit/>
          </a:bodyPr>
          <a:lstStyle>
            <a:lvl1pPr lvl="0" algn="ctr">
              <a:lnSpc>
                <a:spcPct val="100000"/>
              </a:lnSpc>
              <a:spcBef>
                <a:spcPts val="0"/>
              </a:spcBef>
              <a:spcAft>
                <a:spcPts val="0"/>
              </a:spcAft>
              <a:buSzPts val="5600"/>
              <a:buNone/>
              <a:defRPr sz="5600"/>
            </a:lvl1pPr>
            <a:lvl2pPr lvl="1" algn="ctr">
              <a:lnSpc>
                <a:spcPct val="100000"/>
              </a:lnSpc>
              <a:spcBef>
                <a:spcPts val="0"/>
              </a:spcBef>
              <a:spcAft>
                <a:spcPts val="0"/>
              </a:spcAft>
              <a:buSzPts val="5600"/>
              <a:buNone/>
              <a:defRPr sz="5600"/>
            </a:lvl2pPr>
            <a:lvl3pPr lvl="2" algn="ctr">
              <a:lnSpc>
                <a:spcPct val="100000"/>
              </a:lnSpc>
              <a:spcBef>
                <a:spcPts val="0"/>
              </a:spcBef>
              <a:spcAft>
                <a:spcPts val="0"/>
              </a:spcAft>
              <a:buSzPts val="5600"/>
              <a:buNone/>
              <a:defRPr sz="5600"/>
            </a:lvl3pPr>
            <a:lvl4pPr lvl="3" algn="ctr">
              <a:lnSpc>
                <a:spcPct val="100000"/>
              </a:lnSpc>
              <a:spcBef>
                <a:spcPts val="0"/>
              </a:spcBef>
              <a:spcAft>
                <a:spcPts val="0"/>
              </a:spcAft>
              <a:buSzPts val="5600"/>
              <a:buNone/>
              <a:defRPr sz="5600"/>
            </a:lvl4pPr>
            <a:lvl5pPr lvl="4" algn="ctr">
              <a:lnSpc>
                <a:spcPct val="100000"/>
              </a:lnSpc>
              <a:spcBef>
                <a:spcPts val="0"/>
              </a:spcBef>
              <a:spcAft>
                <a:spcPts val="0"/>
              </a:spcAft>
              <a:buSzPts val="5600"/>
              <a:buNone/>
              <a:defRPr sz="5600"/>
            </a:lvl5pPr>
            <a:lvl6pPr lvl="5" algn="ctr">
              <a:lnSpc>
                <a:spcPct val="100000"/>
              </a:lnSpc>
              <a:spcBef>
                <a:spcPts val="0"/>
              </a:spcBef>
              <a:spcAft>
                <a:spcPts val="0"/>
              </a:spcAft>
              <a:buSzPts val="5600"/>
              <a:buNone/>
              <a:defRPr sz="5600"/>
            </a:lvl6pPr>
            <a:lvl7pPr lvl="6" algn="ctr">
              <a:lnSpc>
                <a:spcPct val="100000"/>
              </a:lnSpc>
              <a:spcBef>
                <a:spcPts val="0"/>
              </a:spcBef>
              <a:spcAft>
                <a:spcPts val="0"/>
              </a:spcAft>
              <a:buSzPts val="5600"/>
              <a:buNone/>
              <a:defRPr sz="5600"/>
            </a:lvl7pPr>
            <a:lvl8pPr lvl="7" algn="ctr">
              <a:lnSpc>
                <a:spcPct val="100000"/>
              </a:lnSpc>
              <a:spcBef>
                <a:spcPts val="0"/>
              </a:spcBef>
              <a:spcAft>
                <a:spcPts val="0"/>
              </a:spcAft>
              <a:buSzPts val="5600"/>
              <a:buNone/>
              <a:defRPr sz="5600"/>
            </a:lvl8pPr>
            <a:lvl9pPr lvl="8" algn="ctr">
              <a:lnSpc>
                <a:spcPct val="100000"/>
              </a:lnSpc>
              <a:spcBef>
                <a:spcPts val="0"/>
              </a:spcBef>
              <a:spcAft>
                <a:spcPts val="0"/>
              </a:spcAft>
              <a:buSzPts val="5600"/>
              <a:buNone/>
              <a:defRPr sz="5600"/>
            </a:lvl9pPr>
          </a:lstStyle>
          <a:p/>
        </p:txBody>
      </p:sp>
      <p:sp>
        <p:nvSpPr>
          <p:cNvPr id="176" name="Google Shape;176;gbc34c55794_0_158"/>
          <p:cNvSpPr txBox="1"/>
          <p:nvPr>
            <p:ph idx="1" type="subTitle"/>
          </p:nvPr>
        </p:nvSpPr>
        <p:spPr>
          <a:xfrm>
            <a:off x="354000" y="3737433"/>
            <a:ext cx="5393700" cy="16467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77" name="Google Shape;177;gbc34c55794_0_158"/>
          <p:cNvSpPr txBox="1"/>
          <p:nvPr>
            <p:ph idx="2" type="body"/>
          </p:nvPr>
        </p:nvSpPr>
        <p:spPr>
          <a:xfrm>
            <a:off x="6586000" y="965433"/>
            <a:ext cx="5115900" cy="4926900"/>
          </a:xfrm>
          <a:prstGeom prst="rect">
            <a:avLst/>
          </a:prstGeom>
          <a:noFill/>
          <a:ln>
            <a:noFill/>
          </a:ln>
        </p:spPr>
        <p:txBody>
          <a:bodyPr anchorCtr="0" anchor="ctr" bIns="121900" lIns="121900" spcFirstLastPara="1" rIns="121900" wrap="square" tIns="121900">
            <a:noAutofit/>
          </a:bodyPr>
          <a:lstStyle>
            <a:lvl1pPr indent="-381000" lvl="0" marL="457200" algn="l">
              <a:lnSpc>
                <a:spcPct val="115000"/>
              </a:lnSpc>
              <a:spcBef>
                <a:spcPts val="0"/>
              </a:spcBef>
              <a:spcAft>
                <a:spcPts val="0"/>
              </a:spcAft>
              <a:buSzPts val="2400"/>
              <a:buChar char="●"/>
              <a:defRPr/>
            </a:lvl1pPr>
            <a:lvl2pPr indent="-349250" lvl="1" marL="914400" algn="l">
              <a:lnSpc>
                <a:spcPct val="115000"/>
              </a:lnSpc>
              <a:spcBef>
                <a:spcPts val="2100"/>
              </a:spcBef>
              <a:spcAft>
                <a:spcPts val="0"/>
              </a:spcAft>
              <a:buSzPts val="1900"/>
              <a:buChar char="○"/>
              <a:defRPr/>
            </a:lvl2pPr>
            <a:lvl3pPr indent="-349250" lvl="2" marL="1371600" algn="l">
              <a:lnSpc>
                <a:spcPct val="115000"/>
              </a:lnSpc>
              <a:spcBef>
                <a:spcPts val="2100"/>
              </a:spcBef>
              <a:spcAft>
                <a:spcPts val="0"/>
              </a:spcAft>
              <a:buSzPts val="1900"/>
              <a:buChar char="■"/>
              <a:defRPr/>
            </a:lvl3pPr>
            <a:lvl4pPr indent="-349250" lvl="3" marL="1828800" algn="l">
              <a:lnSpc>
                <a:spcPct val="115000"/>
              </a:lnSpc>
              <a:spcBef>
                <a:spcPts val="2100"/>
              </a:spcBef>
              <a:spcAft>
                <a:spcPts val="0"/>
              </a:spcAft>
              <a:buSzPts val="1900"/>
              <a:buChar char="●"/>
              <a:defRPr/>
            </a:lvl4pPr>
            <a:lvl5pPr indent="-349250" lvl="4" marL="2286000" algn="l">
              <a:lnSpc>
                <a:spcPct val="115000"/>
              </a:lnSpc>
              <a:spcBef>
                <a:spcPts val="2100"/>
              </a:spcBef>
              <a:spcAft>
                <a:spcPts val="0"/>
              </a:spcAft>
              <a:buSzPts val="1900"/>
              <a:buChar char="○"/>
              <a:defRPr/>
            </a:lvl5pPr>
            <a:lvl6pPr indent="-349250" lvl="5" marL="2743200" algn="l">
              <a:lnSpc>
                <a:spcPct val="115000"/>
              </a:lnSpc>
              <a:spcBef>
                <a:spcPts val="2100"/>
              </a:spcBef>
              <a:spcAft>
                <a:spcPts val="0"/>
              </a:spcAft>
              <a:buSzPts val="1900"/>
              <a:buChar char="■"/>
              <a:defRPr/>
            </a:lvl6pPr>
            <a:lvl7pPr indent="-349250" lvl="6" marL="3200400" algn="l">
              <a:lnSpc>
                <a:spcPct val="115000"/>
              </a:lnSpc>
              <a:spcBef>
                <a:spcPts val="2100"/>
              </a:spcBef>
              <a:spcAft>
                <a:spcPts val="0"/>
              </a:spcAft>
              <a:buSzPts val="1900"/>
              <a:buChar char="●"/>
              <a:defRPr/>
            </a:lvl7pPr>
            <a:lvl8pPr indent="-349250" lvl="7" marL="3657600" algn="l">
              <a:lnSpc>
                <a:spcPct val="115000"/>
              </a:lnSpc>
              <a:spcBef>
                <a:spcPts val="2100"/>
              </a:spcBef>
              <a:spcAft>
                <a:spcPts val="0"/>
              </a:spcAft>
              <a:buSzPts val="1900"/>
              <a:buChar char="○"/>
              <a:defRPr/>
            </a:lvl8pPr>
            <a:lvl9pPr indent="-349250" lvl="8" marL="4114800" algn="l">
              <a:lnSpc>
                <a:spcPct val="115000"/>
              </a:lnSpc>
              <a:spcBef>
                <a:spcPts val="2100"/>
              </a:spcBef>
              <a:spcAft>
                <a:spcPts val="2100"/>
              </a:spcAft>
              <a:buSzPts val="1900"/>
              <a:buChar char="■"/>
              <a:defRPr/>
            </a:lvl9pPr>
          </a:lstStyle>
          <a:p/>
        </p:txBody>
      </p:sp>
      <p:sp>
        <p:nvSpPr>
          <p:cNvPr id="178" name="Google Shape;178;gbc34c55794_0_158"/>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79" name="Shape 179"/>
        <p:cNvGrpSpPr/>
        <p:nvPr/>
      </p:nvGrpSpPr>
      <p:grpSpPr>
        <a:xfrm>
          <a:off x="0" y="0"/>
          <a:ext cx="0" cy="0"/>
          <a:chOff x="0" y="0"/>
          <a:chExt cx="0" cy="0"/>
        </a:xfrm>
      </p:grpSpPr>
      <p:sp>
        <p:nvSpPr>
          <p:cNvPr id="180" name="Google Shape;180;gbc34c55794_0_164"/>
          <p:cNvSpPr txBox="1"/>
          <p:nvPr>
            <p:ph idx="1" type="body"/>
          </p:nvPr>
        </p:nvSpPr>
        <p:spPr>
          <a:xfrm>
            <a:off x="415600" y="5640767"/>
            <a:ext cx="7998300" cy="806700"/>
          </a:xfrm>
          <a:prstGeom prst="rect">
            <a:avLst/>
          </a:prstGeom>
          <a:noFill/>
          <a:ln>
            <a:noFill/>
          </a:ln>
        </p:spPr>
        <p:txBody>
          <a:bodyPr anchorCtr="0" anchor="ctr" bIns="121900" lIns="121900" spcFirstLastPara="1" rIns="121900" wrap="square" tIns="121900">
            <a:noAutofit/>
          </a:bodyPr>
          <a:lstStyle>
            <a:lvl1pPr indent="-228600" lvl="0" marL="457200" algn="l">
              <a:lnSpc>
                <a:spcPct val="100000"/>
              </a:lnSpc>
              <a:spcBef>
                <a:spcPts val="0"/>
              </a:spcBef>
              <a:spcAft>
                <a:spcPts val="0"/>
              </a:spcAft>
              <a:buSzPts val="2400"/>
              <a:buNone/>
              <a:defRPr/>
            </a:lvl1pPr>
          </a:lstStyle>
          <a:p/>
        </p:txBody>
      </p:sp>
      <p:sp>
        <p:nvSpPr>
          <p:cNvPr id="181" name="Google Shape;181;gbc34c55794_0_164"/>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82" name="Shape 182"/>
        <p:cNvGrpSpPr/>
        <p:nvPr/>
      </p:nvGrpSpPr>
      <p:grpSpPr>
        <a:xfrm>
          <a:off x="0" y="0"/>
          <a:ext cx="0" cy="0"/>
          <a:chOff x="0" y="0"/>
          <a:chExt cx="0" cy="0"/>
        </a:xfrm>
      </p:grpSpPr>
      <p:sp>
        <p:nvSpPr>
          <p:cNvPr id="183" name="Google Shape;183;gbc34c55794_0_167"/>
          <p:cNvSpPr txBox="1"/>
          <p:nvPr>
            <p:ph hasCustomPrompt="1" type="title"/>
          </p:nvPr>
        </p:nvSpPr>
        <p:spPr>
          <a:xfrm>
            <a:off x="415600" y="1474833"/>
            <a:ext cx="11360700" cy="2618100"/>
          </a:xfrm>
          <a:prstGeom prst="rect">
            <a:avLst/>
          </a:prstGeom>
          <a:noFill/>
          <a:ln>
            <a:noFill/>
          </a:ln>
        </p:spPr>
        <p:txBody>
          <a:bodyPr anchorCtr="0" anchor="b" bIns="121900" lIns="121900" spcFirstLastPara="1" rIns="121900" wrap="square" tIns="121900">
            <a:noAutofit/>
          </a:bodyPr>
          <a:lstStyle>
            <a:lvl1pPr lvl="0" algn="ctr">
              <a:lnSpc>
                <a:spcPct val="100000"/>
              </a:lnSpc>
              <a:spcBef>
                <a:spcPts val="0"/>
              </a:spcBef>
              <a:spcAft>
                <a:spcPts val="0"/>
              </a:spcAft>
              <a:buSzPts val="16000"/>
              <a:buNone/>
              <a:defRPr sz="16000"/>
            </a:lvl1pPr>
            <a:lvl2pPr lvl="1" algn="ctr">
              <a:lnSpc>
                <a:spcPct val="100000"/>
              </a:lnSpc>
              <a:spcBef>
                <a:spcPts val="0"/>
              </a:spcBef>
              <a:spcAft>
                <a:spcPts val="0"/>
              </a:spcAft>
              <a:buSzPts val="16000"/>
              <a:buNone/>
              <a:defRPr sz="16000"/>
            </a:lvl2pPr>
            <a:lvl3pPr lvl="2" algn="ctr">
              <a:lnSpc>
                <a:spcPct val="100000"/>
              </a:lnSpc>
              <a:spcBef>
                <a:spcPts val="0"/>
              </a:spcBef>
              <a:spcAft>
                <a:spcPts val="0"/>
              </a:spcAft>
              <a:buSzPts val="16000"/>
              <a:buNone/>
              <a:defRPr sz="16000"/>
            </a:lvl3pPr>
            <a:lvl4pPr lvl="3" algn="ctr">
              <a:lnSpc>
                <a:spcPct val="100000"/>
              </a:lnSpc>
              <a:spcBef>
                <a:spcPts val="0"/>
              </a:spcBef>
              <a:spcAft>
                <a:spcPts val="0"/>
              </a:spcAft>
              <a:buSzPts val="16000"/>
              <a:buNone/>
              <a:defRPr sz="16000"/>
            </a:lvl4pPr>
            <a:lvl5pPr lvl="4" algn="ctr">
              <a:lnSpc>
                <a:spcPct val="100000"/>
              </a:lnSpc>
              <a:spcBef>
                <a:spcPts val="0"/>
              </a:spcBef>
              <a:spcAft>
                <a:spcPts val="0"/>
              </a:spcAft>
              <a:buSzPts val="16000"/>
              <a:buNone/>
              <a:defRPr sz="16000"/>
            </a:lvl5pPr>
            <a:lvl6pPr lvl="5" algn="ctr">
              <a:lnSpc>
                <a:spcPct val="100000"/>
              </a:lnSpc>
              <a:spcBef>
                <a:spcPts val="0"/>
              </a:spcBef>
              <a:spcAft>
                <a:spcPts val="0"/>
              </a:spcAft>
              <a:buSzPts val="16000"/>
              <a:buNone/>
              <a:defRPr sz="16000"/>
            </a:lvl6pPr>
            <a:lvl7pPr lvl="6" algn="ctr">
              <a:lnSpc>
                <a:spcPct val="100000"/>
              </a:lnSpc>
              <a:spcBef>
                <a:spcPts val="0"/>
              </a:spcBef>
              <a:spcAft>
                <a:spcPts val="0"/>
              </a:spcAft>
              <a:buSzPts val="16000"/>
              <a:buNone/>
              <a:defRPr sz="16000"/>
            </a:lvl7pPr>
            <a:lvl8pPr lvl="7" algn="ctr">
              <a:lnSpc>
                <a:spcPct val="100000"/>
              </a:lnSpc>
              <a:spcBef>
                <a:spcPts val="0"/>
              </a:spcBef>
              <a:spcAft>
                <a:spcPts val="0"/>
              </a:spcAft>
              <a:buSzPts val="16000"/>
              <a:buNone/>
              <a:defRPr sz="16000"/>
            </a:lvl8pPr>
            <a:lvl9pPr lvl="8" algn="ctr">
              <a:lnSpc>
                <a:spcPct val="100000"/>
              </a:lnSpc>
              <a:spcBef>
                <a:spcPts val="0"/>
              </a:spcBef>
              <a:spcAft>
                <a:spcPts val="0"/>
              </a:spcAft>
              <a:buSzPts val="16000"/>
              <a:buNone/>
              <a:defRPr sz="16000"/>
            </a:lvl9pPr>
          </a:lstStyle>
          <a:p>
            <a:r>
              <a:t>xx%</a:t>
            </a:r>
          </a:p>
        </p:txBody>
      </p:sp>
      <p:sp>
        <p:nvSpPr>
          <p:cNvPr id="184" name="Google Shape;184;gbc34c55794_0_167"/>
          <p:cNvSpPr txBox="1"/>
          <p:nvPr>
            <p:ph idx="1" type="body"/>
          </p:nvPr>
        </p:nvSpPr>
        <p:spPr>
          <a:xfrm>
            <a:off x="415600" y="4202967"/>
            <a:ext cx="11360700" cy="1734300"/>
          </a:xfrm>
          <a:prstGeom prst="rect">
            <a:avLst/>
          </a:prstGeom>
          <a:noFill/>
          <a:ln>
            <a:noFill/>
          </a:ln>
        </p:spPr>
        <p:txBody>
          <a:bodyPr anchorCtr="0" anchor="t" bIns="121900" lIns="121900" spcFirstLastPara="1" rIns="121900" wrap="square" tIns="121900">
            <a:noAutofit/>
          </a:bodyPr>
          <a:lstStyle>
            <a:lvl1pPr indent="-381000" lvl="0" marL="457200" algn="ctr">
              <a:lnSpc>
                <a:spcPct val="115000"/>
              </a:lnSpc>
              <a:spcBef>
                <a:spcPts val="0"/>
              </a:spcBef>
              <a:spcAft>
                <a:spcPts val="0"/>
              </a:spcAft>
              <a:buSzPts val="2400"/>
              <a:buChar char="●"/>
              <a:defRPr/>
            </a:lvl1pPr>
            <a:lvl2pPr indent="-349250" lvl="1" marL="914400" algn="ctr">
              <a:lnSpc>
                <a:spcPct val="115000"/>
              </a:lnSpc>
              <a:spcBef>
                <a:spcPts val="2100"/>
              </a:spcBef>
              <a:spcAft>
                <a:spcPts val="0"/>
              </a:spcAft>
              <a:buSzPts val="1900"/>
              <a:buChar char="○"/>
              <a:defRPr/>
            </a:lvl2pPr>
            <a:lvl3pPr indent="-349250" lvl="2" marL="1371600" algn="ctr">
              <a:lnSpc>
                <a:spcPct val="115000"/>
              </a:lnSpc>
              <a:spcBef>
                <a:spcPts val="2100"/>
              </a:spcBef>
              <a:spcAft>
                <a:spcPts val="0"/>
              </a:spcAft>
              <a:buSzPts val="1900"/>
              <a:buChar char="■"/>
              <a:defRPr/>
            </a:lvl3pPr>
            <a:lvl4pPr indent="-349250" lvl="3" marL="1828800" algn="ctr">
              <a:lnSpc>
                <a:spcPct val="115000"/>
              </a:lnSpc>
              <a:spcBef>
                <a:spcPts val="2100"/>
              </a:spcBef>
              <a:spcAft>
                <a:spcPts val="0"/>
              </a:spcAft>
              <a:buSzPts val="1900"/>
              <a:buChar char="●"/>
              <a:defRPr/>
            </a:lvl4pPr>
            <a:lvl5pPr indent="-349250" lvl="4" marL="2286000" algn="ctr">
              <a:lnSpc>
                <a:spcPct val="115000"/>
              </a:lnSpc>
              <a:spcBef>
                <a:spcPts val="2100"/>
              </a:spcBef>
              <a:spcAft>
                <a:spcPts val="0"/>
              </a:spcAft>
              <a:buSzPts val="1900"/>
              <a:buChar char="○"/>
              <a:defRPr/>
            </a:lvl5pPr>
            <a:lvl6pPr indent="-349250" lvl="5" marL="2743200" algn="ctr">
              <a:lnSpc>
                <a:spcPct val="115000"/>
              </a:lnSpc>
              <a:spcBef>
                <a:spcPts val="2100"/>
              </a:spcBef>
              <a:spcAft>
                <a:spcPts val="0"/>
              </a:spcAft>
              <a:buSzPts val="1900"/>
              <a:buChar char="■"/>
              <a:defRPr/>
            </a:lvl6pPr>
            <a:lvl7pPr indent="-349250" lvl="6" marL="3200400" algn="ctr">
              <a:lnSpc>
                <a:spcPct val="115000"/>
              </a:lnSpc>
              <a:spcBef>
                <a:spcPts val="2100"/>
              </a:spcBef>
              <a:spcAft>
                <a:spcPts val="0"/>
              </a:spcAft>
              <a:buSzPts val="1900"/>
              <a:buChar char="●"/>
              <a:defRPr/>
            </a:lvl7pPr>
            <a:lvl8pPr indent="-349250" lvl="7" marL="3657600" algn="ctr">
              <a:lnSpc>
                <a:spcPct val="115000"/>
              </a:lnSpc>
              <a:spcBef>
                <a:spcPts val="2100"/>
              </a:spcBef>
              <a:spcAft>
                <a:spcPts val="0"/>
              </a:spcAft>
              <a:buSzPts val="1900"/>
              <a:buChar char="○"/>
              <a:defRPr/>
            </a:lvl8pPr>
            <a:lvl9pPr indent="-349250" lvl="8" marL="4114800" algn="ctr">
              <a:lnSpc>
                <a:spcPct val="115000"/>
              </a:lnSpc>
              <a:spcBef>
                <a:spcPts val="2100"/>
              </a:spcBef>
              <a:spcAft>
                <a:spcPts val="2100"/>
              </a:spcAft>
              <a:buSzPts val="1900"/>
              <a:buChar char="■"/>
              <a:defRPr/>
            </a:lvl9pPr>
          </a:lstStyle>
          <a:p/>
        </p:txBody>
      </p:sp>
      <p:sp>
        <p:nvSpPr>
          <p:cNvPr id="185" name="Google Shape;185;gbc34c55794_0_167"/>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86" name="Shape 186"/>
        <p:cNvGrpSpPr/>
        <p:nvPr/>
      </p:nvGrpSpPr>
      <p:grpSpPr>
        <a:xfrm>
          <a:off x="0" y="0"/>
          <a:ext cx="0" cy="0"/>
          <a:chOff x="0" y="0"/>
          <a:chExt cx="0" cy="0"/>
        </a:xfrm>
      </p:grpSpPr>
      <p:sp>
        <p:nvSpPr>
          <p:cNvPr id="187" name="Google Shape;187;gbc34c55794_0_171"/>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Subtitle">
  <p:cSld name="Title-Subtitle">
    <p:spTree>
      <p:nvGrpSpPr>
        <p:cNvPr id="188" name="Shape 188"/>
        <p:cNvGrpSpPr/>
        <p:nvPr/>
      </p:nvGrpSpPr>
      <p:grpSpPr>
        <a:xfrm>
          <a:off x="0" y="0"/>
          <a:ext cx="0" cy="0"/>
          <a:chOff x="0" y="0"/>
          <a:chExt cx="0" cy="0"/>
        </a:xfrm>
      </p:grpSpPr>
      <p:sp>
        <p:nvSpPr>
          <p:cNvPr id="189" name="Google Shape;189;gbc34c55794_0_175"/>
          <p:cNvSpPr txBox="1"/>
          <p:nvPr>
            <p:ph idx="1" type="body"/>
          </p:nvPr>
        </p:nvSpPr>
        <p:spPr>
          <a:xfrm>
            <a:off x="517092" y="974040"/>
            <a:ext cx="11157900" cy="231300"/>
          </a:xfrm>
          <a:prstGeom prst="rect">
            <a:avLst/>
          </a:prstGeom>
          <a:noFill/>
          <a:ln>
            <a:noFill/>
          </a:ln>
        </p:spPr>
        <p:txBody>
          <a:bodyPr anchorCtr="0" anchor="ctr" bIns="0" lIns="0" spcFirstLastPara="1" rIns="0" wrap="square" tIns="0">
            <a:noAutofit/>
          </a:bodyPr>
          <a:lstStyle>
            <a:lvl1pPr indent="-228600" lvl="0" marL="457200" marR="0" algn="l">
              <a:lnSpc>
                <a:spcPct val="115000"/>
              </a:lnSpc>
              <a:spcBef>
                <a:spcPts val="300"/>
              </a:spcBef>
              <a:spcAft>
                <a:spcPts val="0"/>
              </a:spcAft>
              <a:buClr>
                <a:srgbClr val="7F7F7F"/>
              </a:buClr>
              <a:buSzPts val="1500"/>
              <a:buFont typeface="Arial"/>
              <a:buNone/>
              <a:defRPr b="0" i="0" sz="1500" u="none" cap="none" strike="noStrike">
                <a:solidFill>
                  <a:srgbClr val="7F7F7F"/>
                </a:solidFill>
                <a:latin typeface="Roboto"/>
                <a:ea typeface="Roboto"/>
                <a:cs typeface="Roboto"/>
                <a:sym typeface="Roboto"/>
              </a:defRPr>
            </a:lvl1pPr>
            <a:lvl2pPr indent="-228600" lvl="1" marL="914400" marR="0" algn="l">
              <a:lnSpc>
                <a:spcPct val="115000"/>
              </a:lnSpc>
              <a:spcBef>
                <a:spcPts val="2100"/>
              </a:spcBef>
              <a:spcAft>
                <a:spcPts val="0"/>
              </a:spcAft>
              <a:buClr>
                <a:schemeClr val="dk1"/>
              </a:buClr>
              <a:buSzPts val="1600"/>
              <a:buFont typeface="Arial"/>
              <a:buNone/>
              <a:defRPr b="0" i="0" sz="1600" u="none" cap="none" strike="noStrike">
                <a:solidFill>
                  <a:schemeClr val="dk1"/>
                </a:solidFill>
                <a:latin typeface="Roboto"/>
                <a:ea typeface="Roboto"/>
                <a:cs typeface="Roboto"/>
                <a:sym typeface="Roboto"/>
              </a:defRPr>
            </a:lvl2pPr>
            <a:lvl3pPr indent="-228600" lvl="2" marL="1371600" marR="0" algn="l">
              <a:lnSpc>
                <a:spcPct val="115000"/>
              </a:lnSpc>
              <a:spcBef>
                <a:spcPts val="2100"/>
              </a:spcBef>
              <a:spcAft>
                <a:spcPts val="0"/>
              </a:spcAft>
              <a:buClr>
                <a:schemeClr val="dk1"/>
              </a:buClr>
              <a:buSzPts val="1300"/>
              <a:buFont typeface="Arial"/>
              <a:buNone/>
              <a:defRPr b="0" i="0" sz="1300" u="none" cap="none" strike="noStrike">
                <a:solidFill>
                  <a:schemeClr val="dk1"/>
                </a:solidFill>
                <a:latin typeface="Roboto"/>
                <a:ea typeface="Roboto"/>
                <a:cs typeface="Roboto"/>
                <a:sym typeface="Roboto"/>
              </a:defRPr>
            </a:lvl3pPr>
            <a:lvl4pPr indent="-228600" lvl="3" marL="1828800" marR="0" algn="l">
              <a:lnSpc>
                <a:spcPct val="115000"/>
              </a:lnSpc>
              <a:spcBef>
                <a:spcPts val="2100"/>
              </a:spcBef>
              <a:spcAft>
                <a:spcPts val="0"/>
              </a:spcAft>
              <a:buClr>
                <a:schemeClr val="dk1"/>
              </a:buClr>
              <a:buSzPts val="1200"/>
              <a:buFont typeface="Arial"/>
              <a:buNone/>
              <a:defRPr b="0" i="0" sz="1200" u="none" cap="none" strike="noStrike">
                <a:solidFill>
                  <a:schemeClr val="dk1"/>
                </a:solidFill>
                <a:latin typeface="Roboto"/>
                <a:ea typeface="Roboto"/>
                <a:cs typeface="Roboto"/>
                <a:sym typeface="Roboto"/>
              </a:defRPr>
            </a:lvl4pPr>
            <a:lvl5pPr indent="-228600" lvl="4" marL="2286000" marR="0" algn="l">
              <a:lnSpc>
                <a:spcPct val="115000"/>
              </a:lnSpc>
              <a:spcBef>
                <a:spcPts val="2100"/>
              </a:spcBef>
              <a:spcAft>
                <a:spcPts val="0"/>
              </a:spcAft>
              <a:buClr>
                <a:schemeClr val="dk1"/>
              </a:buClr>
              <a:buSzPts val="1200"/>
              <a:buFont typeface="Arial"/>
              <a:buNone/>
              <a:defRPr b="0" i="0" sz="1200" u="none" cap="none" strike="noStrike">
                <a:solidFill>
                  <a:schemeClr val="dk1"/>
                </a:solidFill>
                <a:latin typeface="Roboto"/>
                <a:ea typeface="Roboto"/>
                <a:cs typeface="Roboto"/>
                <a:sym typeface="Roboto"/>
              </a:defRPr>
            </a:lvl5pPr>
            <a:lvl6pPr indent="-228600" lvl="5" marL="2743200" marR="0" algn="l">
              <a:lnSpc>
                <a:spcPct val="115000"/>
              </a:lnSpc>
              <a:spcBef>
                <a:spcPts val="2100"/>
              </a:spcBef>
              <a:spcAft>
                <a:spcPts val="0"/>
              </a:spcAft>
              <a:buClr>
                <a:schemeClr val="dk1"/>
              </a:buClr>
              <a:buSzPts val="1200"/>
              <a:buFont typeface="Arial"/>
              <a:buNone/>
              <a:defRPr b="0" i="0" sz="1200" u="none" cap="none" strike="noStrike">
                <a:solidFill>
                  <a:schemeClr val="dk1"/>
                </a:solidFill>
                <a:latin typeface="Roboto"/>
                <a:ea typeface="Roboto"/>
                <a:cs typeface="Roboto"/>
                <a:sym typeface="Roboto"/>
              </a:defRPr>
            </a:lvl6pPr>
            <a:lvl7pPr indent="-228600" lvl="6" marL="3200400" marR="0" algn="l">
              <a:lnSpc>
                <a:spcPct val="115000"/>
              </a:lnSpc>
              <a:spcBef>
                <a:spcPts val="2100"/>
              </a:spcBef>
              <a:spcAft>
                <a:spcPts val="0"/>
              </a:spcAft>
              <a:buClr>
                <a:schemeClr val="dk1"/>
              </a:buClr>
              <a:buSzPts val="1200"/>
              <a:buFont typeface="Arial"/>
              <a:buNone/>
              <a:defRPr b="0" i="0" sz="1200" u="none" cap="none" strike="noStrike">
                <a:solidFill>
                  <a:schemeClr val="dk1"/>
                </a:solidFill>
                <a:latin typeface="Roboto"/>
                <a:ea typeface="Roboto"/>
                <a:cs typeface="Roboto"/>
                <a:sym typeface="Roboto"/>
              </a:defRPr>
            </a:lvl7pPr>
            <a:lvl8pPr indent="-228600" lvl="7" marL="3657600" marR="0" algn="l">
              <a:lnSpc>
                <a:spcPct val="115000"/>
              </a:lnSpc>
              <a:spcBef>
                <a:spcPts val="2100"/>
              </a:spcBef>
              <a:spcAft>
                <a:spcPts val="0"/>
              </a:spcAft>
              <a:buClr>
                <a:schemeClr val="dk1"/>
              </a:buClr>
              <a:buSzPts val="1200"/>
              <a:buFont typeface="Arial"/>
              <a:buNone/>
              <a:defRPr b="0" i="0" sz="1200" u="none" cap="none" strike="noStrike">
                <a:solidFill>
                  <a:schemeClr val="dk1"/>
                </a:solidFill>
                <a:latin typeface="Roboto"/>
                <a:ea typeface="Roboto"/>
                <a:cs typeface="Roboto"/>
                <a:sym typeface="Roboto"/>
              </a:defRPr>
            </a:lvl8pPr>
            <a:lvl9pPr indent="-228600" lvl="8" marL="4114800" marR="0" algn="l">
              <a:lnSpc>
                <a:spcPct val="115000"/>
              </a:lnSpc>
              <a:spcBef>
                <a:spcPts val="2100"/>
              </a:spcBef>
              <a:spcAft>
                <a:spcPts val="2100"/>
              </a:spcAft>
              <a:buClr>
                <a:schemeClr val="dk1"/>
              </a:buClr>
              <a:buSzPts val="1200"/>
              <a:buFont typeface="Arial"/>
              <a:buNone/>
              <a:defRPr b="0" i="0" sz="1200" u="none" cap="none" strike="noStrike">
                <a:solidFill>
                  <a:schemeClr val="dk1"/>
                </a:solidFill>
                <a:latin typeface="Roboto"/>
                <a:ea typeface="Roboto"/>
                <a:cs typeface="Roboto"/>
                <a:sym typeface="Roboto"/>
              </a:defRPr>
            </a:lvl9pPr>
          </a:lstStyle>
          <a:p/>
        </p:txBody>
      </p:sp>
      <p:sp>
        <p:nvSpPr>
          <p:cNvPr id="190" name="Google Shape;190;gbc34c55794_0_175"/>
          <p:cNvSpPr txBox="1"/>
          <p:nvPr>
            <p:ph type="title"/>
          </p:nvPr>
        </p:nvSpPr>
        <p:spPr>
          <a:xfrm>
            <a:off x="517092" y="376815"/>
            <a:ext cx="11157900" cy="546000"/>
          </a:xfrm>
          <a:prstGeom prst="rect">
            <a:avLst/>
          </a:prstGeom>
          <a:noFill/>
          <a:ln>
            <a:noFill/>
          </a:ln>
        </p:spPr>
        <p:txBody>
          <a:bodyPr anchorCtr="0" anchor="ctr" bIns="0" lIns="0" spcFirstLastPara="1" rIns="0" wrap="square" tIns="0">
            <a:noAutofit/>
          </a:bodyPr>
          <a:lstStyle>
            <a:lvl1pPr lvl="0" marR="0" algn="l">
              <a:lnSpc>
                <a:spcPct val="100000"/>
              </a:lnSpc>
              <a:spcBef>
                <a:spcPts val="0"/>
              </a:spcBef>
              <a:spcAft>
                <a:spcPts val="0"/>
              </a:spcAft>
              <a:buClr>
                <a:srgbClr val="5B5B5B"/>
              </a:buClr>
              <a:buSzPts val="3700"/>
              <a:buFont typeface="Roboto"/>
              <a:buNone/>
              <a:defRPr b="0" i="0" sz="3700" u="none" cap="none" strike="noStrike">
                <a:solidFill>
                  <a:srgbClr val="5B5B5B"/>
                </a:solidFill>
                <a:latin typeface="Roboto"/>
                <a:ea typeface="Roboto"/>
                <a:cs typeface="Roboto"/>
                <a:sym typeface="Roboto"/>
              </a:defRPr>
            </a:lvl1pPr>
            <a:lvl2pPr lvl="1" algn="l">
              <a:lnSpc>
                <a:spcPct val="100000"/>
              </a:lnSpc>
              <a:spcBef>
                <a:spcPts val="0"/>
              </a:spcBef>
              <a:spcAft>
                <a:spcPts val="0"/>
              </a:spcAft>
              <a:buSzPts val="3700"/>
              <a:buNone/>
              <a:defRPr sz="2400"/>
            </a:lvl2pPr>
            <a:lvl3pPr lvl="2" algn="l">
              <a:lnSpc>
                <a:spcPct val="100000"/>
              </a:lnSpc>
              <a:spcBef>
                <a:spcPts val="0"/>
              </a:spcBef>
              <a:spcAft>
                <a:spcPts val="0"/>
              </a:spcAft>
              <a:buSzPts val="3700"/>
              <a:buNone/>
              <a:defRPr sz="2400"/>
            </a:lvl3pPr>
            <a:lvl4pPr lvl="3" algn="l">
              <a:lnSpc>
                <a:spcPct val="100000"/>
              </a:lnSpc>
              <a:spcBef>
                <a:spcPts val="0"/>
              </a:spcBef>
              <a:spcAft>
                <a:spcPts val="0"/>
              </a:spcAft>
              <a:buSzPts val="3700"/>
              <a:buNone/>
              <a:defRPr sz="2400"/>
            </a:lvl4pPr>
            <a:lvl5pPr lvl="4" algn="l">
              <a:lnSpc>
                <a:spcPct val="100000"/>
              </a:lnSpc>
              <a:spcBef>
                <a:spcPts val="0"/>
              </a:spcBef>
              <a:spcAft>
                <a:spcPts val="0"/>
              </a:spcAft>
              <a:buSzPts val="3700"/>
              <a:buNone/>
              <a:defRPr sz="2400"/>
            </a:lvl5pPr>
            <a:lvl6pPr lvl="5" algn="l">
              <a:lnSpc>
                <a:spcPct val="100000"/>
              </a:lnSpc>
              <a:spcBef>
                <a:spcPts val="0"/>
              </a:spcBef>
              <a:spcAft>
                <a:spcPts val="0"/>
              </a:spcAft>
              <a:buSzPts val="3700"/>
              <a:buNone/>
              <a:defRPr sz="2400"/>
            </a:lvl6pPr>
            <a:lvl7pPr lvl="6" algn="l">
              <a:lnSpc>
                <a:spcPct val="100000"/>
              </a:lnSpc>
              <a:spcBef>
                <a:spcPts val="0"/>
              </a:spcBef>
              <a:spcAft>
                <a:spcPts val="0"/>
              </a:spcAft>
              <a:buSzPts val="3700"/>
              <a:buNone/>
              <a:defRPr sz="2400"/>
            </a:lvl7pPr>
            <a:lvl8pPr lvl="7" algn="l">
              <a:lnSpc>
                <a:spcPct val="100000"/>
              </a:lnSpc>
              <a:spcBef>
                <a:spcPts val="0"/>
              </a:spcBef>
              <a:spcAft>
                <a:spcPts val="0"/>
              </a:spcAft>
              <a:buSzPts val="3700"/>
              <a:buNone/>
              <a:defRPr sz="2400"/>
            </a:lvl8pPr>
            <a:lvl9pPr lvl="8" algn="l">
              <a:lnSpc>
                <a:spcPct val="100000"/>
              </a:lnSpc>
              <a:spcBef>
                <a:spcPts val="0"/>
              </a:spcBef>
              <a:spcAft>
                <a:spcPts val="0"/>
              </a:spcAft>
              <a:buSzPts val="3700"/>
              <a:buNone/>
              <a:defRPr sz="2400"/>
            </a:lvl9pPr>
          </a:lstStyle>
          <a:p/>
        </p:txBody>
      </p:sp>
      <p:sp>
        <p:nvSpPr>
          <p:cNvPr id="191" name="Google Shape;191;gbc34c55794_0_175"/>
          <p:cNvSpPr txBox="1"/>
          <p:nvPr>
            <p:ph idx="12" type="sldNum"/>
          </p:nvPr>
        </p:nvSpPr>
        <p:spPr>
          <a:xfrm>
            <a:off x="11409045" y="6333134"/>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7F7F7F"/>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7F7F7F"/>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7F7F7F"/>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7F7F7F"/>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7F7F7F"/>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7F7F7F"/>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7F7F7F"/>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7F7F7F"/>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7F7F7F"/>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5.xml"/><Relationship Id="rId10" Type="http://schemas.openxmlformats.org/officeDocument/2006/relationships/slideLayout" Target="../slideLayouts/slideLayout24.xml"/><Relationship Id="rId13" Type="http://schemas.openxmlformats.org/officeDocument/2006/relationships/slideLayout" Target="../slideLayouts/slideLayout27.xml"/><Relationship Id="rId12" Type="http://schemas.openxmlformats.org/officeDocument/2006/relationships/slideLayout" Target="../slideLayouts/slideLayout26.xml"/><Relationship Id="rId1" Type="http://schemas.openxmlformats.org/officeDocument/2006/relationships/slideLayout" Target="../slideLayouts/slideLayout15.xml"/><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theme" Target="../theme/theme2.xml"/><Relationship Id="rId5" Type="http://schemas.openxmlformats.org/officeDocument/2006/relationships/slideLayout" Target="../slideLayouts/slideLayout19.xml"/><Relationship Id="rId6" Type="http://schemas.openxmlformats.org/officeDocument/2006/relationships/slideLayout" Target="../slideLayouts/slideLayout20.xml"/><Relationship Id="rId7" Type="http://schemas.openxmlformats.org/officeDocument/2006/relationships/slideLayout" Target="../slideLayouts/slideLayout21.xml"/><Relationship Id="rId8"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9" name="Shape 9"/>
        <p:cNvGrpSpPr/>
        <p:nvPr/>
      </p:nvGrpSpPr>
      <p:grpSpPr>
        <a:xfrm>
          <a:off x="0" y="0"/>
          <a:ext cx="0" cy="0"/>
          <a:chOff x="0" y="0"/>
          <a:chExt cx="0" cy="0"/>
        </a:xfrm>
      </p:grpSpPr>
      <p:sp>
        <p:nvSpPr>
          <p:cNvPr id="10" name="Google Shape;10;gbbda25c5c6_0_171"/>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9pPr>
          </a:lstStyle>
          <a:p/>
        </p:txBody>
      </p:sp>
      <p:sp>
        <p:nvSpPr>
          <p:cNvPr id="11" name="Google Shape;11;gbbda25c5c6_0_171"/>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Autofit/>
          </a:bodyPr>
          <a:lstStyle>
            <a:lvl1pPr indent="-381000" lvl="0" marL="457200" marR="0" rtl="0" algn="l">
              <a:lnSpc>
                <a:spcPct val="115000"/>
              </a:lnSpc>
              <a:spcBef>
                <a:spcPts val="0"/>
              </a:spcBef>
              <a:spcAft>
                <a:spcPts val="0"/>
              </a:spcAft>
              <a:buClr>
                <a:schemeClr val="dk2"/>
              </a:buClr>
              <a:buSzPts val="2400"/>
              <a:buFont typeface="Arial"/>
              <a:buChar char="●"/>
              <a:defRPr b="0" i="0" sz="2400" u="none" cap="none" strike="noStrike">
                <a:solidFill>
                  <a:schemeClr val="dk2"/>
                </a:solidFill>
                <a:latin typeface="Arial"/>
                <a:ea typeface="Arial"/>
                <a:cs typeface="Arial"/>
                <a:sym typeface="Arial"/>
              </a:defRPr>
            </a:lvl1pPr>
            <a:lvl2pPr indent="-349250" lvl="1" marL="9144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2pPr>
            <a:lvl3pPr indent="-349250" lvl="2" marL="13716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3pPr>
            <a:lvl4pPr indent="-349250" lvl="3" marL="18288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4pPr>
            <a:lvl5pPr indent="-349250" lvl="4" marL="22860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5pPr>
            <a:lvl6pPr indent="-349250" lvl="5" marL="27432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6pPr>
            <a:lvl7pPr indent="-349250" lvl="6" marL="32004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7pPr>
            <a:lvl8pPr indent="-349250" lvl="7" marL="36576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8pPr>
            <a:lvl9pPr indent="-349250" lvl="8" marL="41148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9pPr>
          </a:lstStyle>
          <a:p/>
        </p:txBody>
      </p:sp>
      <p:sp>
        <p:nvSpPr>
          <p:cNvPr id="12" name="Google Shape;12;gbbda25c5c6_0_171"/>
          <p:cNvSpPr txBox="1"/>
          <p:nvPr>
            <p:ph idx="12" type="sldNum"/>
          </p:nvPr>
        </p:nvSpPr>
        <p:spPr>
          <a:xfrm>
            <a:off x="11296610" y="6217623"/>
            <a:ext cx="731700" cy="524700"/>
          </a:xfrm>
          <a:prstGeom prst="rect">
            <a:avLst/>
          </a:prstGeom>
          <a:noFill/>
          <a:ln>
            <a:noFill/>
          </a:ln>
        </p:spPr>
        <p:txBody>
          <a:bodyPr anchorCtr="0" anchor="ctr" bIns="121900" lIns="121900" spcFirstLastPara="1" rIns="121900" wrap="square" tIns="121900">
            <a:no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41" name="Shape 141"/>
        <p:cNvGrpSpPr/>
        <p:nvPr/>
      </p:nvGrpSpPr>
      <p:grpSpPr>
        <a:xfrm>
          <a:off x="0" y="0"/>
          <a:ext cx="0" cy="0"/>
          <a:chOff x="0" y="0"/>
          <a:chExt cx="0" cy="0"/>
        </a:xfrm>
      </p:grpSpPr>
      <p:sp>
        <p:nvSpPr>
          <p:cNvPr id="142" name="Google Shape;142;gbc34c55794_0_128"/>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9pPr>
          </a:lstStyle>
          <a:p/>
        </p:txBody>
      </p:sp>
      <p:sp>
        <p:nvSpPr>
          <p:cNvPr id="143" name="Google Shape;143;gbc34c55794_0_128"/>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Autofit/>
          </a:bodyPr>
          <a:lstStyle>
            <a:lvl1pPr indent="-381000" lvl="0" marL="457200" marR="0" rtl="0" algn="l">
              <a:lnSpc>
                <a:spcPct val="115000"/>
              </a:lnSpc>
              <a:spcBef>
                <a:spcPts val="0"/>
              </a:spcBef>
              <a:spcAft>
                <a:spcPts val="0"/>
              </a:spcAft>
              <a:buClr>
                <a:schemeClr val="dk2"/>
              </a:buClr>
              <a:buSzPts val="2400"/>
              <a:buFont typeface="Arial"/>
              <a:buChar char="●"/>
              <a:defRPr b="0" i="0" sz="2400" u="none" cap="none" strike="noStrike">
                <a:solidFill>
                  <a:schemeClr val="dk2"/>
                </a:solidFill>
                <a:latin typeface="Arial"/>
                <a:ea typeface="Arial"/>
                <a:cs typeface="Arial"/>
                <a:sym typeface="Arial"/>
              </a:defRPr>
            </a:lvl1pPr>
            <a:lvl2pPr indent="-349250" lvl="1" marL="914400" marR="0" rtl="0" algn="l">
              <a:lnSpc>
                <a:spcPct val="115000"/>
              </a:lnSpc>
              <a:spcBef>
                <a:spcPts val="210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2pPr>
            <a:lvl3pPr indent="-349250" lvl="2" marL="1371600" marR="0" rtl="0" algn="l">
              <a:lnSpc>
                <a:spcPct val="115000"/>
              </a:lnSpc>
              <a:spcBef>
                <a:spcPts val="210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3pPr>
            <a:lvl4pPr indent="-349250" lvl="3" marL="1828800" marR="0" rtl="0" algn="l">
              <a:lnSpc>
                <a:spcPct val="115000"/>
              </a:lnSpc>
              <a:spcBef>
                <a:spcPts val="210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4pPr>
            <a:lvl5pPr indent="-349250" lvl="4" marL="2286000" marR="0" rtl="0" algn="l">
              <a:lnSpc>
                <a:spcPct val="115000"/>
              </a:lnSpc>
              <a:spcBef>
                <a:spcPts val="210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5pPr>
            <a:lvl6pPr indent="-349250" lvl="5" marL="2743200" marR="0" rtl="0" algn="l">
              <a:lnSpc>
                <a:spcPct val="115000"/>
              </a:lnSpc>
              <a:spcBef>
                <a:spcPts val="210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6pPr>
            <a:lvl7pPr indent="-349250" lvl="6" marL="3200400" marR="0" rtl="0" algn="l">
              <a:lnSpc>
                <a:spcPct val="115000"/>
              </a:lnSpc>
              <a:spcBef>
                <a:spcPts val="210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7pPr>
            <a:lvl8pPr indent="-349250" lvl="7" marL="3657600" marR="0" rtl="0" algn="l">
              <a:lnSpc>
                <a:spcPct val="115000"/>
              </a:lnSpc>
              <a:spcBef>
                <a:spcPts val="210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8pPr>
            <a:lvl9pPr indent="-349250" lvl="8" marL="4114800" marR="0" rtl="0" algn="l">
              <a:lnSpc>
                <a:spcPct val="115000"/>
              </a:lnSpc>
              <a:spcBef>
                <a:spcPts val="2100"/>
              </a:spcBef>
              <a:spcAft>
                <a:spcPts val="2100"/>
              </a:spcAft>
              <a:buClr>
                <a:schemeClr val="dk2"/>
              </a:buClr>
              <a:buSzPts val="1900"/>
              <a:buFont typeface="Arial"/>
              <a:buChar char="■"/>
              <a:defRPr b="0" i="0" sz="1900" u="none" cap="none" strike="noStrike">
                <a:solidFill>
                  <a:schemeClr val="dk2"/>
                </a:solidFill>
                <a:latin typeface="Arial"/>
                <a:ea typeface="Arial"/>
                <a:cs typeface="Arial"/>
                <a:sym typeface="Arial"/>
              </a:defRPr>
            </a:lvl9pPr>
          </a:lstStyle>
          <a:p/>
        </p:txBody>
      </p:sp>
      <p:sp>
        <p:nvSpPr>
          <p:cNvPr id="144" name="Google Shape;144;gbc34c55794_0_128"/>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Lst>
  <mc:AlternateContent>
    <mc:Choice Requires="p14">
      <p:transition spd="slow" p14:dur="1000">
        <p:fade/>
      </p:transition>
    </mc:Choice>
    <mc:Fallback>
      <p:transition spd="slow">
        <p:fade/>
      </p:transition>
    </mc:Fallback>
  </mc:AlternateConten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s://www.dreamstime.com/information-war-hybrid-media-space-cyber-warfare-ddos-attack-fakes-hackers-cybercrime-phishing-propaganda-smartphone-image243700035" TargetMode="External"/><Relationship Id="rId4" Type="http://schemas.openxmlformats.org/officeDocument/2006/relationships/hyperlink" Target="https://www.dreamstime.com/information-war-hybrid-media-space-cyber-warfare-ddos-attack-fakes-hackers-cybercrime-phishing-propaganda-smartphone-image243700035"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2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6.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9.png"/><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comments" Target="../comments/comment1.xml"/><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gbbda25c5c6_0_54"/>
          <p:cNvSpPr/>
          <p:nvPr/>
        </p:nvSpPr>
        <p:spPr>
          <a:xfrm>
            <a:off x="1460025" y="2350800"/>
            <a:ext cx="10126500" cy="888600"/>
          </a:xfrm>
          <a:prstGeom prst="roundRect">
            <a:avLst>
              <a:gd fmla="val 16667" name="adj"/>
            </a:avLst>
          </a:prstGeom>
          <a:solidFill>
            <a:schemeClr val="accent3"/>
          </a:solidFill>
          <a:ln>
            <a:noFill/>
          </a:ln>
          <a:effectLst>
            <a:outerShdw blurRad="57150" rotWithShape="0" algn="bl" dir="5400000" dist="19050">
              <a:srgbClr val="000000">
                <a:alpha val="45490"/>
              </a:srgbClr>
            </a:outerShdw>
          </a:effectLst>
        </p:spPr>
        <p:txBody>
          <a:bodyPr anchorCtr="0" anchor="ctr" bIns="121900" lIns="121900" spcFirstLastPara="1" rIns="121900" wrap="square" tIns="121900">
            <a:noAutofit/>
          </a:bodyPr>
          <a:lstStyle/>
          <a:p>
            <a:pPr indent="0" lvl="0" marL="0" marR="0" rtl="0" algn="ctr">
              <a:lnSpc>
                <a:spcPct val="85000"/>
              </a:lnSpc>
              <a:spcBef>
                <a:spcPts val="0"/>
              </a:spcBef>
              <a:spcAft>
                <a:spcPts val="0"/>
              </a:spcAft>
              <a:buClr>
                <a:srgbClr val="262626"/>
              </a:buClr>
              <a:buSzPts val="8000"/>
              <a:buFont typeface="Calibri"/>
              <a:buNone/>
            </a:pPr>
            <a:r>
              <a:rPr b="1" i="0" lang="en-US" sz="3600" u="none" cap="none" strike="noStrike">
                <a:solidFill>
                  <a:schemeClr val="lt1"/>
                </a:solidFill>
                <a:latin typeface="Calibri"/>
                <a:ea typeface="Calibri"/>
                <a:cs typeface="Calibri"/>
                <a:sym typeface="Calibri"/>
              </a:rPr>
              <a:t>Threats to Security</a:t>
            </a:r>
            <a:endParaRPr b="1" i="0" sz="3600" u="none" cap="none" strike="noStrike">
              <a:solidFill>
                <a:schemeClr val="lt1"/>
              </a:solidFill>
              <a:latin typeface="Arial"/>
              <a:ea typeface="Arial"/>
              <a:cs typeface="Arial"/>
              <a:sym typeface="Arial"/>
            </a:endParaRPr>
          </a:p>
        </p:txBody>
      </p:sp>
      <p:sp>
        <p:nvSpPr>
          <p:cNvPr id="197" name="Google Shape;197;gbbda25c5c6_0_54"/>
          <p:cNvSpPr txBox="1"/>
          <p:nvPr/>
        </p:nvSpPr>
        <p:spPr>
          <a:xfrm>
            <a:off x="4396400" y="3636675"/>
            <a:ext cx="4441500" cy="476100"/>
          </a:xfrm>
          <a:prstGeom prst="rect">
            <a:avLst/>
          </a:prstGeom>
          <a:noFill/>
          <a:ln>
            <a:noFill/>
          </a:ln>
        </p:spPr>
        <p:txBody>
          <a:bodyPr anchorCtr="0" anchor="t" bIns="91425" lIns="91425" spcFirstLastPara="1" rIns="91425" wrap="square" tIns="91425">
            <a:noAutofit/>
          </a:bodyPr>
          <a:lstStyle/>
          <a:p>
            <a:pPr indent="0" lvl="0" marL="914400" marR="0" rtl="0" algn="l">
              <a:lnSpc>
                <a:spcPct val="100000"/>
              </a:lnSpc>
              <a:spcBef>
                <a:spcPts val="0"/>
              </a:spcBef>
              <a:spcAft>
                <a:spcPts val="0"/>
              </a:spcAft>
              <a:buClr>
                <a:srgbClr val="000000"/>
              </a:buClr>
              <a:buSzPts val="3200"/>
              <a:buFont typeface="Arial"/>
              <a:buNone/>
            </a:pPr>
            <a:r>
              <a:rPr b="1" i="0" lang="en-US" sz="3200" u="none" cap="none" strike="noStrike">
                <a:solidFill>
                  <a:schemeClr val="accent3"/>
                </a:solidFill>
                <a:latin typeface="Times New Roman"/>
                <a:ea typeface="Times New Roman"/>
                <a:cs typeface="Times New Roman"/>
                <a:sym typeface="Times New Roman"/>
              </a:rPr>
              <a:t>Lecture 5</a:t>
            </a:r>
            <a:endParaRPr b="1" i="0" sz="3200" u="none" cap="none" strike="noStrike">
              <a:solidFill>
                <a:schemeClr val="accent3"/>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g37f98f0ae4d_0_360"/>
          <p:cNvSpPr txBox="1"/>
          <p:nvPr>
            <p:ph type="title"/>
          </p:nvPr>
        </p:nvSpPr>
        <p:spPr>
          <a:xfrm>
            <a:off x="0" y="0"/>
            <a:ext cx="12192000" cy="7599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3700"/>
              <a:buNone/>
            </a:pPr>
            <a:r>
              <a:rPr lang="en-US" sz="4000">
                <a:solidFill>
                  <a:schemeClr val="lt1"/>
                </a:solidFill>
                <a:latin typeface="Gill Sans"/>
                <a:ea typeface="Gill Sans"/>
                <a:cs typeface="Gill Sans"/>
                <a:sym typeface="Gill Sans"/>
              </a:rPr>
              <a:t>Threats to Personal Security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p:txBody>
      </p:sp>
      <p:sp>
        <p:nvSpPr>
          <p:cNvPr id="203" name="Google Shape;203;g37f98f0ae4d_0_360"/>
          <p:cNvSpPr txBox="1"/>
          <p:nvPr/>
        </p:nvSpPr>
        <p:spPr>
          <a:xfrm>
            <a:off x="384950" y="1154825"/>
            <a:ext cx="11446800" cy="5207700"/>
          </a:xfrm>
          <a:prstGeom prst="rect">
            <a:avLst/>
          </a:prstGeom>
          <a:noFill/>
          <a:ln>
            <a:noFill/>
          </a:ln>
        </p:spPr>
        <p:txBody>
          <a:bodyPr anchorCtr="0" anchor="t" bIns="91425" lIns="91425" spcFirstLastPara="1" rIns="91425" wrap="square" tIns="91425">
            <a:spAutoFit/>
          </a:bodyPr>
          <a:lstStyle/>
          <a:p>
            <a:pPr indent="-419100" lvl="0" marL="457200" marR="0" rtl="0" algn="just">
              <a:lnSpc>
                <a:spcPct val="100000"/>
              </a:lnSpc>
              <a:spcBef>
                <a:spcPts val="1000"/>
              </a:spcBef>
              <a:spcAft>
                <a:spcPts val="0"/>
              </a:spcAft>
              <a:buClr>
                <a:schemeClr val="accent3"/>
              </a:buClr>
              <a:buSzPts val="3000"/>
              <a:buFont typeface="Times New Roman"/>
              <a:buChar char="■"/>
            </a:pPr>
            <a:r>
              <a:rPr b="0" i="0" lang="en-US" sz="2000" u="none" cap="none" strike="noStrike">
                <a:solidFill>
                  <a:srgbClr val="000000"/>
                </a:solidFill>
                <a:latin typeface="Times New Roman"/>
                <a:ea typeface="Times New Roman"/>
                <a:cs typeface="Times New Roman"/>
                <a:sym typeface="Times New Roman"/>
              </a:rPr>
              <a:t>Threats to personal security encompass various risks and dangers that can compromise an individual's privacy, data, and overall safety in the digital world. Common threats to personal security </a:t>
            </a:r>
            <a:r>
              <a:rPr lang="en-US" sz="2000">
                <a:latin typeface="Times New Roman"/>
                <a:ea typeface="Times New Roman"/>
                <a:cs typeface="Times New Roman"/>
                <a:sym typeface="Times New Roman"/>
              </a:rPr>
              <a:t>are :</a:t>
            </a:r>
            <a:endParaRPr b="0" i="0" sz="2200" u="none" cap="none" strike="noStrike">
              <a:solidFill>
                <a:srgbClr val="000000"/>
              </a:solidFill>
              <a:latin typeface="Times New Roman"/>
              <a:ea typeface="Times New Roman"/>
              <a:cs typeface="Times New Roman"/>
              <a:sym typeface="Times New Roman"/>
            </a:endParaRPr>
          </a:p>
          <a:p>
            <a:pPr indent="-349250" lvl="1" marL="914400" marR="0" rtl="0" algn="just">
              <a:lnSpc>
                <a:spcPct val="100000"/>
              </a:lnSpc>
              <a:spcBef>
                <a:spcPts val="1000"/>
              </a:spcBef>
              <a:spcAft>
                <a:spcPts val="0"/>
              </a:spcAft>
              <a:buClr>
                <a:srgbClr val="000000"/>
              </a:buClr>
              <a:buSzPts val="1900"/>
              <a:buFont typeface="Times New Roman"/>
              <a:buAutoNum type="arabicPeriod"/>
            </a:pPr>
            <a:r>
              <a:rPr b="0" i="0" lang="en-US" sz="1900" u="none" cap="none" strike="noStrike">
                <a:solidFill>
                  <a:schemeClr val="dk1"/>
                </a:solidFill>
                <a:latin typeface="Times New Roman"/>
                <a:ea typeface="Times New Roman"/>
                <a:cs typeface="Times New Roman"/>
                <a:sym typeface="Times New Roman"/>
              </a:rPr>
              <a:t>Social Engineering</a:t>
            </a:r>
            <a:endParaRPr b="0" i="0" sz="1900" u="none" cap="none" strike="noStrike">
              <a:solidFill>
                <a:schemeClr val="dk1"/>
              </a:solidFill>
              <a:latin typeface="Times New Roman"/>
              <a:ea typeface="Times New Roman"/>
              <a:cs typeface="Times New Roman"/>
              <a:sym typeface="Times New Roman"/>
            </a:endParaRPr>
          </a:p>
          <a:p>
            <a:pPr indent="-349250" lvl="1" marL="914400" marR="0" rtl="0" algn="just">
              <a:lnSpc>
                <a:spcPct val="100000"/>
              </a:lnSpc>
              <a:spcBef>
                <a:spcPts val="1000"/>
              </a:spcBef>
              <a:spcAft>
                <a:spcPts val="0"/>
              </a:spcAft>
              <a:buClr>
                <a:srgbClr val="000000"/>
              </a:buClr>
              <a:buSzPts val="1900"/>
              <a:buFont typeface="Times New Roman"/>
              <a:buAutoNum type="arabicPeriod"/>
            </a:pPr>
            <a:r>
              <a:rPr b="0" i="0" lang="en-US" sz="1900" u="none" cap="none" strike="noStrike">
                <a:solidFill>
                  <a:srgbClr val="000000"/>
                </a:solidFill>
                <a:latin typeface="Times New Roman"/>
                <a:ea typeface="Times New Roman"/>
                <a:cs typeface="Times New Roman"/>
                <a:sym typeface="Times New Roman"/>
              </a:rPr>
              <a:t>Malware </a:t>
            </a:r>
            <a:endParaRPr b="0" i="0" sz="1900" u="none" cap="none" strike="noStrike">
              <a:solidFill>
                <a:srgbClr val="000000"/>
              </a:solidFill>
              <a:latin typeface="Times New Roman"/>
              <a:ea typeface="Times New Roman"/>
              <a:cs typeface="Times New Roman"/>
              <a:sym typeface="Times New Roman"/>
            </a:endParaRPr>
          </a:p>
          <a:p>
            <a:pPr indent="-349250" lvl="1" marL="914400" marR="0" rtl="0" algn="just">
              <a:lnSpc>
                <a:spcPct val="100000"/>
              </a:lnSpc>
              <a:spcBef>
                <a:spcPts val="1000"/>
              </a:spcBef>
              <a:spcAft>
                <a:spcPts val="0"/>
              </a:spcAft>
              <a:buClr>
                <a:srgbClr val="000000"/>
              </a:buClr>
              <a:buSzPts val="1900"/>
              <a:buFont typeface="Times New Roman"/>
              <a:buAutoNum type="arabicPeriod"/>
            </a:pPr>
            <a:r>
              <a:rPr b="0" i="0" lang="en-US" sz="1900" u="none" cap="none" strike="noStrike">
                <a:solidFill>
                  <a:srgbClr val="000000"/>
                </a:solidFill>
                <a:latin typeface="Times New Roman"/>
                <a:ea typeface="Times New Roman"/>
                <a:cs typeface="Times New Roman"/>
                <a:sym typeface="Times New Roman"/>
              </a:rPr>
              <a:t>Identity Theft</a:t>
            </a:r>
            <a:endParaRPr b="0" i="0" sz="1900" u="none" cap="none" strike="noStrike">
              <a:solidFill>
                <a:srgbClr val="000000"/>
              </a:solidFill>
              <a:latin typeface="Times New Roman"/>
              <a:ea typeface="Times New Roman"/>
              <a:cs typeface="Times New Roman"/>
              <a:sym typeface="Times New Roman"/>
            </a:endParaRPr>
          </a:p>
          <a:p>
            <a:pPr indent="-349250" lvl="1" marL="914400" marR="0" rtl="0" algn="just">
              <a:lnSpc>
                <a:spcPct val="100000"/>
              </a:lnSpc>
              <a:spcBef>
                <a:spcPts val="1000"/>
              </a:spcBef>
              <a:spcAft>
                <a:spcPts val="0"/>
              </a:spcAft>
              <a:buClr>
                <a:srgbClr val="000000"/>
              </a:buClr>
              <a:buSzPts val="1900"/>
              <a:buFont typeface="Times New Roman"/>
              <a:buAutoNum type="arabicPeriod"/>
            </a:pPr>
            <a:r>
              <a:rPr b="0" i="0" lang="en-US" sz="1900" u="none" cap="none" strike="noStrike">
                <a:solidFill>
                  <a:srgbClr val="000000"/>
                </a:solidFill>
                <a:latin typeface="Times New Roman"/>
                <a:ea typeface="Times New Roman"/>
                <a:cs typeface="Times New Roman"/>
                <a:sym typeface="Times New Roman"/>
              </a:rPr>
              <a:t>Password Attacks</a:t>
            </a:r>
            <a:endParaRPr b="0" i="0" sz="1900" u="none" cap="none" strike="noStrike">
              <a:solidFill>
                <a:srgbClr val="000000"/>
              </a:solidFill>
              <a:latin typeface="Times New Roman"/>
              <a:ea typeface="Times New Roman"/>
              <a:cs typeface="Times New Roman"/>
              <a:sym typeface="Times New Roman"/>
            </a:endParaRPr>
          </a:p>
          <a:p>
            <a:pPr indent="-349250" lvl="1" marL="914400" marR="0" rtl="0" algn="just">
              <a:lnSpc>
                <a:spcPct val="100000"/>
              </a:lnSpc>
              <a:spcBef>
                <a:spcPts val="1000"/>
              </a:spcBef>
              <a:spcAft>
                <a:spcPts val="0"/>
              </a:spcAft>
              <a:buClr>
                <a:srgbClr val="000000"/>
              </a:buClr>
              <a:buSzPts val="1900"/>
              <a:buFont typeface="Times New Roman"/>
              <a:buAutoNum type="arabicPeriod"/>
            </a:pPr>
            <a:r>
              <a:rPr b="0" i="0" lang="en-US" sz="1900" u="none" cap="none" strike="noStrike">
                <a:solidFill>
                  <a:srgbClr val="000000"/>
                </a:solidFill>
                <a:latin typeface="Times New Roman"/>
                <a:ea typeface="Times New Roman"/>
                <a:cs typeface="Times New Roman"/>
                <a:sym typeface="Times New Roman"/>
              </a:rPr>
              <a:t> Public Wi-Fi Risks</a:t>
            </a:r>
            <a:endParaRPr b="0" i="0" sz="1900" u="none" cap="none" strike="noStrike">
              <a:solidFill>
                <a:srgbClr val="000000"/>
              </a:solidFill>
              <a:latin typeface="Times New Roman"/>
              <a:ea typeface="Times New Roman"/>
              <a:cs typeface="Times New Roman"/>
              <a:sym typeface="Times New Roman"/>
            </a:endParaRPr>
          </a:p>
          <a:p>
            <a:pPr indent="-349250" lvl="1" marL="914400" marR="0" rtl="0" algn="just">
              <a:lnSpc>
                <a:spcPct val="100000"/>
              </a:lnSpc>
              <a:spcBef>
                <a:spcPts val="1000"/>
              </a:spcBef>
              <a:spcAft>
                <a:spcPts val="0"/>
              </a:spcAft>
              <a:buClr>
                <a:srgbClr val="000000"/>
              </a:buClr>
              <a:buSzPts val="1900"/>
              <a:buFont typeface="Times New Roman"/>
              <a:buAutoNum type="arabicPeriod"/>
            </a:pPr>
            <a:r>
              <a:rPr b="0" i="0" lang="en-US" sz="1900" u="none" cap="none" strike="noStrike">
                <a:solidFill>
                  <a:srgbClr val="000000"/>
                </a:solidFill>
                <a:latin typeface="Times New Roman"/>
                <a:ea typeface="Times New Roman"/>
                <a:cs typeface="Times New Roman"/>
                <a:sym typeface="Times New Roman"/>
              </a:rPr>
              <a:t>Lack of Software Updates </a:t>
            </a:r>
            <a:endParaRPr b="0" i="0" sz="1900" u="none" cap="none" strike="noStrike">
              <a:solidFill>
                <a:srgbClr val="000000"/>
              </a:solidFill>
              <a:latin typeface="Times New Roman"/>
              <a:ea typeface="Times New Roman"/>
              <a:cs typeface="Times New Roman"/>
              <a:sym typeface="Times New Roman"/>
            </a:endParaRPr>
          </a:p>
          <a:p>
            <a:pPr indent="-349250" lvl="1" marL="914400" marR="0" rtl="0" algn="just">
              <a:lnSpc>
                <a:spcPct val="100000"/>
              </a:lnSpc>
              <a:spcBef>
                <a:spcPts val="1000"/>
              </a:spcBef>
              <a:spcAft>
                <a:spcPts val="0"/>
              </a:spcAft>
              <a:buClr>
                <a:srgbClr val="000000"/>
              </a:buClr>
              <a:buSzPts val="1900"/>
              <a:buFont typeface="Times New Roman"/>
              <a:buAutoNum type="arabicPeriod"/>
            </a:pPr>
            <a:r>
              <a:rPr b="0" i="0" lang="en-US" sz="1900" u="none" cap="none" strike="noStrike">
                <a:solidFill>
                  <a:srgbClr val="000000"/>
                </a:solidFill>
                <a:latin typeface="Times New Roman"/>
                <a:ea typeface="Times New Roman"/>
                <a:cs typeface="Times New Roman"/>
                <a:sym typeface="Times New Roman"/>
              </a:rPr>
              <a:t>Fake Apps and Software</a:t>
            </a:r>
            <a:endParaRPr b="0" i="0" sz="1900" u="none" cap="none" strike="noStrike">
              <a:solidFill>
                <a:srgbClr val="000000"/>
              </a:solidFill>
              <a:latin typeface="Times New Roman"/>
              <a:ea typeface="Times New Roman"/>
              <a:cs typeface="Times New Roman"/>
              <a:sym typeface="Times New Roman"/>
            </a:endParaRPr>
          </a:p>
          <a:p>
            <a:pPr indent="-349250" lvl="1" marL="914400" marR="0" rtl="0" algn="just">
              <a:lnSpc>
                <a:spcPct val="100000"/>
              </a:lnSpc>
              <a:spcBef>
                <a:spcPts val="1000"/>
              </a:spcBef>
              <a:spcAft>
                <a:spcPts val="0"/>
              </a:spcAft>
              <a:buClr>
                <a:srgbClr val="000000"/>
              </a:buClr>
              <a:buSzPts val="1900"/>
              <a:buFont typeface="Times New Roman"/>
              <a:buAutoNum type="arabicPeriod"/>
            </a:pPr>
            <a:r>
              <a:rPr b="0" i="0" lang="en-US" sz="1900" u="none" cap="none" strike="noStrike">
                <a:solidFill>
                  <a:srgbClr val="000000"/>
                </a:solidFill>
                <a:latin typeface="Times New Roman"/>
                <a:ea typeface="Times New Roman"/>
                <a:cs typeface="Times New Roman"/>
                <a:sym typeface="Times New Roman"/>
              </a:rPr>
              <a:t>Scams</a:t>
            </a:r>
            <a:endParaRPr b="0" i="0" sz="1900" u="none" cap="none" strike="noStrike">
              <a:solidFill>
                <a:srgbClr val="000000"/>
              </a:solidFill>
              <a:latin typeface="Times New Roman"/>
              <a:ea typeface="Times New Roman"/>
              <a:cs typeface="Times New Roman"/>
              <a:sym typeface="Times New Roman"/>
            </a:endParaRPr>
          </a:p>
          <a:p>
            <a:pPr indent="-349250" lvl="1" marL="914400" marR="0" rtl="0" algn="just">
              <a:lnSpc>
                <a:spcPct val="100000"/>
              </a:lnSpc>
              <a:spcBef>
                <a:spcPts val="1000"/>
              </a:spcBef>
              <a:spcAft>
                <a:spcPts val="0"/>
              </a:spcAft>
              <a:buClr>
                <a:srgbClr val="000000"/>
              </a:buClr>
              <a:buSzPts val="1900"/>
              <a:buFont typeface="Times New Roman"/>
              <a:buAutoNum type="arabicPeriod"/>
            </a:pPr>
            <a:r>
              <a:rPr b="0" i="0" lang="en-US" sz="1900" u="none" cap="none" strike="noStrike">
                <a:solidFill>
                  <a:srgbClr val="000000"/>
                </a:solidFill>
                <a:latin typeface="Times New Roman"/>
                <a:ea typeface="Times New Roman"/>
                <a:cs typeface="Times New Roman"/>
                <a:sym typeface="Times New Roman"/>
              </a:rPr>
              <a:t>Physical Theft of Devices</a:t>
            </a:r>
            <a:endParaRPr b="0" i="0" sz="2200" u="none" cap="none" strike="noStrike">
              <a:solidFill>
                <a:srgbClr val="000000"/>
              </a:solidFill>
              <a:latin typeface="Times New Roman"/>
              <a:ea typeface="Times New Roman"/>
              <a:cs typeface="Times New Roman"/>
              <a:sym typeface="Times New Roman"/>
            </a:endParaRPr>
          </a:p>
          <a:p>
            <a:pPr indent="0" lvl="0" marL="457200" marR="0" rtl="0" algn="just">
              <a:lnSpc>
                <a:spcPct val="100000"/>
              </a:lnSpc>
              <a:spcBef>
                <a:spcPts val="1000"/>
              </a:spcBef>
              <a:spcAft>
                <a:spcPts val="0"/>
              </a:spcAft>
              <a:buClr>
                <a:srgbClr val="000000"/>
              </a:buClr>
              <a:buSzPts val="2200"/>
              <a:buFont typeface="Arial"/>
              <a:buNone/>
            </a:pPr>
            <a:r>
              <a:t/>
            </a:r>
            <a:endParaRPr b="0" i="0" sz="2200" u="none" cap="none" strike="noStrike">
              <a:solidFill>
                <a:srgbClr val="000000"/>
              </a:solidFill>
              <a:latin typeface="Times New Roman"/>
              <a:ea typeface="Times New Roman"/>
              <a:cs typeface="Times New Roman"/>
              <a:sym typeface="Times New Roman"/>
            </a:endParaRPr>
          </a:p>
        </p:txBody>
      </p:sp>
      <p:sp>
        <p:nvSpPr>
          <p:cNvPr id="204" name="Google Shape;204;g37f98f0ae4d_0_360"/>
          <p:cNvSpPr txBox="1"/>
          <p:nvPr/>
        </p:nvSpPr>
        <p:spPr>
          <a:xfrm>
            <a:off x="2807350" y="3675275"/>
            <a:ext cx="3000000" cy="3000000"/>
          </a:xfrm>
          <a:prstGeom prst="rect">
            <a:avLst/>
          </a:prstGeom>
          <a:noFill/>
          <a:ln>
            <a:noFill/>
          </a:ln>
        </p:spPr>
        <p:txBody>
          <a:bodyPr anchorCtr="0" anchor="ctr" bIns="91425" lIns="91425" spcFirstLastPara="1" rIns="91425" wrap="square" tIns="91425">
            <a:noAutofit/>
          </a:bodyPr>
          <a:lstStyle/>
          <a:p>
            <a:pPr indent="0" lvl="0" marL="38100" marR="38100" rtl="0" algn="l">
              <a:lnSpc>
                <a:spcPct val="120000"/>
              </a:lnSpc>
              <a:spcBef>
                <a:spcPts val="0"/>
              </a:spcBef>
              <a:spcAft>
                <a:spcPts val="0"/>
              </a:spcAft>
              <a:buClr>
                <a:srgbClr val="000000"/>
              </a:buClr>
              <a:buSzPts val="750"/>
              <a:buFont typeface="Arial"/>
              <a:buNone/>
            </a:pPr>
            <a:r>
              <a:rPr b="0" i="0" lang="en-US" sz="750" u="sng" cap="none" strike="noStrike">
                <a:solidFill>
                  <a:srgbClr val="F1F3F4"/>
                </a:solidFill>
                <a:latin typeface="Roboto"/>
                <a:ea typeface="Roboto"/>
                <a:cs typeface="Roboto"/>
                <a:sym typeface="Roboto"/>
                <a:hlinkClick r:id="rId3">
                  <a:extLst>
                    <a:ext uri="{A12FA001-AC4F-418D-AE19-62706E023703}">
                      <ahyp:hlinkClr val="tx"/>
                    </a:ext>
                  </a:extLst>
                </a:hlinkClick>
              </a:rPr>
              <a:t>800 × 534</a:t>
            </a:r>
            <a:endParaRPr b="0" i="0" sz="750" u="sng" cap="none" strike="noStrike">
              <a:solidFill>
                <a:srgbClr val="F1F3F4"/>
              </a:solidFill>
              <a:latin typeface="Roboto"/>
              <a:ea typeface="Roboto"/>
              <a:cs typeface="Roboto"/>
              <a:sym typeface="Roboto"/>
              <a:hlinkClick r:id="rId4">
                <a:extLst>
                  <a:ext uri="{A12FA001-AC4F-418D-AE19-62706E023703}">
                    <ahyp:hlinkClr val="tx"/>
                  </a:ext>
                </a:extLst>
              </a:hlinkClick>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g37f98f0ae4d_0_299"/>
          <p:cNvSpPr txBox="1"/>
          <p:nvPr>
            <p:ph type="title"/>
          </p:nvPr>
        </p:nvSpPr>
        <p:spPr>
          <a:xfrm>
            <a:off x="0" y="0"/>
            <a:ext cx="12192000" cy="868500"/>
          </a:xfrm>
          <a:prstGeom prst="rect">
            <a:avLst/>
          </a:prstGeom>
          <a:solidFill>
            <a:schemeClr val="accent3"/>
          </a:solidFill>
          <a:ln>
            <a:noFill/>
          </a:ln>
        </p:spPr>
        <p:txBody>
          <a:bodyPr anchorCtr="0" anchor="t" bIns="60925" lIns="121900" spcFirstLastPara="1" rIns="121900" wrap="square" tIns="60925">
            <a:noAutofit/>
          </a:bodyPr>
          <a:lstStyle/>
          <a:p>
            <a:pPr indent="-457200" lvl="0" marL="457200" rtl="0" algn="l">
              <a:lnSpc>
                <a:spcPct val="100000"/>
              </a:lnSpc>
              <a:spcBef>
                <a:spcPts val="0"/>
              </a:spcBef>
              <a:spcAft>
                <a:spcPts val="0"/>
              </a:spcAft>
              <a:buClr>
                <a:schemeClr val="lt1"/>
              </a:buClr>
              <a:buSzPts val="3600"/>
              <a:buFont typeface="Times New Roman"/>
              <a:buAutoNum type="arabicPeriod"/>
            </a:pPr>
            <a:r>
              <a:rPr b="1" lang="en-US" sz="3600">
                <a:solidFill>
                  <a:schemeClr val="lt1"/>
                </a:solidFill>
                <a:latin typeface="Times New Roman"/>
                <a:ea typeface="Times New Roman"/>
                <a:cs typeface="Times New Roman"/>
                <a:sym typeface="Times New Roman"/>
              </a:rPr>
              <a:t>Social Engineering</a:t>
            </a:r>
            <a:endParaRPr b="1" sz="3600">
              <a:solidFill>
                <a:schemeClr val="lt1"/>
              </a:solidFill>
              <a:latin typeface="Times New Roman"/>
              <a:ea typeface="Times New Roman"/>
              <a:cs typeface="Times New Roman"/>
              <a:sym typeface="Times New Roman"/>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p:txBody>
      </p:sp>
      <p:sp>
        <p:nvSpPr>
          <p:cNvPr id="210" name="Google Shape;210;g37f98f0ae4d_0_299"/>
          <p:cNvSpPr txBox="1"/>
          <p:nvPr/>
        </p:nvSpPr>
        <p:spPr>
          <a:xfrm>
            <a:off x="795600" y="1266250"/>
            <a:ext cx="11396400" cy="846600"/>
          </a:xfrm>
          <a:prstGeom prst="rect">
            <a:avLst/>
          </a:prstGeom>
          <a:noFill/>
          <a:ln>
            <a:noFill/>
          </a:ln>
        </p:spPr>
        <p:txBody>
          <a:bodyPr anchorCtr="0" anchor="t" bIns="91425" lIns="91425" spcFirstLastPara="1" rIns="91425" wrap="square" tIns="91425">
            <a:spAutoFit/>
          </a:bodyPr>
          <a:lstStyle/>
          <a:p>
            <a:pPr indent="0" lvl="0" marL="457200" marR="0" rtl="0" algn="l">
              <a:lnSpc>
                <a:spcPct val="100000"/>
              </a:lnSpc>
              <a:spcBef>
                <a:spcPts val="0"/>
              </a:spcBef>
              <a:spcAft>
                <a:spcPts val="0"/>
              </a:spcAft>
              <a:buClr>
                <a:srgbClr val="000000"/>
              </a:buClr>
              <a:buSzPts val="2300"/>
              <a:buFont typeface="Arial"/>
              <a:buNone/>
            </a:pPr>
            <a:r>
              <a:t/>
            </a:r>
            <a:endParaRPr b="0" i="0" sz="2300" u="none" cap="none" strike="noStrike">
              <a:solidFill>
                <a:schemeClr val="dk1"/>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 </a:t>
            </a:r>
            <a:endParaRPr b="0" i="0" sz="2000" u="none" cap="none" strike="noStrike">
              <a:solidFill>
                <a:srgbClr val="000000"/>
              </a:solidFill>
              <a:latin typeface="Times New Roman"/>
              <a:ea typeface="Times New Roman"/>
              <a:cs typeface="Times New Roman"/>
              <a:sym typeface="Times New Roman"/>
            </a:endParaRPr>
          </a:p>
        </p:txBody>
      </p:sp>
      <p:sp>
        <p:nvSpPr>
          <p:cNvPr id="211" name="Google Shape;211;g37f98f0ae4d_0_299"/>
          <p:cNvSpPr txBox="1"/>
          <p:nvPr/>
        </p:nvSpPr>
        <p:spPr>
          <a:xfrm>
            <a:off x="455900" y="1266250"/>
            <a:ext cx="5774100" cy="2898900"/>
          </a:xfrm>
          <a:prstGeom prst="rect">
            <a:avLst/>
          </a:prstGeom>
          <a:noFill/>
          <a:ln>
            <a:noFill/>
          </a:ln>
        </p:spPr>
        <p:txBody>
          <a:bodyPr anchorCtr="0" anchor="t" bIns="91425" lIns="91425" spcFirstLastPara="1" rIns="91425" wrap="square" tIns="91425">
            <a:spAutoFit/>
          </a:bodyPr>
          <a:lstStyle/>
          <a:p>
            <a:pPr indent="-381000" lvl="0" marL="457200" marR="0" rtl="0" algn="just">
              <a:lnSpc>
                <a:spcPct val="100000"/>
              </a:lnSpc>
              <a:spcBef>
                <a:spcPts val="1000"/>
              </a:spcBef>
              <a:spcAft>
                <a:spcPts val="0"/>
              </a:spcAft>
              <a:buClr>
                <a:schemeClr val="accent3"/>
              </a:buClr>
              <a:buSzPts val="2400"/>
              <a:buFont typeface="Times New Roman"/>
              <a:buChar char="■"/>
            </a:pPr>
            <a:r>
              <a:rPr b="0" i="0" lang="en-US" sz="2400" u="none" cap="none" strike="noStrike">
                <a:solidFill>
                  <a:srgbClr val="000000"/>
                </a:solidFill>
                <a:latin typeface="Times New Roman"/>
                <a:ea typeface="Times New Roman"/>
                <a:cs typeface="Times New Roman"/>
                <a:sym typeface="Times New Roman"/>
              </a:rPr>
              <a:t>Attackers manipulate individuals into divulging sensitive information or performing actions that compromise security, often through psychological manipulation. </a:t>
            </a:r>
            <a:endParaRPr b="0" i="0" sz="24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1000"/>
              </a:spcBef>
              <a:spcAft>
                <a:spcPts val="0"/>
              </a:spcAft>
              <a:buClr>
                <a:srgbClr val="000000"/>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a:p>
            <a:pPr indent="0" lvl="0" marL="0" marR="0" rtl="0" algn="just">
              <a:lnSpc>
                <a:spcPct val="115000"/>
              </a:lnSpc>
              <a:spcBef>
                <a:spcPts val="0"/>
              </a:spcBef>
              <a:spcAft>
                <a:spcPts val="0"/>
              </a:spcAft>
              <a:buClr>
                <a:schemeClr val="dk1"/>
              </a:buClr>
              <a:buSzPts val="2800"/>
              <a:buFont typeface="Arial"/>
              <a:buNone/>
            </a:pPr>
            <a:r>
              <a:t/>
            </a:r>
            <a:endParaRPr b="0" i="0" sz="2400" u="none" cap="none" strike="noStrike">
              <a:solidFill>
                <a:srgbClr val="000000"/>
              </a:solidFill>
              <a:latin typeface="Times New Roman"/>
              <a:ea typeface="Times New Roman"/>
              <a:cs typeface="Times New Roman"/>
              <a:sym typeface="Times New Roman"/>
            </a:endParaRPr>
          </a:p>
        </p:txBody>
      </p:sp>
      <p:pic>
        <p:nvPicPr>
          <p:cNvPr id="212" name="Google Shape;212;g37f98f0ae4d_0_299"/>
          <p:cNvPicPr preferRelativeResize="0"/>
          <p:nvPr/>
        </p:nvPicPr>
        <p:blipFill rotWithShape="1">
          <a:blip r:embed="rId3">
            <a:alphaModFix/>
          </a:blip>
          <a:srcRect b="9853" l="0" r="0" t="0"/>
          <a:stretch/>
        </p:blipFill>
        <p:spPr>
          <a:xfrm>
            <a:off x="6643625" y="1494350"/>
            <a:ext cx="5163451" cy="3985950"/>
          </a:xfrm>
          <a:prstGeom prst="rect">
            <a:avLst/>
          </a:prstGeom>
          <a:noFill/>
          <a:ln>
            <a:noFill/>
          </a:ln>
        </p:spPr>
      </p:pic>
      <p:pic>
        <p:nvPicPr>
          <p:cNvPr id="213" name="Google Shape;213;g37f98f0ae4d_0_299"/>
          <p:cNvPicPr preferRelativeResize="0"/>
          <p:nvPr/>
        </p:nvPicPr>
        <p:blipFill rotWithShape="1">
          <a:blip r:embed="rId4">
            <a:alphaModFix/>
          </a:blip>
          <a:srcRect b="0" l="0" r="0" t="0"/>
          <a:stretch/>
        </p:blipFill>
        <p:spPr>
          <a:xfrm>
            <a:off x="1115775" y="3522925"/>
            <a:ext cx="5000248" cy="26872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g37f98f0ae4d_0_306"/>
          <p:cNvSpPr txBox="1"/>
          <p:nvPr>
            <p:ph type="title"/>
          </p:nvPr>
        </p:nvSpPr>
        <p:spPr>
          <a:xfrm>
            <a:off x="0" y="0"/>
            <a:ext cx="12192000" cy="7293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3700"/>
              <a:buNone/>
            </a:pPr>
            <a:r>
              <a:rPr b="1" lang="en-US" sz="3600">
                <a:solidFill>
                  <a:schemeClr val="lt1"/>
                </a:solidFill>
                <a:latin typeface="Times New Roman"/>
                <a:ea typeface="Times New Roman"/>
                <a:cs typeface="Times New Roman"/>
                <a:sym typeface="Times New Roman"/>
              </a:rPr>
              <a:t>Social Engineering Attacks</a:t>
            </a:r>
            <a:endParaRPr b="1" sz="3600">
              <a:solidFill>
                <a:schemeClr val="lt1"/>
              </a:solidFill>
              <a:latin typeface="Times New Roman"/>
              <a:ea typeface="Times New Roman"/>
              <a:cs typeface="Times New Roman"/>
              <a:sym typeface="Times New Roman"/>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p:txBody>
      </p:sp>
      <p:sp>
        <p:nvSpPr>
          <p:cNvPr id="219" name="Google Shape;219;g37f98f0ae4d_0_306"/>
          <p:cNvSpPr txBox="1"/>
          <p:nvPr/>
        </p:nvSpPr>
        <p:spPr>
          <a:xfrm>
            <a:off x="468750" y="1215600"/>
            <a:ext cx="11254500" cy="4022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 </a:t>
            </a:r>
            <a:r>
              <a:rPr b="0" i="0" lang="en-US" sz="2400" u="none" cap="none" strike="noStrike">
                <a:solidFill>
                  <a:srgbClr val="000000"/>
                </a:solidFill>
                <a:latin typeface="Times New Roman"/>
                <a:ea typeface="Times New Roman"/>
                <a:cs typeface="Times New Roman"/>
                <a:sym typeface="Times New Roman"/>
              </a:rPr>
              <a:t>Common Social Engineering Attacks:</a:t>
            </a:r>
            <a:endParaRPr b="0" i="0" sz="2400" u="none" cap="none" strike="noStrike">
              <a:solidFill>
                <a:srgbClr val="000000"/>
              </a:solidFill>
              <a:latin typeface="Times New Roman"/>
              <a:ea typeface="Times New Roman"/>
              <a:cs typeface="Times New Roman"/>
              <a:sym typeface="Times New Roman"/>
            </a:endParaRPr>
          </a:p>
          <a:p>
            <a:pPr indent="-419100" lvl="0" marL="914400" marR="0" rtl="0" algn="l">
              <a:lnSpc>
                <a:spcPct val="100000"/>
              </a:lnSpc>
              <a:spcBef>
                <a:spcPts val="1000"/>
              </a:spcBef>
              <a:spcAft>
                <a:spcPts val="0"/>
              </a:spcAft>
              <a:buClr>
                <a:schemeClr val="accent3"/>
              </a:buClr>
              <a:buSzPts val="3000"/>
              <a:buFont typeface="Times New Roman"/>
              <a:buChar char="■"/>
            </a:pPr>
            <a:r>
              <a:rPr b="1" i="0" lang="en-US" sz="2400" u="none" cap="none" strike="noStrike">
                <a:solidFill>
                  <a:srgbClr val="980000"/>
                </a:solidFill>
                <a:latin typeface="Times New Roman"/>
                <a:ea typeface="Times New Roman"/>
                <a:cs typeface="Times New Roman"/>
                <a:sym typeface="Times New Roman"/>
              </a:rPr>
              <a:t>Phishing:</a:t>
            </a:r>
            <a:r>
              <a:rPr b="0" i="0" lang="en-US" sz="2400" u="none" cap="none" strike="noStrike">
                <a:solidFill>
                  <a:srgbClr val="000000"/>
                </a:solidFill>
                <a:latin typeface="Times New Roman"/>
                <a:ea typeface="Times New Roman"/>
                <a:cs typeface="Times New Roman"/>
                <a:sym typeface="Times New Roman"/>
              </a:rPr>
              <a:t> Fraudulent messages designed to trick individuals into revealing sensitive information.</a:t>
            </a:r>
            <a:endParaRPr b="0" i="0" sz="2400" u="none" cap="none" strike="noStrike">
              <a:solidFill>
                <a:srgbClr val="000000"/>
              </a:solidFill>
              <a:latin typeface="Times New Roman"/>
              <a:ea typeface="Times New Roman"/>
              <a:cs typeface="Times New Roman"/>
              <a:sym typeface="Times New Roman"/>
            </a:endParaRPr>
          </a:p>
          <a:p>
            <a:pPr indent="-419100" lvl="0" marL="914400" marR="0" rtl="0" algn="l">
              <a:lnSpc>
                <a:spcPct val="100000"/>
              </a:lnSpc>
              <a:spcBef>
                <a:spcPts val="1000"/>
              </a:spcBef>
              <a:spcAft>
                <a:spcPts val="0"/>
              </a:spcAft>
              <a:buClr>
                <a:schemeClr val="accent3"/>
              </a:buClr>
              <a:buSzPts val="3000"/>
              <a:buFont typeface="Times New Roman"/>
              <a:buChar char="■"/>
            </a:pPr>
            <a:r>
              <a:rPr b="1" i="0" lang="en-US" sz="2400" u="none" cap="none" strike="noStrike">
                <a:solidFill>
                  <a:srgbClr val="980000"/>
                </a:solidFill>
                <a:latin typeface="Times New Roman"/>
                <a:ea typeface="Times New Roman"/>
                <a:cs typeface="Times New Roman"/>
                <a:sym typeface="Times New Roman"/>
              </a:rPr>
              <a:t>Spoofing:</a:t>
            </a:r>
            <a:r>
              <a:rPr b="0" i="0" lang="en-US" sz="2400" u="none" cap="none" strike="noStrike">
                <a:solidFill>
                  <a:srgbClr val="000000"/>
                </a:solidFill>
                <a:latin typeface="Times New Roman"/>
                <a:ea typeface="Times New Roman"/>
                <a:cs typeface="Times New Roman"/>
                <a:sym typeface="Times New Roman"/>
              </a:rPr>
              <a:t> Deceptive emails or websites that appear legitimate.</a:t>
            </a:r>
            <a:endParaRPr b="0" i="0" sz="2400" u="none" cap="none" strike="noStrike">
              <a:solidFill>
                <a:srgbClr val="000000"/>
              </a:solidFill>
              <a:latin typeface="Times New Roman"/>
              <a:ea typeface="Times New Roman"/>
              <a:cs typeface="Times New Roman"/>
              <a:sym typeface="Times New Roman"/>
            </a:endParaRPr>
          </a:p>
          <a:p>
            <a:pPr indent="-419100" lvl="0" marL="914400" marR="0" rtl="0" algn="l">
              <a:lnSpc>
                <a:spcPct val="100000"/>
              </a:lnSpc>
              <a:spcBef>
                <a:spcPts val="1000"/>
              </a:spcBef>
              <a:spcAft>
                <a:spcPts val="0"/>
              </a:spcAft>
              <a:buClr>
                <a:schemeClr val="accent3"/>
              </a:buClr>
              <a:buSzPts val="3000"/>
              <a:buFont typeface="Times New Roman"/>
              <a:buChar char="■"/>
            </a:pPr>
            <a:r>
              <a:rPr b="1" i="0" lang="en-US" sz="2400" u="none" cap="none" strike="noStrike">
                <a:solidFill>
                  <a:srgbClr val="980000"/>
                </a:solidFill>
                <a:latin typeface="Times New Roman"/>
                <a:ea typeface="Times New Roman"/>
                <a:cs typeface="Times New Roman"/>
                <a:sym typeface="Times New Roman"/>
              </a:rPr>
              <a:t>Whaling:</a:t>
            </a:r>
            <a:r>
              <a:rPr b="0" i="0" lang="en-US" sz="2400" u="none" cap="none" strike="noStrike">
                <a:solidFill>
                  <a:srgbClr val="000000"/>
                </a:solidFill>
                <a:latin typeface="Times New Roman"/>
                <a:ea typeface="Times New Roman"/>
                <a:cs typeface="Times New Roman"/>
                <a:sym typeface="Times New Roman"/>
              </a:rPr>
              <a:t> Targeted phishing aimed at high-ranking executives.</a:t>
            </a:r>
            <a:endParaRPr b="0" i="0" sz="2400" u="none" cap="none" strike="noStrike">
              <a:solidFill>
                <a:srgbClr val="000000"/>
              </a:solidFill>
              <a:latin typeface="Times New Roman"/>
              <a:ea typeface="Times New Roman"/>
              <a:cs typeface="Times New Roman"/>
              <a:sym typeface="Times New Roman"/>
            </a:endParaRPr>
          </a:p>
          <a:p>
            <a:pPr indent="-419100" lvl="0" marL="914400" marR="0" rtl="0" algn="l">
              <a:lnSpc>
                <a:spcPct val="100000"/>
              </a:lnSpc>
              <a:spcBef>
                <a:spcPts val="1000"/>
              </a:spcBef>
              <a:spcAft>
                <a:spcPts val="0"/>
              </a:spcAft>
              <a:buClr>
                <a:schemeClr val="accent3"/>
              </a:buClr>
              <a:buSzPts val="3000"/>
              <a:buFont typeface="Times New Roman"/>
              <a:buChar char="■"/>
            </a:pPr>
            <a:r>
              <a:rPr b="1" i="0" lang="en-US" sz="2400" u="none" cap="none" strike="noStrike">
                <a:solidFill>
                  <a:srgbClr val="980000"/>
                </a:solidFill>
                <a:latin typeface="Times New Roman"/>
                <a:ea typeface="Times New Roman"/>
                <a:cs typeface="Times New Roman"/>
                <a:sym typeface="Times New Roman"/>
              </a:rPr>
              <a:t>Baiting:</a:t>
            </a:r>
            <a:r>
              <a:rPr b="0" i="0" lang="en-US" sz="2400" u="none" cap="none" strike="noStrike">
                <a:solidFill>
                  <a:srgbClr val="000000"/>
                </a:solidFill>
                <a:latin typeface="Times New Roman"/>
                <a:ea typeface="Times New Roman"/>
                <a:cs typeface="Times New Roman"/>
                <a:sym typeface="Times New Roman"/>
              </a:rPr>
              <a:t> Enticing victims with fake offers to install malware or reveal personal information</a:t>
            </a:r>
            <a:endParaRPr b="0" i="0" sz="24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g380f6c643e1_0_22"/>
          <p:cNvSpPr txBox="1"/>
          <p:nvPr>
            <p:ph type="title"/>
          </p:nvPr>
        </p:nvSpPr>
        <p:spPr>
          <a:xfrm>
            <a:off x="0" y="0"/>
            <a:ext cx="12192000" cy="8685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3700"/>
              <a:buNone/>
            </a:pPr>
            <a:r>
              <a:rPr lang="en-US" sz="4000">
                <a:solidFill>
                  <a:schemeClr val="lt1"/>
                </a:solidFill>
                <a:latin typeface="Gill Sans"/>
                <a:ea typeface="Gill Sans"/>
                <a:cs typeface="Gill Sans"/>
                <a:sym typeface="Gill Sans"/>
              </a:rPr>
              <a:t>Preventive Measures Of Public Social Engineering Risks</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p:txBody>
      </p:sp>
      <p:sp>
        <p:nvSpPr>
          <p:cNvPr id="225" name="Google Shape;225;g380f6c643e1_0_22"/>
          <p:cNvSpPr txBox="1"/>
          <p:nvPr/>
        </p:nvSpPr>
        <p:spPr>
          <a:xfrm>
            <a:off x="405200" y="1316875"/>
            <a:ext cx="11396100" cy="3596700"/>
          </a:xfrm>
          <a:prstGeom prst="rect">
            <a:avLst/>
          </a:prstGeom>
          <a:noFill/>
          <a:ln>
            <a:noFill/>
          </a:ln>
        </p:spPr>
        <p:txBody>
          <a:bodyPr anchorCtr="0" anchor="t" bIns="91425" lIns="91425" spcFirstLastPara="1" rIns="91425" wrap="square" tIns="91425">
            <a:spAutoFit/>
          </a:bodyPr>
          <a:lstStyle/>
          <a:p>
            <a:pPr indent="-419100" lvl="0" marL="457200" marR="0" rtl="0" algn="just">
              <a:lnSpc>
                <a:spcPct val="100000"/>
              </a:lnSpc>
              <a:spcBef>
                <a:spcPts val="1000"/>
              </a:spcBef>
              <a:spcAft>
                <a:spcPts val="0"/>
              </a:spcAft>
              <a:buClr>
                <a:schemeClr val="accent3"/>
              </a:buClr>
              <a:buSzPts val="3000"/>
              <a:buFont typeface="Times New Roman"/>
              <a:buChar char="■"/>
            </a:pPr>
            <a:r>
              <a:rPr b="0" i="0" lang="en-US" sz="2200" u="none" cap="none" strike="noStrike">
                <a:solidFill>
                  <a:srgbClr val="000000"/>
                </a:solidFill>
                <a:latin typeface="Times New Roman"/>
                <a:ea typeface="Times New Roman"/>
                <a:cs typeface="Times New Roman"/>
                <a:sym typeface="Times New Roman"/>
              </a:rPr>
              <a:t>Be cautious with sharing personal information online and offline</a:t>
            </a:r>
            <a:endParaRPr b="0" i="0" sz="2200" u="none" cap="none" strike="noStrike">
              <a:solidFill>
                <a:srgbClr val="000000"/>
              </a:solidFill>
              <a:latin typeface="Times New Roman"/>
              <a:ea typeface="Times New Roman"/>
              <a:cs typeface="Times New Roman"/>
              <a:sym typeface="Times New Roman"/>
            </a:endParaRPr>
          </a:p>
          <a:p>
            <a:pPr indent="-419100" lvl="0" marL="457200" marR="0" rtl="0" algn="just">
              <a:lnSpc>
                <a:spcPct val="100000"/>
              </a:lnSpc>
              <a:spcBef>
                <a:spcPts val="1000"/>
              </a:spcBef>
              <a:spcAft>
                <a:spcPts val="0"/>
              </a:spcAft>
              <a:buClr>
                <a:schemeClr val="accent3"/>
              </a:buClr>
              <a:buSzPts val="3000"/>
              <a:buFont typeface="Times New Roman"/>
              <a:buChar char="■"/>
            </a:pPr>
            <a:r>
              <a:rPr b="0" i="0" lang="en-US" sz="2200" u="none" cap="none" strike="noStrike">
                <a:solidFill>
                  <a:srgbClr val="000000"/>
                </a:solidFill>
                <a:latin typeface="Times New Roman"/>
                <a:ea typeface="Times New Roman"/>
                <a:cs typeface="Times New Roman"/>
                <a:sym typeface="Times New Roman"/>
              </a:rPr>
              <a:t>Verify the identity of people requesting sensitive data or access</a:t>
            </a:r>
            <a:endParaRPr b="0" i="0" sz="2200" u="none" cap="none" strike="noStrike">
              <a:solidFill>
                <a:srgbClr val="000000"/>
              </a:solidFill>
              <a:latin typeface="Times New Roman"/>
              <a:ea typeface="Times New Roman"/>
              <a:cs typeface="Times New Roman"/>
              <a:sym typeface="Times New Roman"/>
            </a:endParaRPr>
          </a:p>
          <a:p>
            <a:pPr indent="-419100" lvl="0" marL="457200" marR="0" rtl="0" algn="just">
              <a:lnSpc>
                <a:spcPct val="100000"/>
              </a:lnSpc>
              <a:spcBef>
                <a:spcPts val="1000"/>
              </a:spcBef>
              <a:spcAft>
                <a:spcPts val="0"/>
              </a:spcAft>
              <a:buClr>
                <a:schemeClr val="accent3"/>
              </a:buClr>
              <a:buSzPts val="3000"/>
              <a:buFont typeface="Times New Roman"/>
              <a:buChar char="■"/>
            </a:pPr>
            <a:r>
              <a:rPr b="0" i="0" lang="en-US" sz="2200" u="none" cap="none" strike="noStrike">
                <a:solidFill>
                  <a:srgbClr val="000000"/>
                </a:solidFill>
                <a:latin typeface="Times New Roman"/>
                <a:ea typeface="Times New Roman"/>
                <a:cs typeface="Times New Roman"/>
                <a:sym typeface="Times New Roman"/>
              </a:rPr>
              <a:t> Be wary of unsolicited emails, calls, or messages asking for personal information</a:t>
            </a:r>
            <a:endParaRPr b="0" i="0" sz="2200" u="none" cap="none" strike="noStrike">
              <a:solidFill>
                <a:srgbClr val="000000"/>
              </a:solidFill>
              <a:latin typeface="Times New Roman"/>
              <a:ea typeface="Times New Roman"/>
              <a:cs typeface="Times New Roman"/>
              <a:sym typeface="Times New Roman"/>
            </a:endParaRPr>
          </a:p>
          <a:p>
            <a:pPr indent="-419100" lvl="0" marL="457200" marR="0" rtl="0" algn="just">
              <a:lnSpc>
                <a:spcPct val="100000"/>
              </a:lnSpc>
              <a:spcBef>
                <a:spcPts val="1000"/>
              </a:spcBef>
              <a:spcAft>
                <a:spcPts val="0"/>
              </a:spcAft>
              <a:buClr>
                <a:schemeClr val="accent3"/>
              </a:buClr>
              <a:buSzPts val="3000"/>
              <a:buFont typeface="Times New Roman"/>
              <a:buChar char="■"/>
            </a:pPr>
            <a:r>
              <a:rPr b="0" i="0" lang="en-US" sz="2200" u="none" cap="none" strike="noStrike">
                <a:solidFill>
                  <a:srgbClr val="000000"/>
                </a:solidFill>
                <a:latin typeface="Times New Roman"/>
                <a:ea typeface="Times New Roman"/>
                <a:cs typeface="Times New Roman"/>
                <a:sym typeface="Times New Roman"/>
              </a:rPr>
              <a:t> Educate yourself and others about common social engineering tactics</a:t>
            </a:r>
            <a:endParaRPr b="0" i="0" sz="2200" u="none" cap="none" strike="noStrike">
              <a:solidFill>
                <a:srgbClr val="000000"/>
              </a:solidFill>
              <a:latin typeface="Times New Roman"/>
              <a:ea typeface="Times New Roman"/>
              <a:cs typeface="Times New Roman"/>
              <a:sym typeface="Times New Roman"/>
            </a:endParaRPr>
          </a:p>
          <a:p>
            <a:pPr indent="-419100" lvl="0" marL="457200" marR="0" rtl="0" algn="just">
              <a:lnSpc>
                <a:spcPct val="100000"/>
              </a:lnSpc>
              <a:spcBef>
                <a:spcPts val="1000"/>
              </a:spcBef>
              <a:spcAft>
                <a:spcPts val="0"/>
              </a:spcAft>
              <a:buClr>
                <a:schemeClr val="accent3"/>
              </a:buClr>
              <a:buSzPts val="3000"/>
              <a:buFont typeface="Times New Roman"/>
              <a:buChar char="■"/>
            </a:pPr>
            <a:r>
              <a:rPr b="0" i="0" lang="en-US" sz="2200" u="none" cap="none" strike="noStrike">
                <a:solidFill>
                  <a:srgbClr val="000000"/>
                </a:solidFill>
                <a:latin typeface="Times New Roman"/>
                <a:ea typeface="Times New Roman"/>
                <a:cs typeface="Times New Roman"/>
                <a:sym typeface="Times New Roman"/>
              </a:rPr>
              <a:t>Use strong passwords and enable multi-factor authentication (MFA)</a:t>
            </a:r>
            <a:endParaRPr b="0" i="0" sz="2200" u="none" cap="none" strike="noStrike">
              <a:solidFill>
                <a:srgbClr val="000000"/>
              </a:solidFill>
              <a:latin typeface="Times New Roman"/>
              <a:ea typeface="Times New Roman"/>
              <a:cs typeface="Times New Roman"/>
              <a:sym typeface="Times New Roman"/>
            </a:endParaRPr>
          </a:p>
          <a:p>
            <a:pPr indent="-419100" lvl="0" marL="457200" marR="0" rtl="0" algn="just">
              <a:lnSpc>
                <a:spcPct val="100000"/>
              </a:lnSpc>
              <a:spcBef>
                <a:spcPts val="1000"/>
              </a:spcBef>
              <a:spcAft>
                <a:spcPts val="1000"/>
              </a:spcAft>
              <a:buClr>
                <a:schemeClr val="accent3"/>
              </a:buClr>
              <a:buSzPts val="3000"/>
              <a:buFont typeface="Times New Roman"/>
              <a:buChar char="■"/>
            </a:pPr>
            <a:r>
              <a:rPr b="0" i="0" lang="en-US" sz="2200" u="none" cap="none" strike="noStrike">
                <a:solidFill>
                  <a:srgbClr val="000000"/>
                </a:solidFill>
                <a:latin typeface="Times New Roman"/>
                <a:ea typeface="Times New Roman"/>
                <a:cs typeface="Times New Roman"/>
                <a:sym typeface="Times New Roman"/>
              </a:rPr>
              <a:t>Limit the information shared on social media platforms</a:t>
            </a:r>
            <a:endParaRPr b="0" i="0" sz="22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g37f98f0ae4d_0_263"/>
          <p:cNvSpPr txBox="1"/>
          <p:nvPr>
            <p:ph type="title"/>
          </p:nvPr>
        </p:nvSpPr>
        <p:spPr>
          <a:xfrm>
            <a:off x="0" y="0"/>
            <a:ext cx="12192000" cy="6888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3700"/>
              <a:buNone/>
            </a:pPr>
            <a:r>
              <a:rPr lang="en-US" sz="4000">
                <a:solidFill>
                  <a:schemeClr val="lt1"/>
                </a:solidFill>
                <a:latin typeface="Gill Sans"/>
                <a:ea typeface="Gill Sans"/>
                <a:cs typeface="Gill Sans"/>
                <a:sym typeface="Gill Sans"/>
              </a:rPr>
              <a:t>Phishing</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p:txBody>
      </p:sp>
      <p:sp>
        <p:nvSpPr>
          <p:cNvPr id="231" name="Google Shape;231;g37f98f0ae4d_0_263"/>
          <p:cNvSpPr txBox="1"/>
          <p:nvPr/>
        </p:nvSpPr>
        <p:spPr>
          <a:xfrm>
            <a:off x="162100" y="790275"/>
            <a:ext cx="11781300" cy="2313900"/>
          </a:xfrm>
          <a:prstGeom prst="rect">
            <a:avLst/>
          </a:prstGeom>
          <a:noFill/>
          <a:ln>
            <a:noFill/>
          </a:ln>
        </p:spPr>
        <p:txBody>
          <a:bodyPr anchorCtr="0" anchor="t" bIns="91425" lIns="91425" spcFirstLastPara="1" rIns="91425" wrap="square" tIns="91425">
            <a:spAutoFit/>
          </a:bodyPr>
          <a:lstStyle/>
          <a:p>
            <a:pPr indent="-406400" lvl="0" marL="457200" marR="0" rtl="0" algn="l">
              <a:lnSpc>
                <a:spcPct val="100000"/>
              </a:lnSpc>
              <a:spcBef>
                <a:spcPts val="1000"/>
              </a:spcBef>
              <a:spcAft>
                <a:spcPts val="0"/>
              </a:spcAft>
              <a:buClr>
                <a:schemeClr val="accent3"/>
              </a:buClr>
              <a:buSzPts val="2800"/>
              <a:buFont typeface="Times New Roman"/>
              <a:buChar char="■"/>
            </a:pPr>
            <a:r>
              <a:rPr b="0" i="0" lang="en-US" sz="2200" u="none" cap="none" strike="noStrike">
                <a:solidFill>
                  <a:srgbClr val="000000"/>
                </a:solidFill>
                <a:latin typeface="Times New Roman"/>
                <a:ea typeface="Times New Roman"/>
                <a:cs typeface="Times New Roman"/>
                <a:sym typeface="Times New Roman"/>
              </a:rPr>
              <a:t>Phishing is a social engineering technique where attackers masquerade as trustworthy entities through emails, messages, or websites. They aim to trick users into revealing sensitive information like login credentials, credit card numbers, or personal details. </a:t>
            </a:r>
            <a:endParaRPr b="0" i="0" sz="22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1000"/>
              </a:spcBef>
              <a:spcAft>
                <a:spcPts val="0"/>
              </a:spcAft>
              <a:buClr>
                <a:srgbClr val="000000"/>
              </a:buClr>
              <a:buSzPts val="2000"/>
              <a:buFont typeface="Arial"/>
              <a:buNone/>
            </a:pPr>
            <a:r>
              <a:t/>
            </a:r>
            <a:endParaRPr b="0" i="0" sz="20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232" name="Google Shape;232;g37f98f0ae4d_0_263"/>
          <p:cNvSpPr txBox="1"/>
          <p:nvPr/>
        </p:nvSpPr>
        <p:spPr>
          <a:xfrm>
            <a:off x="465975" y="2518225"/>
            <a:ext cx="5753700" cy="3109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rgbClr val="545C61"/>
                </a:solidFill>
                <a:latin typeface="Times New Roman"/>
                <a:ea typeface="Times New Roman"/>
                <a:cs typeface="Times New Roman"/>
                <a:sym typeface="Times New Roman"/>
              </a:rPr>
              <a:t>Example: </a:t>
            </a:r>
            <a:endParaRPr b="1" i="0" sz="2200" u="none" cap="none" strike="noStrike">
              <a:solidFill>
                <a:srgbClr val="545C6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Times New Roman"/>
                <a:ea typeface="Times New Roman"/>
                <a:cs typeface="Times New Roman"/>
                <a:sym typeface="Times New Roman"/>
              </a:rPr>
              <a:t>-https://faccbook.com/profile.jar/ </a:t>
            </a:r>
            <a:endParaRPr b="0" i="0" sz="22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Times New Roman"/>
                <a:ea typeface="Times New Roman"/>
                <a:cs typeface="Times New Roman"/>
                <a:sym typeface="Times New Roman"/>
              </a:rPr>
              <a:t>-https://facebo0k.com/profile.jar/</a:t>
            </a:r>
            <a:endParaRPr b="0" i="0" sz="22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Times New Roman"/>
                <a:ea typeface="Times New Roman"/>
                <a:cs typeface="Times New Roman"/>
                <a:sym typeface="Times New Roman"/>
              </a:rPr>
              <a:t>-https://faecbook.com/profile.jar/</a:t>
            </a:r>
            <a:endParaRPr b="0" i="0" sz="22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Times New Roman"/>
                <a:ea typeface="Times New Roman"/>
                <a:cs typeface="Times New Roman"/>
                <a:sym typeface="Times New Roman"/>
              </a:rPr>
              <a:t>-https://mail.googlc.com/mail/u/0/</a:t>
            </a:r>
            <a:endParaRPr b="0" i="0" sz="22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Times New Roman"/>
                <a:ea typeface="Times New Roman"/>
                <a:cs typeface="Times New Roman"/>
                <a:sym typeface="Times New Roman"/>
              </a:rPr>
              <a:t>-https://mail.google.com.diu.edu.bd/mail/u/0/</a:t>
            </a:r>
            <a:endParaRPr b="0" i="0" sz="22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Times New Roman"/>
                <a:ea typeface="Times New Roman"/>
                <a:cs typeface="Times New Roman"/>
                <a:sym typeface="Times New Roman"/>
              </a:rPr>
              <a:t>-https://youtube.gov.bd/</a:t>
            </a:r>
            <a:endParaRPr b="0" i="0" sz="22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33" name="Google Shape;233;g37f98f0ae4d_0_263"/>
          <p:cNvPicPr preferRelativeResize="0"/>
          <p:nvPr/>
        </p:nvPicPr>
        <p:blipFill rotWithShape="1">
          <a:blip r:embed="rId3">
            <a:alphaModFix/>
          </a:blip>
          <a:srcRect b="0" l="0" r="0" t="0"/>
          <a:stretch/>
        </p:blipFill>
        <p:spPr>
          <a:xfrm>
            <a:off x="6396930" y="2570325"/>
            <a:ext cx="5648100" cy="3109200"/>
          </a:xfrm>
          <a:prstGeom prst="roundRect">
            <a:avLst>
              <a:gd fmla="val 16667" name="adj"/>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g380f6c643e1_0_17"/>
          <p:cNvSpPr txBox="1"/>
          <p:nvPr>
            <p:ph type="title"/>
          </p:nvPr>
        </p:nvSpPr>
        <p:spPr>
          <a:xfrm>
            <a:off x="0" y="0"/>
            <a:ext cx="12192000" cy="8685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3700"/>
              <a:buNone/>
            </a:pPr>
            <a:r>
              <a:rPr lang="en-US" sz="4000">
                <a:solidFill>
                  <a:schemeClr val="lt1"/>
                </a:solidFill>
                <a:latin typeface="Gill Sans"/>
                <a:ea typeface="Gill Sans"/>
                <a:cs typeface="Gill Sans"/>
                <a:sym typeface="Gill Sans"/>
              </a:rPr>
              <a:t>Example: Gmail Phishing</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p:txBody>
      </p:sp>
      <p:sp>
        <p:nvSpPr>
          <p:cNvPr id="239" name="Google Shape;239;g380f6c643e1_0_17"/>
          <p:cNvSpPr txBox="1"/>
          <p:nvPr/>
        </p:nvSpPr>
        <p:spPr>
          <a:xfrm>
            <a:off x="468750" y="1215600"/>
            <a:ext cx="11254500" cy="923400"/>
          </a:xfrm>
          <a:prstGeom prst="rect">
            <a:avLst/>
          </a:prstGeom>
          <a:noFill/>
          <a:ln>
            <a:noFill/>
          </a:ln>
        </p:spPr>
        <p:txBody>
          <a:bodyPr anchorCtr="0" anchor="t" bIns="91425" lIns="91425" spcFirstLastPara="1" rIns="91425" wrap="square" tIns="91425">
            <a:spAutoFit/>
          </a:bodyPr>
          <a:lstStyle/>
          <a:p>
            <a:pPr indent="0" lvl="0" marL="45720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p:txBody>
      </p:sp>
      <p:pic>
        <p:nvPicPr>
          <p:cNvPr id="240" name="Google Shape;240;g380f6c643e1_0_17"/>
          <p:cNvPicPr preferRelativeResize="0"/>
          <p:nvPr/>
        </p:nvPicPr>
        <p:blipFill rotWithShape="1">
          <a:blip r:embed="rId3">
            <a:alphaModFix/>
          </a:blip>
          <a:srcRect b="18692" l="0" r="0" t="0"/>
          <a:stretch/>
        </p:blipFill>
        <p:spPr>
          <a:xfrm>
            <a:off x="421575" y="1360826"/>
            <a:ext cx="5660674" cy="3592750"/>
          </a:xfrm>
          <a:prstGeom prst="rect">
            <a:avLst/>
          </a:prstGeom>
          <a:noFill/>
          <a:ln>
            <a:noFill/>
          </a:ln>
          <a:effectLst>
            <a:outerShdw blurRad="292100" rotWithShape="0" algn="tl" dir="2700000" dist="139700">
              <a:srgbClr val="333333">
                <a:alpha val="63529"/>
              </a:srgbClr>
            </a:outerShdw>
          </a:effectLst>
        </p:spPr>
      </p:pic>
      <p:pic>
        <p:nvPicPr>
          <p:cNvPr id="241" name="Google Shape;241;g380f6c643e1_0_17"/>
          <p:cNvPicPr preferRelativeResize="0"/>
          <p:nvPr/>
        </p:nvPicPr>
        <p:blipFill rotWithShape="1">
          <a:blip r:embed="rId4">
            <a:alphaModFix/>
          </a:blip>
          <a:srcRect b="0" l="0" r="0" t="0"/>
          <a:stretch/>
        </p:blipFill>
        <p:spPr>
          <a:xfrm>
            <a:off x="6527875" y="1630375"/>
            <a:ext cx="5195374" cy="332320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g37d9a76c35b_0_428"/>
          <p:cNvSpPr txBox="1"/>
          <p:nvPr>
            <p:ph type="title"/>
          </p:nvPr>
        </p:nvSpPr>
        <p:spPr>
          <a:xfrm>
            <a:off x="0" y="0"/>
            <a:ext cx="12192000" cy="8685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3700"/>
              <a:buNone/>
            </a:pPr>
            <a:r>
              <a:rPr lang="en-US" sz="4000">
                <a:solidFill>
                  <a:schemeClr val="lt1"/>
                </a:solidFill>
                <a:latin typeface="Gill Sans"/>
                <a:ea typeface="Gill Sans"/>
                <a:cs typeface="Gill Sans"/>
                <a:sym typeface="Gill Sans"/>
              </a:rPr>
              <a:t>Phishing</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p:txBody>
      </p:sp>
      <p:sp>
        <p:nvSpPr>
          <p:cNvPr id="247" name="Google Shape;247;g37d9a76c35b_0_428"/>
          <p:cNvSpPr txBox="1"/>
          <p:nvPr/>
        </p:nvSpPr>
        <p:spPr>
          <a:xfrm>
            <a:off x="354550" y="1053525"/>
            <a:ext cx="11133000" cy="5232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1000"/>
              </a:spcBef>
              <a:spcAft>
                <a:spcPts val="0"/>
              </a:spcAft>
              <a:buClr>
                <a:srgbClr val="000000"/>
              </a:buClr>
              <a:buSzPts val="2200"/>
              <a:buFont typeface="Arial"/>
              <a:buNone/>
            </a:pPr>
            <a:r>
              <a:t/>
            </a:r>
            <a:endParaRPr b="1" i="0" sz="2200" u="none" cap="none" strike="noStrike">
              <a:solidFill>
                <a:srgbClr val="980000"/>
              </a:solidFill>
              <a:latin typeface="Times New Roman"/>
              <a:ea typeface="Times New Roman"/>
              <a:cs typeface="Times New Roman"/>
              <a:sym typeface="Times New Roman"/>
            </a:endParaRPr>
          </a:p>
        </p:txBody>
      </p:sp>
      <p:pic>
        <p:nvPicPr>
          <p:cNvPr id="248" name="Google Shape;248;g37d9a76c35b_0_428"/>
          <p:cNvPicPr preferRelativeResize="0"/>
          <p:nvPr/>
        </p:nvPicPr>
        <p:blipFill rotWithShape="1">
          <a:blip r:embed="rId3">
            <a:alphaModFix/>
          </a:blip>
          <a:srcRect b="0" l="0" r="0" t="21789"/>
          <a:stretch/>
        </p:blipFill>
        <p:spPr>
          <a:xfrm>
            <a:off x="354550" y="1761750"/>
            <a:ext cx="5588277" cy="3287099"/>
          </a:xfrm>
          <a:prstGeom prst="rect">
            <a:avLst/>
          </a:prstGeom>
          <a:noFill/>
          <a:ln>
            <a:noFill/>
          </a:ln>
        </p:spPr>
      </p:pic>
      <p:sp>
        <p:nvSpPr>
          <p:cNvPr id="249" name="Google Shape;249;g37d9a76c35b_0_428"/>
          <p:cNvSpPr txBox="1"/>
          <p:nvPr/>
        </p:nvSpPr>
        <p:spPr>
          <a:xfrm>
            <a:off x="6148900" y="1543500"/>
            <a:ext cx="5824800" cy="408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Times New Roman"/>
                <a:ea typeface="Times New Roman"/>
                <a:cs typeface="Times New Roman"/>
                <a:sym typeface="Times New Roman"/>
              </a:rPr>
              <a:t>Cyber-attacks are like a funnel. Imagine that:</a:t>
            </a:r>
            <a:endParaRPr b="0" i="0" sz="22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Times New Roman"/>
              <a:ea typeface="Times New Roman"/>
              <a:cs typeface="Times New Roman"/>
              <a:sym typeface="Times New Roman"/>
            </a:endParaRPr>
          </a:p>
          <a:p>
            <a:pPr indent="-361950" lvl="0" marL="914400" marR="0" rtl="0" algn="l">
              <a:lnSpc>
                <a:spcPct val="100000"/>
              </a:lnSpc>
              <a:spcBef>
                <a:spcPts val="1000"/>
              </a:spcBef>
              <a:spcAft>
                <a:spcPts val="0"/>
              </a:spcAft>
              <a:buClr>
                <a:schemeClr val="accent3"/>
              </a:buClr>
              <a:buSzPts val="2100"/>
              <a:buFont typeface="Times New Roman"/>
              <a:buChar char="■"/>
            </a:pPr>
            <a:r>
              <a:rPr b="0" i="0" lang="en-US" sz="2100" u="none" cap="none" strike="noStrike">
                <a:solidFill>
                  <a:srgbClr val="000000"/>
                </a:solidFill>
                <a:latin typeface="Times New Roman"/>
                <a:ea typeface="Times New Roman"/>
                <a:cs typeface="Times New Roman"/>
                <a:sym typeface="Times New Roman"/>
              </a:rPr>
              <a:t>The phisher sends 1,000,000 emails.</a:t>
            </a:r>
            <a:endParaRPr b="0" i="0" sz="2100" u="none" cap="none" strike="noStrike">
              <a:solidFill>
                <a:srgbClr val="000000"/>
              </a:solidFill>
              <a:latin typeface="Times New Roman"/>
              <a:ea typeface="Times New Roman"/>
              <a:cs typeface="Times New Roman"/>
              <a:sym typeface="Times New Roman"/>
            </a:endParaRPr>
          </a:p>
          <a:p>
            <a:pPr indent="-361950" lvl="0" marL="914400" marR="0" rtl="0" algn="l">
              <a:lnSpc>
                <a:spcPct val="100000"/>
              </a:lnSpc>
              <a:spcBef>
                <a:spcPts val="1000"/>
              </a:spcBef>
              <a:spcAft>
                <a:spcPts val="0"/>
              </a:spcAft>
              <a:buClr>
                <a:schemeClr val="accent3"/>
              </a:buClr>
              <a:buSzPts val="2100"/>
              <a:buFont typeface="Times New Roman"/>
              <a:buChar char="■"/>
            </a:pPr>
            <a:r>
              <a:rPr b="0" i="0" lang="en-US" sz="2100" u="none" cap="none" strike="noStrike">
                <a:solidFill>
                  <a:srgbClr val="000000"/>
                </a:solidFill>
                <a:latin typeface="Times New Roman"/>
                <a:ea typeface="Times New Roman"/>
                <a:cs typeface="Times New Roman"/>
                <a:sym typeface="Times New Roman"/>
              </a:rPr>
              <a:t>Only 0.5% of the users who have received the communication, i.e. 5,000, click on it.</a:t>
            </a:r>
            <a:endParaRPr b="0" i="0" sz="2100" u="none" cap="none" strike="noStrike">
              <a:solidFill>
                <a:srgbClr val="000000"/>
              </a:solidFill>
              <a:latin typeface="Times New Roman"/>
              <a:ea typeface="Times New Roman"/>
              <a:cs typeface="Times New Roman"/>
              <a:sym typeface="Times New Roman"/>
            </a:endParaRPr>
          </a:p>
          <a:p>
            <a:pPr indent="-361950" lvl="0" marL="914400" marR="0" rtl="0" algn="l">
              <a:lnSpc>
                <a:spcPct val="100000"/>
              </a:lnSpc>
              <a:spcBef>
                <a:spcPts val="1000"/>
              </a:spcBef>
              <a:spcAft>
                <a:spcPts val="0"/>
              </a:spcAft>
              <a:buClr>
                <a:schemeClr val="accent3"/>
              </a:buClr>
              <a:buSzPts val="2100"/>
              <a:buFont typeface="Times New Roman"/>
              <a:buChar char="■"/>
            </a:pPr>
            <a:r>
              <a:rPr b="0" i="0" lang="en-US" sz="2100" u="none" cap="none" strike="noStrike">
                <a:solidFill>
                  <a:srgbClr val="000000"/>
                </a:solidFill>
                <a:latin typeface="Times New Roman"/>
                <a:ea typeface="Times New Roman"/>
                <a:cs typeface="Times New Roman"/>
                <a:sym typeface="Times New Roman"/>
              </a:rPr>
              <a:t>20% of them, i.e. 1,000 people, also enter their data.</a:t>
            </a:r>
            <a:endParaRPr b="0" i="0" sz="2100" u="none" cap="none" strike="noStrike">
              <a:solidFill>
                <a:srgbClr val="000000"/>
              </a:solidFill>
              <a:latin typeface="Times New Roman"/>
              <a:ea typeface="Times New Roman"/>
              <a:cs typeface="Times New Roman"/>
              <a:sym typeface="Times New Roman"/>
            </a:endParaRPr>
          </a:p>
          <a:p>
            <a:pPr indent="-361950" lvl="0" marL="914400" marR="0" rtl="0" algn="l">
              <a:lnSpc>
                <a:spcPct val="100000"/>
              </a:lnSpc>
              <a:spcBef>
                <a:spcPts val="1000"/>
              </a:spcBef>
              <a:spcAft>
                <a:spcPts val="0"/>
              </a:spcAft>
              <a:buClr>
                <a:schemeClr val="accent3"/>
              </a:buClr>
              <a:buSzPts val="2100"/>
              <a:buFont typeface="Times New Roman"/>
              <a:buChar char="■"/>
            </a:pPr>
            <a:r>
              <a:rPr b="0" i="0" lang="en-US" sz="2100" u="none" cap="none" strike="noStrike">
                <a:solidFill>
                  <a:srgbClr val="000000"/>
                </a:solidFill>
                <a:latin typeface="Times New Roman"/>
                <a:ea typeface="Times New Roman"/>
                <a:cs typeface="Times New Roman"/>
                <a:sym typeface="Times New Roman"/>
              </a:rPr>
              <a:t>In total, in this type of simple attack, 10 USD per account was stolen.</a:t>
            </a:r>
            <a:endParaRPr b="0" i="0" sz="2100" u="none" cap="none" strike="noStrike">
              <a:solidFill>
                <a:srgbClr val="000000"/>
              </a:solidFill>
              <a:latin typeface="Times New Roman"/>
              <a:ea typeface="Times New Roman"/>
              <a:cs typeface="Times New Roman"/>
              <a:sym typeface="Times New Roman"/>
            </a:endParaRPr>
          </a:p>
          <a:p>
            <a:pPr indent="-361950" lvl="0" marL="914400" marR="0" rtl="0" algn="l">
              <a:lnSpc>
                <a:spcPct val="100000"/>
              </a:lnSpc>
              <a:spcBef>
                <a:spcPts val="1000"/>
              </a:spcBef>
              <a:spcAft>
                <a:spcPts val="0"/>
              </a:spcAft>
              <a:buClr>
                <a:schemeClr val="accent3"/>
              </a:buClr>
              <a:buSzPts val="2100"/>
              <a:buFont typeface="Times New Roman"/>
              <a:buChar char="■"/>
            </a:pPr>
            <a:r>
              <a:rPr b="0" i="0" lang="en-US" sz="2100" u="none" cap="none" strike="noStrike">
                <a:solidFill>
                  <a:srgbClr val="000000"/>
                </a:solidFill>
                <a:latin typeface="Times New Roman"/>
                <a:ea typeface="Times New Roman"/>
                <a:cs typeface="Times New Roman"/>
                <a:sym typeface="Times New Roman"/>
              </a:rPr>
              <a:t>Result: 10,000 USD profit.</a:t>
            </a:r>
            <a:endParaRPr b="0" i="0" sz="21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g38e779b961b_0_91"/>
          <p:cNvSpPr txBox="1"/>
          <p:nvPr>
            <p:ph type="title"/>
          </p:nvPr>
        </p:nvSpPr>
        <p:spPr>
          <a:xfrm>
            <a:off x="0" y="0"/>
            <a:ext cx="12192000" cy="8685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3700"/>
              <a:buNone/>
            </a:pPr>
            <a:r>
              <a:rPr lang="en-US" sz="4000">
                <a:solidFill>
                  <a:schemeClr val="lt1"/>
                </a:solidFill>
                <a:latin typeface="Gill Sans"/>
                <a:ea typeface="Gill Sans"/>
                <a:cs typeface="Gill Sans"/>
                <a:sym typeface="Gill Sans"/>
              </a:rPr>
              <a:t>Preventive Measures of Phishing Attack</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p:txBody>
      </p:sp>
      <p:sp>
        <p:nvSpPr>
          <p:cNvPr id="255" name="Google Shape;255;g38e779b961b_0_91"/>
          <p:cNvSpPr txBox="1"/>
          <p:nvPr/>
        </p:nvSpPr>
        <p:spPr>
          <a:xfrm>
            <a:off x="405200" y="1316875"/>
            <a:ext cx="11396100" cy="5243700"/>
          </a:xfrm>
          <a:prstGeom prst="rect">
            <a:avLst/>
          </a:prstGeom>
          <a:noFill/>
          <a:ln>
            <a:noFill/>
          </a:ln>
        </p:spPr>
        <p:txBody>
          <a:bodyPr anchorCtr="0" anchor="t" bIns="91425" lIns="91425" spcFirstLastPara="1" rIns="91425" wrap="square" tIns="91425">
            <a:spAutoFit/>
          </a:bodyPr>
          <a:lstStyle/>
          <a:p>
            <a:pPr indent="-419100" lvl="0" marL="457200" marR="0" rtl="0" algn="just">
              <a:lnSpc>
                <a:spcPct val="100000"/>
              </a:lnSpc>
              <a:spcBef>
                <a:spcPts val="1000"/>
              </a:spcBef>
              <a:spcAft>
                <a:spcPts val="0"/>
              </a:spcAft>
              <a:buClr>
                <a:schemeClr val="accent3"/>
              </a:buClr>
              <a:buSzPts val="3000"/>
              <a:buFont typeface="Times New Roman"/>
              <a:buChar char="■"/>
            </a:pPr>
            <a:r>
              <a:rPr b="0" i="0" lang="en-US" sz="2200" u="none" cap="none" strike="noStrike">
                <a:solidFill>
                  <a:srgbClr val="000000"/>
                </a:solidFill>
                <a:latin typeface="Times New Roman"/>
                <a:ea typeface="Times New Roman"/>
                <a:cs typeface="Times New Roman"/>
                <a:sym typeface="Times New Roman"/>
              </a:rPr>
              <a:t> Educate yourself about phishing techniques and common scams.</a:t>
            </a:r>
            <a:endParaRPr b="0" i="0" sz="2200" u="none" cap="none" strike="noStrike">
              <a:solidFill>
                <a:srgbClr val="000000"/>
              </a:solidFill>
              <a:latin typeface="Times New Roman"/>
              <a:ea typeface="Times New Roman"/>
              <a:cs typeface="Times New Roman"/>
              <a:sym typeface="Times New Roman"/>
            </a:endParaRPr>
          </a:p>
          <a:p>
            <a:pPr indent="-419100" lvl="0" marL="457200" marR="0" rtl="0" algn="just">
              <a:lnSpc>
                <a:spcPct val="100000"/>
              </a:lnSpc>
              <a:spcBef>
                <a:spcPts val="1000"/>
              </a:spcBef>
              <a:spcAft>
                <a:spcPts val="0"/>
              </a:spcAft>
              <a:buClr>
                <a:schemeClr val="accent3"/>
              </a:buClr>
              <a:buSzPts val="3000"/>
              <a:buFont typeface="Times New Roman"/>
              <a:buChar char="■"/>
            </a:pPr>
            <a:r>
              <a:rPr b="0" i="0" lang="en-US" sz="2200" u="none" cap="none" strike="noStrike">
                <a:solidFill>
                  <a:srgbClr val="000000"/>
                </a:solidFill>
                <a:latin typeface="Times New Roman"/>
                <a:ea typeface="Times New Roman"/>
                <a:cs typeface="Times New Roman"/>
                <a:sym typeface="Times New Roman"/>
              </a:rPr>
              <a:t> Be cautious with emails, especially from unknown sources.</a:t>
            </a:r>
            <a:endParaRPr b="0" i="0" sz="2200" u="none" cap="none" strike="noStrike">
              <a:solidFill>
                <a:srgbClr val="000000"/>
              </a:solidFill>
              <a:latin typeface="Times New Roman"/>
              <a:ea typeface="Times New Roman"/>
              <a:cs typeface="Times New Roman"/>
              <a:sym typeface="Times New Roman"/>
            </a:endParaRPr>
          </a:p>
          <a:p>
            <a:pPr indent="-419100" lvl="0" marL="457200" marR="0" rtl="0" algn="just">
              <a:lnSpc>
                <a:spcPct val="100000"/>
              </a:lnSpc>
              <a:spcBef>
                <a:spcPts val="1000"/>
              </a:spcBef>
              <a:spcAft>
                <a:spcPts val="0"/>
              </a:spcAft>
              <a:buClr>
                <a:schemeClr val="accent3"/>
              </a:buClr>
              <a:buSzPts val="3000"/>
              <a:buFont typeface="Times New Roman"/>
              <a:buChar char="■"/>
            </a:pPr>
            <a:r>
              <a:rPr b="0" i="0" lang="en-US" sz="2200" u="none" cap="none" strike="noStrike">
                <a:solidFill>
                  <a:srgbClr val="000000"/>
                </a:solidFill>
                <a:latin typeface="Times New Roman"/>
                <a:ea typeface="Times New Roman"/>
                <a:cs typeface="Times New Roman"/>
                <a:sym typeface="Times New Roman"/>
              </a:rPr>
              <a:t>Verify the sender's email address and be wary of suspicious messages.</a:t>
            </a:r>
            <a:endParaRPr b="0" i="0" sz="2200" u="none" cap="none" strike="noStrike">
              <a:solidFill>
                <a:srgbClr val="000000"/>
              </a:solidFill>
              <a:latin typeface="Times New Roman"/>
              <a:ea typeface="Times New Roman"/>
              <a:cs typeface="Times New Roman"/>
              <a:sym typeface="Times New Roman"/>
            </a:endParaRPr>
          </a:p>
          <a:p>
            <a:pPr indent="-419100" lvl="0" marL="457200" marR="0" rtl="0" algn="just">
              <a:lnSpc>
                <a:spcPct val="100000"/>
              </a:lnSpc>
              <a:spcBef>
                <a:spcPts val="1000"/>
              </a:spcBef>
              <a:spcAft>
                <a:spcPts val="0"/>
              </a:spcAft>
              <a:buClr>
                <a:schemeClr val="accent3"/>
              </a:buClr>
              <a:buSzPts val="3000"/>
              <a:buFont typeface="Times New Roman"/>
              <a:buChar char="■"/>
            </a:pPr>
            <a:r>
              <a:rPr b="0" i="0" lang="en-US" sz="2200" u="none" cap="none" strike="noStrike">
                <a:solidFill>
                  <a:srgbClr val="000000"/>
                </a:solidFill>
                <a:latin typeface="Times New Roman"/>
                <a:ea typeface="Times New Roman"/>
                <a:cs typeface="Times New Roman"/>
                <a:sym typeface="Times New Roman"/>
              </a:rPr>
              <a:t>Avoid clicking on links directly from emails; hover over them to check the URL.</a:t>
            </a:r>
            <a:endParaRPr b="0" i="0" sz="2200" u="none" cap="none" strike="noStrike">
              <a:solidFill>
                <a:srgbClr val="000000"/>
              </a:solidFill>
              <a:latin typeface="Times New Roman"/>
              <a:ea typeface="Times New Roman"/>
              <a:cs typeface="Times New Roman"/>
              <a:sym typeface="Times New Roman"/>
            </a:endParaRPr>
          </a:p>
          <a:p>
            <a:pPr indent="-419100" lvl="0" marL="457200" marR="0" rtl="0" algn="just">
              <a:lnSpc>
                <a:spcPct val="100000"/>
              </a:lnSpc>
              <a:spcBef>
                <a:spcPts val="1000"/>
              </a:spcBef>
              <a:spcAft>
                <a:spcPts val="0"/>
              </a:spcAft>
              <a:buClr>
                <a:schemeClr val="accent3"/>
              </a:buClr>
              <a:buSzPts val="3000"/>
              <a:buFont typeface="Times New Roman"/>
              <a:buChar char="■"/>
            </a:pPr>
            <a:r>
              <a:rPr b="0" i="0" lang="en-US" sz="2200" u="none" cap="none" strike="noStrike">
                <a:solidFill>
                  <a:srgbClr val="000000"/>
                </a:solidFill>
                <a:latin typeface="Times New Roman"/>
                <a:ea typeface="Times New Roman"/>
                <a:cs typeface="Times New Roman"/>
                <a:sym typeface="Times New Roman"/>
              </a:rPr>
              <a:t>Use Multi-Factor Authentication (MFA) whenever possible.</a:t>
            </a:r>
            <a:endParaRPr b="0" i="0" sz="2200" u="none" cap="none" strike="noStrike">
              <a:solidFill>
                <a:srgbClr val="000000"/>
              </a:solidFill>
              <a:latin typeface="Times New Roman"/>
              <a:ea typeface="Times New Roman"/>
              <a:cs typeface="Times New Roman"/>
              <a:sym typeface="Times New Roman"/>
            </a:endParaRPr>
          </a:p>
          <a:p>
            <a:pPr indent="-419100" lvl="0" marL="457200" marR="0" rtl="0" algn="just">
              <a:lnSpc>
                <a:spcPct val="100000"/>
              </a:lnSpc>
              <a:spcBef>
                <a:spcPts val="1000"/>
              </a:spcBef>
              <a:spcAft>
                <a:spcPts val="0"/>
              </a:spcAft>
              <a:buClr>
                <a:schemeClr val="accent3"/>
              </a:buClr>
              <a:buSzPts val="3000"/>
              <a:buFont typeface="Times New Roman"/>
              <a:buChar char="■"/>
            </a:pPr>
            <a:r>
              <a:rPr b="0" i="0" lang="en-US" sz="2200" u="none" cap="none" strike="noStrike">
                <a:solidFill>
                  <a:srgbClr val="000000"/>
                </a:solidFill>
                <a:latin typeface="Times New Roman"/>
                <a:ea typeface="Times New Roman"/>
                <a:cs typeface="Times New Roman"/>
                <a:sym typeface="Times New Roman"/>
              </a:rPr>
              <a:t>Use a reputable antivirus and anti-malware program.</a:t>
            </a:r>
            <a:endParaRPr b="0" i="0" sz="2200" u="none" cap="none" strike="noStrike">
              <a:solidFill>
                <a:srgbClr val="000000"/>
              </a:solidFill>
              <a:latin typeface="Times New Roman"/>
              <a:ea typeface="Times New Roman"/>
              <a:cs typeface="Times New Roman"/>
              <a:sym typeface="Times New Roman"/>
            </a:endParaRPr>
          </a:p>
          <a:p>
            <a:pPr indent="-419100" lvl="0" marL="457200" marR="0" rtl="0" algn="just">
              <a:lnSpc>
                <a:spcPct val="100000"/>
              </a:lnSpc>
              <a:spcBef>
                <a:spcPts val="1000"/>
              </a:spcBef>
              <a:spcAft>
                <a:spcPts val="0"/>
              </a:spcAft>
              <a:buClr>
                <a:schemeClr val="accent3"/>
              </a:buClr>
              <a:buSzPts val="3000"/>
              <a:buFont typeface="Times New Roman"/>
              <a:buChar char="■"/>
            </a:pPr>
            <a:r>
              <a:rPr b="0" i="0" lang="en-US" sz="2200" u="none" cap="none" strike="noStrike">
                <a:solidFill>
                  <a:srgbClr val="000000"/>
                </a:solidFill>
                <a:latin typeface="Times New Roman"/>
                <a:ea typeface="Times New Roman"/>
                <a:cs typeface="Times New Roman"/>
                <a:sym typeface="Times New Roman"/>
              </a:rPr>
              <a:t> Be cautious about the information you share on social media.</a:t>
            </a:r>
            <a:endParaRPr b="0" i="0" sz="2200" u="none" cap="none" strike="noStrike">
              <a:solidFill>
                <a:srgbClr val="000000"/>
              </a:solidFill>
              <a:latin typeface="Times New Roman"/>
              <a:ea typeface="Times New Roman"/>
              <a:cs typeface="Times New Roman"/>
              <a:sym typeface="Times New Roman"/>
            </a:endParaRPr>
          </a:p>
          <a:p>
            <a:pPr indent="-419100" lvl="0" marL="457200" marR="0" rtl="0" algn="just">
              <a:lnSpc>
                <a:spcPct val="100000"/>
              </a:lnSpc>
              <a:spcBef>
                <a:spcPts val="1000"/>
              </a:spcBef>
              <a:spcAft>
                <a:spcPts val="0"/>
              </a:spcAft>
              <a:buClr>
                <a:schemeClr val="accent3"/>
              </a:buClr>
              <a:buSzPts val="3000"/>
              <a:buFont typeface="Times New Roman"/>
              <a:buChar char="■"/>
            </a:pPr>
            <a:r>
              <a:rPr b="0" i="0" lang="en-US" sz="2200" u="none" cap="none" strike="noStrike">
                <a:solidFill>
                  <a:srgbClr val="000000"/>
                </a:solidFill>
                <a:latin typeface="Times New Roman"/>
                <a:ea typeface="Times New Roman"/>
                <a:cs typeface="Times New Roman"/>
                <a:sym typeface="Times New Roman"/>
              </a:rPr>
              <a:t> Report suspected phishing attempts to the appropriate authorities.</a:t>
            </a:r>
            <a:endParaRPr b="0" i="0" sz="2200" u="none" cap="none" strike="noStrike">
              <a:solidFill>
                <a:srgbClr val="000000"/>
              </a:solidFill>
              <a:latin typeface="Times New Roman"/>
              <a:ea typeface="Times New Roman"/>
              <a:cs typeface="Times New Roman"/>
              <a:sym typeface="Times New Roman"/>
            </a:endParaRPr>
          </a:p>
          <a:p>
            <a:pPr indent="0" lvl="0" marL="457200" marR="0" rtl="0" algn="just">
              <a:lnSpc>
                <a:spcPct val="100000"/>
              </a:lnSpc>
              <a:spcBef>
                <a:spcPts val="1000"/>
              </a:spcBef>
              <a:spcAft>
                <a:spcPts val="1000"/>
              </a:spcAft>
              <a:buClr>
                <a:srgbClr val="000000"/>
              </a:buClr>
              <a:buSzPts val="2200"/>
              <a:buFont typeface="Arial"/>
              <a:buNone/>
            </a:pPr>
            <a:r>
              <a:t/>
            </a:r>
            <a:endParaRPr b="0" i="0" sz="22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g380f6c643e1_0_0"/>
          <p:cNvSpPr txBox="1"/>
          <p:nvPr>
            <p:ph type="title"/>
          </p:nvPr>
        </p:nvSpPr>
        <p:spPr>
          <a:xfrm>
            <a:off x="0" y="0"/>
            <a:ext cx="12192000" cy="6990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3700"/>
              <a:buNone/>
            </a:pPr>
            <a:r>
              <a:rPr lang="en-US" sz="4000">
                <a:solidFill>
                  <a:schemeClr val="lt1"/>
                </a:solidFill>
                <a:latin typeface="Gill Sans"/>
                <a:ea typeface="Gill Sans"/>
                <a:cs typeface="Gill Sans"/>
                <a:sym typeface="Gill Sans"/>
              </a:rPr>
              <a:t>2. Malware</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p:txBody>
      </p:sp>
      <p:sp>
        <p:nvSpPr>
          <p:cNvPr id="261" name="Google Shape;261;g380f6c643e1_0_0"/>
          <p:cNvSpPr txBox="1"/>
          <p:nvPr/>
        </p:nvSpPr>
        <p:spPr>
          <a:xfrm>
            <a:off x="261150" y="699000"/>
            <a:ext cx="11669700" cy="4540800"/>
          </a:xfrm>
          <a:prstGeom prst="rect">
            <a:avLst/>
          </a:prstGeom>
          <a:noFill/>
          <a:ln>
            <a:noFill/>
          </a:ln>
        </p:spPr>
        <p:txBody>
          <a:bodyPr anchorCtr="0" anchor="t" bIns="91425" lIns="91425" spcFirstLastPara="1" rIns="91425" wrap="square" tIns="91425">
            <a:spAutoFit/>
          </a:bodyPr>
          <a:lstStyle/>
          <a:p>
            <a:pPr indent="-419100" lvl="0" marL="457200" marR="0" rtl="0" algn="just">
              <a:lnSpc>
                <a:spcPct val="100000"/>
              </a:lnSpc>
              <a:spcBef>
                <a:spcPts val="1000"/>
              </a:spcBef>
              <a:spcAft>
                <a:spcPts val="0"/>
              </a:spcAft>
              <a:buClr>
                <a:schemeClr val="accent3"/>
              </a:buClr>
              <a:buSzPts val="3000"/>
              <a:buFont typeface="Times New Roman"/>
              <a:buChar char="■"/>
            </a:pPr>
            <a:r>
              <a:rPr b="0" i="0" lang="en-US" sz="2200" u="none" cap="none" strike="noStrike">
                <a:solidFill>
                  <a:srgbClr val="000000"/>
                </a:solidFill>
                <a:latin typeface="Times New Roman"/>
                <a:ea typeface="Times New Roman"/>
                <a:cs typeface="Times New Roman"/>
                <a:sym typeface="Times New Roman"/>
              </a:rPr>
              <a:t>"Malware" is a short term for "malicious software." It refers to any type of software specifically designed to harm, exploit, or gain unauthorized access to computer systems, networks, or devices. Malware can take various forms, such as viruses, worms, Trojans, ransomware, spyware, adware, and more. Its primary purpose is to cause damage, steal sensitive information, disrupt operations, or perform other harmful actions without the user's knowledge or consent. </a:t>
            </a:r>
            <a:endParaRPr sz="2200">
              <a:latin typeface="Times New Roman"/>
              <a:ea typeface="Times New Roman"/>
              <a:cs typeface="Times New Roman"/>
              <a:sym typeface="Times New Roman"/>
            </a:endParaRPr>
          </a:p>
          <a:p>
            <a:pPr indent="-419100" lvl="0" marL="457200" marR="0" rtl="0" algn="just">
              <a:lnSpc>
                <a:spcPct val="100000"/>
              </a:lnSpc>
              <a:spcBef>
                <a:spcPts val="0"/>
              </a:spcBef>
              <a:spcAft>
                <a:spcPts val="0"/>
              </a:spcAft>
              <a:buClr>
                <a:schemeClr val="accent3"/>
              </a:buClr>
              <a:buSzPts val="3000"/>
              <a:buFont typeface="Times New Roman"/>
              <a:buChar char="■"/>
            </a:pPr>
            <a:r>
              <a:rPr b="0" i="0" lang="en-US" sz="2200" u="none" cap="none" strike="noStrike">
                <a:solidFill>
                  <a:srgbClr val="000000"/>
                </a:solidFill>
                <a:latin typeface="Times New Roman"/>
                <a:ea typeface="Times New Roman"/>
                <a:cs typeface="Times New Roman"/>
                <a:sym typeface="Times New Roman"/>
              </a:rPr>
              <a:t>There are several common ways that malware can attack computer systems and networks. Those are infected downloads, USB and removable media, email attachments, file sharing and peer-to-peer networks, and torrent and cracked software.  </a:t>
            </a:r>
            <a:endParaRPr b="0" i="0" sz="2200" u="none" cap="none" strike="noStrike">
              <a:solidFill>
                <a:srgbClr val="000000"/>
              </a:solidFill>
              <a:latin typeface="Times New Roman"/>
              <a:ea typeface="Times New Roman"/>
              <a:cs typeface="Times New Roman"/>
              <a:sym typeface="Times New Roman"/>
            </a:endParaRPr>
          </a:p>
          <a:p>
            <a:pPr indent="0" lvl="0" marL="457200" marR="0" rtl="0" algn="just">
              <a:lnSpc>
                <a:spcPct val="100000"/>
              </a:lnSpc>
              <a:spcBef>
                <a:spcPts val="1000"/>
              </a:spcBef>
              <a:spcAft>
                <a:spcPts val="0"/>
              </a:spcAft>
              <a:buClr>
                <a:srgbClr val="000000"/>
              </a:buClr>
              <a:buSzPts val="2200"/>
              <a:buFont typeface="Arial"/>
              <a:buNone/>
            </a:pPr>
            <a:r>
              <a:t/>
            </a:r>
            <a:endParaRPr b="0" i="0" sz="2200" u="none" cap="none" strike="noStrike">
              <a:solidFill>
                <a:srgbClr val="000000"/>
              </a:solidFill>
              <a:latin typeface="Times New Roman"/>
              <a:ea typeface="Times New Roman"/>
              <a:cs typeface="Times New Roman"/>
              <a:sym typeface="Times New Roman"/>
            </a:endParaRPr>
          </a:p>
          <a:p>
            <a:pPr indent="0" lvl="0" marL="0" marR="0" rtl="0" algn="just">
              <a:lnSpc>
                <a:spcPct val="100000"/>
              </a:lnSpc>
              <a:spcBef>
                <a:spcPts val="1000"/>
              </a:spcBef>
              <a:spcAft>
                <a:spcPts val="0"/>
              </a:spcAft>
              <a:buClr>
                <a:srgbClr val="000000"/>
              </a:buClr>
              <a:buSzPts val="2200"/>
              <a:buFont typeface="Arial"/>
              <a:buNone/>
            </a:pPr>
            <a:r>
              <a:t/>
            </a:r>
            <a:endParaRPr b="0" i="0" sz="2200" u="none" cap="none" strike="noStrike">
              <a:solidFill>
                <a:srgbClr val="000000"/>
              </a:solidFill>
              <a:latin typeface="Times New Roman"/>
              <a:ea typeface="Times New Roman"/>
              <a:cs typeface="Times New Roman"/>
              <a:sym typeface="Times New Roman"/>
            </a:endParaRPr>
          </a:p>
          <a:p>
            <a:pPr indent="0" lvl="0" marL="457200" marR="0" rtl="0" algn="just">
              <a:lnSpc>
                <a:spcPct val="100000"/>
              </a:lnSpc>
              <a:spcBef>
                <a:spcPts val="1000"/>
              </a:spcBef>
              <a:spcAft>
                <a:spcPts val="0"/>
              </a:spcAft>
              <a:buClr>
                <a:srgbClr val="000000"/>
              </a:buClr>
              <a:buSzPts val="2200"/>
              <a:buFont typeface="Arial"/>
              <a:buNone/>
            </a:pPr>
            <a:r>
              <a:t/>
            </a:r>
            <a:endParaRPr b="1" i="0" sz="2200" u="none" cap="none" strike="noStrike">
              <a:solidFill>
                <a:srgbClr val="980000"/>
              </a:solidFill>
              <a:latin typeface="Times New Roman"/>
              <a:ea typeface="Times New Roman"/>
              <a:cs typeface="Times New Roman"/>
              <a:sym typeface="Times New Roman"/>
            </a:endParaRPr>
          </a:p>
        </p:txBody>
      </p:sp>
      <p:pic>
        <p:nvPicPr>
          <p:cNvPr id="262" name="Google Shape;262;g380f6c643e1_0_0"/>
          <p:cNvPicPr preferRelativeResize="0"/>
          <p:nvPr/>
        </p:nvPicPr>
        <p:blipFill rotWithShape="1">
          <a:blip r:embed="rId3">
            <a:alphaModFix/>
          </a:blip>
          <a:srcRect b="0" l="0" r="0" t="0"/>
          <a:stretch/>
        </p:blipFill>
        <p:spPr>
          <a:xfrm>
            <a:off x="4943400" y="3705425"/>
            <a:ext cx="2980375" cy="29803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g37f98f0ae4d_0_321"/>
          <p:cNvSpPr txBox="1"/>
          <p:nvPr>
            <p:ph type="title"/>
          </p:nvPr>
        </p:nvSpPr>
        <p:spPr>
          <a:xfrm>
            <a:off x="0" y="0"/>
            <a:ext cx="12192000" cy="8685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3700"/>
              <a:buNone/>
            </a:pPr>
            <a:r>
              <a:rPr lang="en-US" sz="4000">
                <a:solidFill>
                  <a:schemeClr val="lt1"/>
                </a:solidFill>
                <a:latin typeface="Gill Sans"/>
                <a:ea typeface="Gill Sans"/>
                <a:cs typeface="Gill Sans"/>
                <a:sym typeface="Gill Sans"/>
              </a:rPr>
              <a:t>Preventive Measures Of Malware Attack</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p:txBody>
      </p:sp>
      <p:sp>
        <p:nvSpPr>
          <p:cNvPr id="268" name="Google Shape;268;g37f98f0ae4d_0_321"/>
          <p:cNvSpPr txBox="1"/>
          <p:nvPr/>
        </p:nvSpPr>
        <p:spPr>
          <a:xfrm>
            <a:off x="397950" y="1083875"/>
            <a:ext cx="11396100" cy="5243700"/>
          </a:xfrm>
          <a:prstGeom prst="rect">
            <a:avLst/>
          </a:prstGeom>
          <a:noFill/>
          <a:ln>
            <a:noFill/>
          </a:ln>
        </p:spPr>
        <p:txBody>
          <a:bodyPr anchorCtr="0" anchor="t" bIns="91425" lIns="91425" spcFirstLastPara="1" rIns="91425" wrap="square" tIns="91425">
            <a:spAutoFit/>
          </a:bodyPr>
          <a:lstStyle/>
          <a:p>
            <a:pPr indent="-419100" lvl="0" marL="457200" marR="0" rtl="0" algn="just">
              <a:lnSpc>
                <a:spcPct val="100000"/>
              </a:lnSpc>
              <a:spcBef>
                <a:spcPts val="1000"/>
              </a:spcBef>
              <a:spcAft>
                <a:spcPts val="0"/>
              </a:spcAft>
              <a:buClr>
                <a:schemeClr val="accent3"/>
              </a:buClr>
              <a:buSzPts val="3000"/>
              <a:buFont typeface="Times New Roman"/>
              <a:buChar char="■"/>
            </a:pPr>
            <a:r>
              <a:rPr b="0" i="0" lang="en-US" sz="2200" u="none" cap="none" strike="noStrike">
                <a:solidFill>
                  <a:srgbClr val="000000"/>
                </a:solidFill>
                <a:latin typeface="Times New Roman"/>
                <a:ea typeface="Times New Roman"/>
                <a:cs typeface="Times New Roman"/>
                <a:sym typeface="Times New Roman"/>
              </a:rPr>
              <a:t> Use reputable antivirus and anti-malware software.</a:t>
            </a:r>
            <a:endParaRPr b="0" i="0" sz="2200" u="none" cap="none" strike="noStrike">
              <a:solidFill>
                <a:srgbClr val="000000"/>
              </a:solidFill>
              <a:latin typeface="Times New Roman"/>
              <a:ea typeface="Times New Roman"/>
              <a:cs typeface="Times New Roman"/>
              <a:sym typeface="Times New Roman"/>
            </a:endParaRPr>
          </a:p>
          <a:p>
            <a:pPr indent="-419100" lvl="0" marL="457200" marR="0" rtl="0" algn="just">
              <a:lnSpc>
                <a:spcPct val="100000"/>
              </a:lnSpc>
              <a:spcBef>
                <a:spcPts val="1000"/>
              </a:spcBef>
              <a:spcAft>
                <a:spcPts val="0"/>
              </a:spcAft>
              <a:buClr>
                <a:schemeClr val="accent3"/>
              </a:buClr>
              <a:buSzPts val="3000"/>
              <a:buFont typeface="Times New Roman"/>
              <a:buChar char="■"/>
            </a:pPr>
            <a:r>
              <a:rPr b="0" i="0" lang="en-US" sz="2200" u="none" cap="none" strike="noStrike">
                <a:solidFill>
                  <a:srgbClr val="000000"/>
                </a:solidFill>
                <a:latin typeface="Times New Roman"/>
                <a:ea typeface="Times New Roman"/>
                <a:cs typeface="Times New Roman"/>
                <a:sym typeface="Times New Roman"/>
              </a:rPr>
              <a:t>Keep all software and operating systems updated.</a:t>
            </a:r>
            <a:endParaRPr b="0" i="0" sz="2200" u="none" cap="none" strike="noStrike">
              <a:solidFill>
                <a:srgbClr val="000000"/>
              </a:solidFill>
              <a:latin typeface="Times New Roman"/>
              <a:ea typeface="Times New Roman"/>
              <a:cs typeface="Times New Roman"/>
              <a:sym typeface="Times New Roman"/>
            </a:endParaRPr>
          </a:p>
          <a:p>
            <a:pPr indent="-419100" lvl="0" marL="457200" marR="0" rtl="0" algn="just">
              <a:lnSpc>
                <a:spcPct val="100000"/>
              </a:lnSpc>
              <a:spcBef>
                <a:spcPts val="1000"/>
              </a:spcBef>
              <a:spcAft>
                <a:spcPts val="0"/>
              </a:spcAft>
              <a:buClr>
                <a:schemeClr val="accent3"/>
              </a:buClr>
              <a:buSzPts val="3000"/>
              <a:buFont typeface="Times New Roman"/>
              <a:buChar char="■"/>
            </a:pPr>
            <a:r>
              <a:rPr b="0" i="0" lang="en-US" sz="2200" u="none" cap="none" strike="noStrike">
                <a:solidFill>
                  <a:srgbClr val="000000"/>
                </a:solidFill>
                <a:latin typeface="Times New Roman"/>
                <a:ea typeface="Times New Roman"/>
                <a:cs typeface="Times New Roman"/>
                <a:sym typeface="Times New Roman"/>
              </a:rPr>
              <a:t>Be cautious with email attachments and links from unknown sources.</a:t>
            </a:r>
            <a:endParaRPr b="0" i="0" sz="2200" u="none" cap="none" strike="noStrike">
              <a:solidFill>
                <a:srgbClr val="000000"/>
              </a:solidFill>
              <a:latin typeface="Times New Roman"/>
              <a:ea typeface="Times New Roman"/>
              <a:cs typeface="Times New Roman"/>
              <a:sym typeface="Times New Roman"/>
            </a:endParaRPr>
          </a:p>
          <a:p>
            <a:pPr indent="-419100" lvl="0" marL="457200" marR="0" rtl="0" algn="just">
              <a:lnSpc>
                <a:spcPct val="100000"/>
              </a:lnSpc>
              <a:spcBef>
                <a:spcPts val="1000"/>
              </a:spcBef>
              <a:spcAft>
                <a:spcPts val="0"/>
              </a:spcAft>
              <a:buClr>
                <a:schemeClr val="accent3"/>
              </a:buClr>
              <a:buSzPts val="3000"/>
              <a:buFont typeface="Times New Roman"/>
              <a:buChar char="■"/>
            </a:pPr>
            <a:r>
              <a:rPr b="0" i="0" lang="en-US" sz="2200" u="none" cap="none" strike="noStrike">
                <a:solidFill>
                  <a:srgbClr val="000000"/>
                </a:solidFill>
                <a:latin typeface="Times New Roman"/>
                <a:ea typeface="Times New Roman"/>
                <a:cs typeface="Times New Roman"/>
                <a:sym typeface="Times New Roman"/>
              </a:rPr>
              <a:t> Download software and apps only from trusted sources.</a:t>
            </a:r>
            <a:endParaRPr b="0" i="0" sz="2200" u="none" cap="none" strike="noStrike">
              <a:solidFill>
                <a:srgbClr val="000000"/>
              </a:solidFill>
              <a:latin typeface="Times New Roman"/>
              <a:ea typeface="Times New Roman"/>
              <a:cs typeface="Times New Roman"/>
              <a:sym typeface="Times New Roman"/>
            </a:endParaRPr>
          </a:p>
          <a:p>
            <a:pPr indent="-419100" lvl="0" marL="457200" marR="0" rtl="0" algn="just">
              <a:lnSpc>
                <a:spcPct val="100000"/>
              </a:lnSpc>
              <a:spcBef>
                <a:spcPts val="1000"/>
              </a:spcBef>
              <a:spcAft>
                <a:spcPts val="0"/>
              </a:spcAft>
              <a:buClr>
                <a:schemeClr val="accent3"/>
              </a:buClr>
              <a:buSzPts val="3000"/>
              <a:buFont typeface="Times New Roman"/>
              <a:buChar char="■"/>
            </a:pPr>
            <a:r>
              <a:rPr b="0" i="0" lang="en-US" sz="2200" u="none" cap="none" strike="noStrike">
                <a:solidFill>
                  <a:srgbClr val="000000"/>
                </a:solidFill>
                <a:latin typeface="Times New Roman"/>
                <a:ea typeface="Times New Roman"/>
                <a:cs typeface="Times New Roman"/>
                <a:sym typeface="Times New Roman"/>
              </a:rPr>
              <a:t>Secure your network with a strong password and encryption.</a:t>
            </a:r>
            <a:endParaRPr b="0" i="0" sz="2200" u="none" cap="none" strike="noStrike">
              <a:solidFill>
                <a:srgbClr val="000000"/>
              </a:solidFill>
              <a:latin typeface="Times New Roman"/>
              <a:ea typeface="Times New Roman"/>
              <a:cs typeface="Times New Roman"/>
              <a:sym typeface="Times New Roman"/>
            </a:endParaRPr>
          </a:p>
          <a:p>
            <a:pPr indent="-419100" lvl="0" marL="457200" marR="0" rtl="0" algn="just">
              <a:lnSpc>
                <a:spcPct val="100000"/>
              </a:lnSpc>
              <a:spcBef>
                <a:spcPts val="1000"/>
              </a:spcBef>
              <a:spcAft>
                <a:spcPts val="0"/>
              </a:spcAft>
              <a:buClr>
                <a:schemeClr val="accent3"/>
              </a:buClr>
              <a:buSzPts val="3000"/>
              <a:buFont typeface="Times New Roman"/>
              <a:buChar char="■"/>
            </a:pPr>
            <a:r>
              <a:rPr b="0" i="0" lang="en-US" sz="2200" u="none" cap="none" strike="noStrike">
                <a:solidFill>
                  <a:srgbClr val="000000"/>
                </a:solidFill>
                <a:latin typeface="Times New Roman"/>
                <a:ea typeface="Times New Roman"/>
                <a:cs typeface="Times New Roman"/>
                <a:sym typeface="Times New Roman"/>
              </a:rPr>
              <a:t> Regularly back up your important data.</a:t>
            </a:r>
            <a:endParaRPr b="0" i="0" sz="2200" u="none" cap="none" strike="noStrike">
              <a:solidFill>
                <a:srgbClr val="000000"/>
              </a:solidFill>
              <a:latin typeface="Times New Roman"/>
              <a:ea typeface="Times New Roman"/>
              <a:cs typeface="Times New Roman"/>
              <a:sym typeface="Times New Roman"/>
            </a:endParaRPr>
          </a:p>
          <a:p>
            <a:pPr indent="-419100" lvl="0" marL="457200" marR="0" rtl="0" algn="just">
              <a:lnSpc>
                <a:spcPct val="100000"/>
              </a:lnSpc>
              <a:spcBef>
                <a:spcPts val="1000"/>
              </a:spcBef>
              <a:spcAft>
                <a:spcPts val="0"/>
              </a:spcAft>
              <a:buClr>
                <a:schemeClr val="accent3"/>
              </a:buClr>
              <a:buSzPts val="3000"/>
              <a:buFont typeface="Times New Roman"/>
              <a:buChar char="■"/>
            </a:pPr>
            <a:r>
              <a:rPr b="0" i="0" lang="en-US" sz="2200" u="none" cap="none" strike="noStrike">
                <a:solidFill>
                  <a:srgbClr val="000000"/>
                </a:solidFill>
                <a:latin typeface="Times New Roman"/>
                <a:ea typeface="Times New Roman"/>
                <a:cs typeface="Times New Roman"/>
                <a:sym typeface="Times New Roman"/>
              </a:rPr>
              <a:t> Use strong, unique passwords for all accounts.</a:t>
            </a:r>
            <a:endParaRPr b="0" i="0" sz="2200" u="none" cap="none" strike="noStrike">
              <a:solidFill>
                <a:srgbClr val="000000"/>
              </a:solidFill>
              <a:latin typeface="Times New Roman"/>
              <a:ea typeface="Times New Roman"/>
              <a:cs typeface="Times New Roman"/>
              <a:sym typeface="Times New Roman"/>
            </a:endParaRPr>
          </a:p>
          <a:p>
            <a:pPr indent="-419100" lvl="0" marL="457200" marR="0" rtl="0" algn="just">
              <a:lnSpc>
                <a:spcPct val="100000"/>
              </a:lnSpc>
              <a:spcBef>
                <a:spcPts val="1000"/>
              </a:spcBef>
              <a:spcAft>
                <a:spcPts val="0"/>
              </a:spcAft>
              <a:buClr>
                <a:schemeClr val="accent3"/>
              </a:buClr>
              <a:buSzPts val="3000"/>
              <a:buFont typeface="Times New Roman"/>
              <a:buChar char="■"/>
            </a:pPr>
            <a:r>
              <a:rPr b="0" i="0" lang="en-US" sz="2200" u="none" cap="none" strike="noStrike">
                <a:solidFill>
                  <a:srgbClr val="000000"/>
                </a:solidFill>
                <a:latin typeface="Times New Roman"/>
                <a:ea typeface="Times New Roman"/>
                <a:cs typeface="Times New Roman"/>
                <a:sym typeface="Times New Roman"/>
              </a:rPr>
              <a:t>Educate yourself about social engineering tactics.</a:t>
            </a:r>
            <a:endParaRPr b="0" i="0" sz="2200" u="none" cap="none" strike="noStrike">
              <a:solidFill>
                <a:srgbClr val="000000"/>
              </a:solidFill>
              <a:latin typeface="Times New Roman"/>
              <a:ea typeface="Times New Roman"/>
              <a:cs typeface="Times New Roman"/>
              <a:sym typeface="Times New Roman"/>
            </a:endParaRPr>
          </a:p>
          <a:p>
            <a:pPr indent="0" lvl="0" marL="457200" marR="0" rtl="0" algn="just">
              <a:lnSpc>
                <a:spcPct val="100000"/>
              </a:lnSpc>
              <a:spcBef>
                <a:spcPts val="1000"/>
              </a:spcBef>
              <a:spcAft>
                <a:spcPts val="1000"/>
              </a:spcAft>
              <a:buClr>
                <a:srgbClr val="000000"/>
              </a:buClr>
              <a:buSzPts val="2200"/>
              <a:buFont typeface="Arial"/>
              <a:buNone/>
            </a:pPr>
            <a:r>
              <a:t/>
            </a:r>
            <a:endParaRPr b="0" i="0" sz="22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g316d8cfdd53_0_40"/>
          <p:cNvSpPr txBox="1"/>
          <p:nvPr>
            <p:ph type="title"/>
          </p:nvPr>
        </p:nvSpPr>
        <p:spPr>
          <a:xfrm>
            <a:off x="0" y="0"/>
            <a:ext cx="12192000" cy="7395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3700"/>
              <a:buNone/>
            </a:pPr>
            <a:r>
              <a:rPr lang="en-US" sz="4000">
                <a:solidFill>
                  <a:schemeClr val="lt1"/>
                </a:solidFill>
                <a:latin typeface="Gill Sans"/>
                <a:ea typeface="Gill Sans"/>
                <a:cs typeface="Gill Sans"/>
                <a:sym typeface="Gill Sans"/>
              </a:rPr>
              <a:t>3. Identity Theft</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p:txBody>
      </p:sp>
      <p:sp>
        <p:nvSpPr>
          <p:cNvPr id="274" name="Google Shape;274;g316d8cfdd53_0_40"/>
          <p:cNvSpPr txBox="1"/>
          <p:nvPr/>
        </p:nvSpPr>
        <p:spPr>
          <a:xfrm>
            <a:off x="5547550" y="3811975"/>
            <a:ext cx="6345000" cy="431100"/>
          </a:xfrm>
          <a:prstGeom prst="rect">
            <a:avLst/>
          </a:prstGeom>
          <a:noFill/>
          <a:ln>
            <a:noFill/>
          </a:ln>
        </p:spPr>
        <p:txBody>
          <a:bodyPr anchorCtr="0" anchor="t" bIns="91425" lIns="91425" spcFirstLastPara="1" rIns="91425" wrap="square" tIns="91425">
            <a:spAutoFit/>
          </a:bodyPr>
          <a:lstStyle/>
          <a:p>
            <a:pPr indent="0" lvl="0" marL="45720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275" name="Google Shape;275;g316d8cfdd53_0_40"/>
          <p:cNvSpPr txBox="1"/>
          <p:nvPr/>
        </p:nvSpPr>
        <p:spPr>
          <a:xfrm>
            <a:off x="290275" y="1397000"/>
            <a:ext cx="6204900" cy="32325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Times New Roman"/>
                <a:ea typeface="Times New Roman"/>
                <a:cs typeface="Times New Roman"/>
                <a:sym typeface="Times New Roman"/>
              </a:rPr>
              <a:t>Identity theft is a type of crime in which an individual's personal information is stolen and used by someone else for fraudulent purposes. The stolen information may include the person's name, address, Social Security number, date of birth, credit card details, bank account numbers, and other sensitive data. The identity thief uses this stolen information to impersonate the victim, essentially assuming their identity to conduct various illicit activities.</a:t>
            </a:r>
            <a:endParaRPr b="0" i="0" sz="2200" u="none" cap="none" strike="noStrike">
              <a:solidFill>
                <a:srgbClr val="000000"/>
              </a:solidFill>
              <a:latin typeface="Times New Roman"/>
              <a:ea typeface="Times New Roman"/>
              <a:cs typeface="Times New Roman"/>
              <a:sym typeface="Times New Roman"/>
            </a:endParaRPr>
          </a:p>
        </p:txBody>
      </p:sp>
      <p:pic>
        <p:nvPicPr>
          <p:cNvPr id="276" name="Google Shape;276;g316d8cfdd53_0_40"/>
          <p:cNvPicPr preferRelativeResize="0"/>
          <p:nvPr/>
        </p:nvPicPr>
        <p:blipFill rotWithShape="1">
          <a:blip r:embed="rId3">
            <a:alphaModFix/>
          </a:blip>
          <a:srcRect b="0" l="0" r="0" t="0"/>
          <a:stretch/>
        </p:blipFill>
        <p:spPr>
          <a:xfrm>
            <a:off x="7384175" y="1263800"/>
            <a:ext cx="4572000" cy="3365700"/>
          </a:xfrm>
          <a:prstGeom prst="ellipse">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g38e779b961b_0_40"/>
          <p:cNvSpPr txBox="1"/>
          <p:nvPr>
            <p:ph type="title"/>
          </p:nvPr>
        </p:nvSpPr>
        <p:spPr>
          <a:xfrm>
            <a:off x="0" y="0"/>
            <a:ext cx="12192000" cy="8685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3700"/>
              <a:buNone/>
            </a:pPr>
            <a:r>
              <a:rPr lang="en-US" sz="4000">
                <a:solidFill>
                  <a:schemeClr val="lt1"/>
                </a:solidFill>
                <a:latin typeface="Gill Sans"/>
                <a:ea typeface="Gill Sans"/>
                <a:cs typeface="Gill Sans"/>
                <a:sym typeface="Gill Sans"/>
              </a:rPr>
              <a:t>Preventive Measures Of Identity Theft</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p:txBody>
      </p:sp>
      <p:sp>
        <p:nvSpPr>
          <p:cNvPr id="282" name="Google Shape;282;g38e779b961b_0_40"/>
          <p:cNvSpPr txBox="1"/>
          <p:nvPr/>
        </p:nvSpPr>
        <p:spPr>
          <a:xfrm>
            <a:off x="397950" y="1083875"/>
            <a:ext cx="11396100" cy="5833800"/>
          </a:xfrm>
          <a:prstGeom prst="rect">
            <a:avLst/>
          </a:prstGeom>
          <a:noFill/>
          <a:ln>
            <a:noFill/>
          </a:ln>
        </p:spPr>
        <p:txBody>
          <a:bodyPr anchorCtr="0" anchor="t" bIns="91425" lIns="91425" spcFirstLastPara="1" rIns="91425" wrap="square" tIns="91425">
            <a:spAutoFit/>
          </a:bodyPr>
          <a:lstStyle/>
          <a:p>
            <a:pPr indent="-419100" lvl="0" marL="457200" marR="0" rtl="0" algn="just">
              <a:lnSpc>
                <a:spcPct val="100000"/>
              </a:lnSpc>
              <a:spcBef>
                <a:spcPts val="1000"/>
              </a:spcBef>
              <a:spcAft>
                <a:spcPts val="0"/>
              </a:spcAft>
              <a:buClr>
                <a:schemeClr val="accent3"/>
              </a:buClr>
              <a:buSzPts val="3000"/>
              <a:buFont typeface="Times New Roman"/>
              <a:buChar char="■"/>
            </a:pPr>
            <a:r>
              <a:rPr b="0" i="0" lang="en-US" sz="2200" u="none" cap="none" strike="noStrike">
                <a:solidFill>
                  <a:srgbClr val="000000"/>
                </a:solidFill>
                <a:latin typeface="Times New Roman"/>
                <a:ea typeface="Times New Roman"/>
                <a:cs typeface="Times New Roman"/>
                <a:sym typeface="Times New Roman"/>
              </a:rPr>
              <a:t> Secure personal information and documents.</a:t>
            </a:r>
            <a:endParaRPr b="0" i="0" sz="2200" u="none" cap="none" strike="noStrike">
              <a:solidFill>
                <a:srgbClr val="000000"/>
              </a:solidFill>
              <a:latin typeface="Times New Roman"/>
              <a:ea typeface="Times New Roman"/>
              <a:cs typeface="Times New Roman"/>
              <a:sym typeface="Times New Roman"/>
            </a:endParaRPr>
          </a:p>
          <a:p>
            <a:pPr indent="-419100" lvl="0" marL="457200" marR="0" rtl="0" algn="just">
              <a:lnSpc>
                <a:spcPct val="100000"/>
              </a:lnSpc>
              <a:spcBef>
                <a:spcPts val="1000"/>
              </a:spcBef>
              <a:spcAft>
                <a:spcPts val="0"/>
              </a:spcAft>
              <a:buClr>
                <a:schemeClr val="accent3"/>
              </a:buClr>
              <a:buSzPts val="3000"/>
              <a:buFont typeface="Times New Roman"/>
              <a:buChar char="■"/>
            </a:pPr>
            <a:r>
              <a:rPr b="0" i="0" lang="en-US" sz="2200" u="none" cap="none" strike="noStrike">
                <a:solidFill>
                  <a:srgbClr val="000000"/>
                </a:solidFill>
                <a:latin typeface="Times New Roman"/>
                <a:ea typeface="Times New Roman"/>
                <a:cs typeface="Times New Roman"/>
                <a:sym typeface="Times New Roman"/>
              </a:rPr>
              <a:t> Use strong passwords and enable MFA.</a:t>
            </a:r>
            <a:endParaRPr b="0" i="0" sz="2200" u="none" cap="none" strike="noStrike">
              <a:solidFill>
                <a:srgbClr val="000000"/>
              </a:solidFill>
              <a:latin typeface="Times New Roman"/>
              <a:ea typeface="Times New Roman"/>
              <a:cs typeface="Times New Roman"/>
              <a:sym typeface="Times New Roman"/>
            </a:endParaRPr>
          </a:p>
          <a:p>
            <a:pPr indent="-419100" lvl="0" marL="457200" marR="0" rtl="0" algn="just">
              <a:lnSpc>
                <a:spcPct val="100000"/>
              </a:lnSpc>
              <a:spcBef>
                <a:spcPts val="1000"/>
              </a:spcBef>
              <a:spcAft>
                <a:spcPts val="0"/>
              </a:spcAft>
              <a:buClr>
                <a:schemeClr val="accent3"/>
              </a:buClr>
              <a:buSzPts val="3000"/>
              <a:buFont typeface="Times New Roman"/>
              <a:buChar char="■"/>
            </a:pPr>
            <a:r>
              <a:rPr b="0" i="0" lang="en-US" sz="2200" u="none" cap="none" strike="noStrike">
                <a:solidFill>
                  <a:srgbClr val="000000"/>
                </a:solidFill>
                <a:latin typeface="Times New Roman"/>
                <a:ea typeface="Times New Roman"/>
                <a:cs typeface="Times New Roman"/>
                <a:sym typeface="Times New Roman"/>
              </a:rPr>
              <a:t>Beware of phishing attempts and unsolicited requests.</a:t>
            </a:r>
            <a:endParaRPr b="0" i="0" sz="2200" u="none" cap="none" strike="noStrike">
              <a:solidFill>
                <a:srgbClr val="000000"/>
              </a:solidFill>
              <a:latin typeface="Times New Roman"/>
              <a:ea typeface="Times New Roman"/>
              <a:cs typeface="Times New Roman"/>
              <a:sym typeface="Times New Roman"/>
            </a:endParaRPr>
          </a:p>
          <a:p>
            <a:pPr indent="-419100" lvl="0" marL="457200" marR="0" rtl="0" algn="just">
              <a:lnSpc>
                <a:spcPct val="100000"/>
              </a:lnSpc>
              <a:spcBef>
                <a:spcPts val="1000"/>
              </a:spcBef>
              <a:spcAft>
                <a:spcPts val="0"/>
              </a:spcAft>
              <a:buClr>
                <a:schemeClr val="accent3"/>
              </a:buClr>
              <a:buSzPts val="3000"/>
              <a:buFont typeface="Times New Roman"/>
              <a:buChar char="■"/>
            </a:pPr>
            <a:r>
              <a:rPr b="0" i="0" lang="en-US" sz="2200" u="none" cap="none" strike="noStrike">
                <a:solidFill>
                  <a:srgbClr val="000000"/>
                </a:solidFill>
                <a:latin typeface="Times New Roman"/>
                <a:ea typeface="Times New Roman"/>
                <a:cs typeface="Times New Roman"/>
                <a:sym typeface="Times New Roman"/>
              </a:rPr>
              <a:t>Avoid public Wi-Fi for sensitive activities.</a:t>
            </a:r>
            <a:endParaRPr b="0" i="0" sz="2200" u="none" cap="none" strike="noStrike">
              <a:solidFill>
                <a:srgbClr val="000000"/>
              </a:solidFill>
              <a:latin typeface="Times New Roman"/>
              <a:ea typeface="Times New Roman"/>
              <a:cs typeface="Times New Roman"/>
              <a:sym typeface="Times New Roman"/>
            </a:endParaRPr>
          </a:p>
          <a:p>
            <a:pPr indent="-419100" lvl="0" marL="457200" marR="0" rtl="0" algn="just">
              <a:lnSpc>
                <a:spcPct val="100000"/>
              </a:lnSpc>
              <a:spcBef>
                <a:spcPts val="1000"/>
              </a:spcBef>
              <a:spcAft>
                <a:spcPts val="0"/>
              </a:spcAft>
              <a:buClr>
                <a:schemeClr val="accent3"/>
              </a:buClr>
              <a:buSzPts val="3000"/>
              <a:buFont typeface="Times New Roman"/>
              <a:buChar char="■"/>
            </a:pPr>
            <a:r>
              <a:rPr b="0" i="0" lang="en-US" sz="2200" u="none" cap="none" strike="noStrike">
                <a:solidFill>
                  <a:srgbClr val="000000"/>
                </a:solidFill>
                <a:latin typeface="Times New Roman"/>
                <a:ea typeface="Times New Roman"/>
                <a:cs typeface="Times New Roman"/>
                <a:sym typeface="Times New Roman"/>
              </a:rPr>
              <a:t>Monitor financial accounts regularly.</a:t>
            </a:r>
            <a:endParaRPr b="0" i="0" sz="2200" u="none" cap="none" strike="noStrike">
              <a:solidFill>
                <a:srgbClr val="000000"/>
              </a:solidFill>
              <a:latin typeface="Times New Roman"/>
              <a:ea typeface="Times New Roman"/>
              <a:cs typeface="Times New Roman"/>
              <a:sym typeface="Times New Roman"/>
            </a:endParaRPr>
          </a:p>
          <a:p>
            <a:pPr indent="-419100" lvl="0" marL="457200" marR="0" rtl="0" algn="just">
              <a:lnSpc>
                <a:spcPct val="100000"/>
              </a:lnSpc>
              <a:spcBef>
                <a:spcPts val="1000"/>
              </a:spcBef>
              <a:spcAft>
                <a:spcPts val="0"/>
              </a:spcAft>
              <a:buClr>
                <a:schemeClr val="accent3"/>
              </a:buClr>
              <a:buSzPts val="3000"/>
              <a:buFont typeface="Times New Roman"/>
              <a:buChar char="■"/>
            </a:pPr>
            <a:r>
              <a:rPr b="0" i="0" lang="en-US" sz="2200" u="none" cap="none" strike="noStrike">
                <a:solidFill>
                  <a:srgbClr val="000000"/>
                </a:solidFill>
                <a:latin typeface="Times New Roman"/>
                <a:ea typeface="Times New Roman"/>
                <a:cs typeface="Times New Roman"/>
                <a:sym typeface="Times New Roman"/>
              </a:rPr>
              <a:t> Shred documents with personal information.</a:t>
            </a:r>
            <a:endParaRPr b="0" i="0" sz="2200" u="none" cap="none" strike="noStrike">
              <a:solidFill>
                <a:srgbClr val="000000"/>
              </a:solidFill>
              <a:latin typeface="Times New Roman"/>
              <a:ea typeface="Times New Roman"/>
              <a:cs typeface="Times New Roman"/>
              <a:sym typeface="Times New Roman"/>
            </a:endParaRPr>
          </a:p>
          <a:p>
            <a:pPr indent="-419100" lvl="0" marL="457200" marR="0" rtl="0" algn="just">
              <a:lnSpc>
                <a:spcPct val="100000"/>
              </a:lnSpc>
              <a:spcBef>
                <a:spcPts val="1000"/>
              </a:spcBef>
              <a:spcAft>
                <a:spcPts val="0"/>
              </a:spcAft>
              <a:buClr>
                <a:schemeClr val="accent3"/>
              </a:buClr>
              <a:buSzPts val="3000"/>
              <a:buFont typeface="Times New Roman"/>
              <a:buChar char="■"/>
            </a:pPr>
            <a:r>
              <a:rPr b="0" i="0" lang="en-US" sz="2200" u="none" cap="none" strike="noStrike">
                <a:solidFill>
                  <a:srgbClr val="000000"/>
                </a:solidFill>
                <a:latin typeface="Times New Roman"/>
                <a:ea typeface="Times New Roman"/>
                <a:cs typeface="Times New Roman"/>
                <a:sym typeface="Times New Roman"/>
              </a:rPr>
              <a:t> Be cautious with personal data online.</a:t>
            </a:r>
            <a:endParaRPr b="0" i="0" sz="2200" u="none" cap="none" strike="noStrike">
              <a:solidFill>
                <a:srgbClr val="000000"/>
              </a:solidFill>
              <a:latin typeface="Times New Roman"/>
              <a:ea typeface="Times New Roman"/>
              <a:cs typeface="Times New Roman"/>
              <a:sym typeface="Times New Roman"/>
            </a:endParaRPr>
          </a:p>
          <a:p>
            <a:pPr indent="-419100" lvl="0" marL="457200" marR="0" rtl="0" algn="just">
              <a:lnSpc>
                <a:spcPct val="100000"/>
              </a:lnSpc>
              <a:spcBef>
                <a:spcPts val="1000"/>
              </a:spcBef>
              <a:spcAft>
                <a:spcPts val="0"/>
              </a:spcAft>
              <a:buClr>
                <a:schemeClr val="accent3"/>
              </a:buClr>
              <a:buSzPts val="3000"/>
              <a:buFont typeface="Times New Roman"/>
              <a:buChar char="■"/>
            </a:pPr>
            <a:r>
              <a:rPr b="0" i="0" lang="en-US" sz="2200" u="none" cap="none" strike="noStrike">
                <a:solidFill>
                  <a:srgbClr val="000000"/>
                </a:solidFill>
                <a:latin typeface="Times New Roman"/>
                <a:ea typeface="Times New Roman"/>
                <a:cs typeface="Times New Roman"/>
                <a:sym typeface="Times New Roman"/>
              </a:rPr>
              <a:t>Consider freezing credit reports.</a:t>
            </a:r>
            <a:endParaRPr b="0" i="0" sz="2200" u="none" cap="none" strike="noStrike">
              <a:solidFill>
                <a:srgbClr val="000000"/>
              </a:solidFill>
              <a:latin typeface="Times New Roman"/>
              <a:ea typeface="Times New Roman"/>
              <a:cs typeface="Times New Roman"/>
              <a:sym typeface="Times New Roman"/>
            </a:endParaRPr>
          </a:p>
          <a:p>
            <a:pPr indent="-419100" lvl="0" marL="457200" marR="0" rtl="0" algn="just">
              <a:lnSpc>
                <a:spcPct val="100000"/>
              </a:lnSpc>
              <a:spcBef>
                <a:spcPts val="1000"/>
              </a:spcBef>
              <a:spcAft>
                <a:spcPts val="0"/>
              </a:spcAft>
              <a:buClr>
                <a:schemeClr val="accent3"/>
              </a:buClr>
              <a:buSzPts val="3000"/>
              <a:buFont typeface="Times New Roman"/>
              <a:buChar char="■"/>
            </a:pPr>
            <a:r>
              <a:rPr b="0" i="0" lang="en-US" sz="2200" u="none" cap="none" strike="noStrike">
                <a:solidFill>
                  <a:srgbClr val="000000"/>
                </a:solidFill>
                <a:latin typeface="Times New Roman"/>
                <a:ea typeface="Times New Roman"/>
                <a:cs typeface="Times New Roman"/>
                <a:sym typeface="Times New Roman"/>
              </a:rPr>
              <a:t>Limit sharing of personal information.</a:t>
            </a:r>
            <a:endParaRPr b="0" i="0" sz="2200" u="none" cap="none" strike="noStrike">
              <a:solidFill>
                <a:srgbClr val="000000"/>
              </a:solidFill>
              <a:latin typeface="Times New Roman"/>
              <a:ea typeface="Times New Roman"/>
              <a:cs typeface="Times New Roman"/>
              <a:sym typeface="Times New Roman"/>
            </a:endParaRPr>
          </a:p>
          <a:p>
            <a:pPr indent="0" lvl="0" marL="457200" marR="0" rtl="0" algn="just">
              <a:lnSpc>
                <a:spcPct val="100000"/>
              </a:lnSpc>
              <a:spcBef>
                <a:spcPts val="1000"/>
              </a:spcBef>
              <a:spcAft>
                <a:spcPts val="1000"/>
              </a:spcAft>
              <a:buClr>
                <a:srgbClr val="000000"/>
              </a:buClr>
              <a:buSzPts val="2200"/>
              <a:buFont typeface="Arial"/>
              <a:buNone/>
            </a:pPr>
            <a:r>
              <a:t/>
            </a:r>
            <a:endParaRPr b="0" i="0" sz="22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g38e779b961b_0_33"/>
          <p:cNvSpPr txBox="1"/>
          <p:nvPr>
            <p:ph type="title"/>
          </p:nvPr>
        </p:nvSpPr>
        <p:spPr>
          <a:xfrm>
            <a:off x="0" y="0"/>
            <a:ext cx="12192000" cy="7395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3700"/>
              <a:buNone/>
            </a:pPr>
            <a:r>
              <a:rPr lang="en-US" sz="4000">
                <a:solidFill>
                  <a:schemeClr val="lt1"/>
                </a:solidFill>
                <a:latin typeface="Gill Sans"/>
                <a:ea typeface="Gill Sans"/>
                <a:cs typeface="Gill Sans"/>
                <a:sym typeface="Gill Sans"/>
              </a:rPr>
              <a:t>4. Password Attacks</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p:txBody>
      </p:sp>
      <p:sp>
        <p:nvSpPr>
          <p:cNvPr id="288" name="Google Shape;288;g38e779b961b_0_33"/>
          <p:cNvSpPr txBox="1"/>
          <p:nvPr/>
        </p:nvSpPr>
        <p:spPr>
          <a:xfrm>
            <a:off x="5547550" y="3811975"/>
            <a:ext cx="6345000" cy="431100"/>
          </a:xfrm>
          <a:prstGeom prst="rect">
            <a:avLst/>
          </a:prstGeom>
          <a:noFill/>
          <a:ln>
            <a:noFill/>
          </a:ln>
        </p:spPr>
        <p:txBody>
          <a:bodyPr anchorCtr="0" anchor="t" bIns="91425" lIns="91425" spcFirstLastPara="1" rIns="91425" wrap="square" tIns="91425">
            <a:spAutoFit/>
          </a:bodyPr>
          <a:lstStyle/>
          <a:p>
            <a:pPr indent="0" lvl="0" marL="45720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289" name="Google Shape;289;g38e779b961b_0_33"/>
          <p:cNvSpPr txBox="1"/>
          <p:nvPr/>
        </p:nvSpPr>
        <p:spPr>
          <a:xfrm>
            <a:off x="290275" y="1397000"/>
            <a:ext cx="6204900" cy="5232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Times New Roman"/>
              <a:ea typeface="Times New Roman"/>
              <a:cs typeface="Times New Roman"/>
              <a:sym typeface="Times New Roman"/>
            </a:endParaRPr>
          </a:p>
        </p:txBody>
      </p:sp>
      <p:sp>
        <p:nvSpPr>
          <p:cNvPr id="290" name="Google Shape;290;g38e779b961b_0_33"/>
          <p:cNvSpPr txBox="1"/>
          <p:nvPr/>
        </p:nvSpPr>
        <p:spPr>
          <a:xfrm>
            <a:off x="648325" y="891425"/>
            <a:ext cx="11183400" cy="4925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Times New Roman"/>
                <a:ea typeface="Times New Roman"/>
                <a:cs typeface="Times New Roman"/>
                <a:sym typeface="Times New Roman"/>
              </a:rPr>
              <a:t>Attackers use various methods to obtain passwords, such as brute force (trying all possible combinations), dictionary attacks (trying common words), or leveraging stolen passwords from data breaches. Example of easy passwords are</a:t>
            </a:r>
            <a:endParaRPr b="0" i="0" sz="22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Times New Roman"/>
                <a:ea typeface="Times New Roman"/>
                <a:cs typeface="Times New Roman"/>
                <a:sym typeface="Times New Roman"/>
              </a:rPr>
              <a:t>- 12345</a:t>
            </a:r>
            <a:endParaRPr b="0" i="0" sz="22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Times New Roman"/>
                <a:ea typeface="Times New Roman"/>
                <a:cs typeface="Times New Roman"/>
                <a:sym typeface="Times New Roman"/>
              </a:rPr>
              <a:t>- Password</a:t>
            </a:r>
            <a:endParaRPr b="0" i="0" sz="22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Times New Roman"/>
                <a:ea typeface="Times New Roman"/>
                <a:cs typeface="Times New Roman"/>
                <a:sym typeface="Times New Roman"/>
              </a:rPr>
              <a:t>- YourBirthday </a:t>
            </a:r>
            <a:endParaRPr b="0" i="0" sz="22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Times New Roman"/>
                <a:ea typeface="Times New Roman"/>
                <a:cs typeface="Times New Roman"/>
                <a:sym typeface="Times New Roman"/>
              </a:rPr>
              <a:t>- YourName123 </a:t>
            </a:r>
            <a:endParaRPr b="0" i="0" sz="22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Times New Roman"/>
                <a:ea typeface="Times New Roman"/>
                <a:cs typeface="Times New Roman"/>
                <a:sym typeface="Times New Roman"/>
              </a:rPr>
              <a:t>- YourMobileNumber </a:t>
            </a:r>
            <a:endParaRPr b="0" i="0" sz="22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Times New Roman"/>
                <a:ea typeface="Times New Roman"/>
                <a:cs typeface="Times New Roman"/>
                <a:sym typeface="Times New Roman"/>
              </a:rPr>
              <a:t>- StudentIdNumber </a:t>
            </a:r>
            <a:endParaRPr b="0" i="0" sz="22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Times New Roman"/>
                <a:ea typeface="Times New Roman"/>
                <a:cs typeface="Times New Roman"/>
                <a:sym typeface="Times New Roman"/>
              </a:rPr>
              <a:t>- PetName </a:t>
            </a:r>
            <a:endParaRPr b="0" i="0" sz="22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Times New Roman"/>
                <a:ea typeface="Times New Roman"/>
                <a:cs typeface="Times New Roman"/>
                <a:sym typeface="Times New Roman"/>
              </a:rPr>
              <a:t>- BestFriendName </a:t>
            </a:r>
            <a:endParaRPr b="0" i="0" sz="22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Times New Roman"/>
                <a:ea typeface="Times New Roman"/>
                <a:cs typeface="Times New Roman"/>
                <a:sym typeface="Times New Roman"/>
              </a:rPr>
              <a:t>- FamillyMembersName </a:t>
            </a:r>
            <a:endParaRPr b="0" i="0" sz="22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Times New Roman"/>
                <a:ea typeface="Times New Roman"/>
                <a:cs typeface="Times New Roman"/>
                <a:sym typeface="Times New Roman"/>
              </a:rPr>
              <a:t>-  RelagiousKeywords</a:t>
            </a:r>
            <a:endParaRPr b="0" i="0" sz="22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g38e779b961b_0_47"/>
          <p:cNvSpPr txBox="1"/>
          <p:nvPr>
            <p:ph type="title"/>
          </p:nvPr>
        </p:nvSpPr>
        <p:spPr>
          <a:xfrm>
            <a:off x="0" y="0"/>
            <a:ext cx="12192000" cy="7395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3700"/>
              <a:buNone/>
            </a:pPr>
            <a:r>
              <a:rPr lang="en-US" sz="4000">
                <a:solidFill>
                  <a:schemeClr val="lt1"/>
                </a:solidFill>
                <a:latin typeface="Gill Sans"/>
                <a:ea typeface="Gill Sans"/>
                <a:cs typeface="Gill Sans"/>
                <a:sym typeface="Gill Sans"/>
              </a:rPr>
              <a:t>Brute-force attack</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p:txBody>
      </p:sp>
      <p:sp>
        <p:nvSpPr>
          <p:cNvPr id="296" name="Google Shape;296;g38e779b961b_0_47"/>
          <p:cNvSpPr txBox="1"/>
          <p:nvPr/>
        </p:nvSpPr>
        <p:spPr>
          <a:xfrm>
            <a:off x="5547550" y="3811975"/>
            <a:ext cx="6345000" cy="431100"/>
          </a:xfrm>
          <a:prstGeom prst="rect">
            <a:avLst/>
          </a:prstGeom>
          <a:noFill/>
          <a:ln>
            <a:noFill/>
          </a:ln>
        </p:spPr>
        <p:txBody>
          <a:bodyPr anchorCtr="0" anchor="t" bIns="91425" lIns="91425" spcFirstLastPara="1" rIns="91425" wrap="square" tIns="91425">
            <a:spAutoFit/>
          </a:bodyPr>
          <a:lstStyle/>
          <a:p>
            <a:pPr indent="0" lvl="0" marL="45720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297" name="Google Shape;297;g38e779b961b_0_47"/>
          <p:cNvSpPr txBox="1"/>
          <p:nvPr/>
        </p:nvSpPr>
        <p:spPr>
          <a:xfrm>
            <a:off x="290275" y="1397000"/>
            <a:ext cx="6204900" cy="5232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Times New Roman"/>
              <a:ea typeface="Times New Roman"/>
              <a:cs typeface="Times New Roman"/>
              <a:sym typeface="Times New Roman"/>
            </a:endParaRPr>
          </a:p>
        </p:txBody>
      </p:sp>
      <p:sp>
        <p:nvSpPr>
          <p:cNvPr id="298" name="Google Shape;298;g38e779b961b_0_47"/>
          <p:cNvSpPr txBox="1"/>
          <p:nvPr/>
        </p:nvSpPr>
        <p:spPr>
          <a:xfrm>
            <a:off x="506500" y="891425"/>
            <a:ext cx="11325300" cy="1585500"/>
          </a:xfrm>
          <a:prstGeom prst="rect">
            <a:avLst/>
          </a:prstGeom>
          <a:noFill/>
          <a:ln>
            <a:noFill/>
          </a:ln>
        </p:spPr>
        <p:txBody>
          <a:bodyPr anchorCtr="0" anchor="t" bIns="91425" lIns="91425" spcFirstLastPara="1" rIns="91425" wrap="square" tIns="91425">
            <a:spAutoFit/>
          </a:bodyPr>
          <a:lstStyle/>
          <a:p>
            <a:pPr indent="-387350" lvl="0" marL="457200" marR="0" rtl="0" algn="l">
              <a:lnSpc>
                <a:spcPct val="100000"/>
              </a:lnSpc>
              <a:spcBef>
                <a:spcPts val="1000"/>
              </a:spcBef>
              <a:spcAft>
                <a:spcPts val="0"/>
              </a:spcAft>
              <a:buClr>
                <a:schemeClr val="accent3"/>
              </a:buClr>
              <a:buSzPts val="2500"/>
              <a:buFont typeface="Times New Roman"/>
              <a:buChar char="■"/>
            </a:pPr>
            <a:r>
              <a:rPr b="0" i="0" lang="en-US" sz="2200" u="none" cap="none" strike="noStrike">
                <a:solidFill>
                  <a:srgbClr val="000000"/>
                </a:solidFill>
                <a:latin typeface="Times New Roman"/>
                <a:ea typeface="Times New Roman"/>
                <a:cs typeface="Times New Roman"/>
                <a:sym typeface="Times New Roman"/>
              </a:rPr>
              <a:t>A brute-force attack is a type of password attack where hackers make numerous hit-or-miss attempts to gain access. It is a simple attack and often involves automated methods, such as software, for trying multiple letter-number variations.</a:t>
            </a:r>
            <a:endParaRPr b="0" i="0" sz="22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Times New Roman"/>
              <a:ea typeface="Times New Roman"/>
              <a:cs typeface="Times New Roman"/>
              <a:sym typeface="Times New Roman"/>
            </a:endParaRPr>
          </a:p>
        </p:txBody>
      </p:sp>
      <p:pic>
        <p:nvPicPr>
          <p:cNvPr id="299" name="Google Shape;299;g38e779b961b_0_47"/>
          <p:cNvPicPr preferRelativeResize="0"/>
          <p:nvPr/>
        </p:nvPicPr>
        <p:blipFill rotWithShape="1">
          <a:blip r:embed="rId3">
            <a:alphaModFix/>
          </a:blip>
          <a:srcRect b="0" l="0" r="0" t="0"/>
          <a:stretch/>
        </p:blipFill>
        <p:spPr>
          <a:xfrm>
            <a:off x="6118650" y="2628850"/>
            <a:ext cx="5936024" cy="2855975"/>
          </a:xfrm>
          <a:prstGeom prst="rect">
            <a:avLst/>
          </a:prstGeom>
          <a:noFill/>
          <a:ln>
            <a:noFill/>
          </a:ln>
        </p:spPr>
      </p:pic>
      <p:sp>
        <p:nvSpPr>
          <p:cNvPr id="300" name="Google Shape;300;g38e779b961b_0_47"/>
          <p:cNvSpPr txBox="1"/>
          <p:nvPr/>
        </p:nvSpPr>
        <p:spPr>
          <a:xfrm>
            <a:off x="506500" y="2411275"/>
            <a:ext cx="5470200" cy="3617100"/>
          </a:xfrm>
          <a:prstGeom prst="rect">
            <a:avLst/>
          </a:prstGeom>
          <a:noFill/>
          <a:ln>
            <a:noFill/>
          </a:ln>
        </p:spPr>
        <p:txBody>
          <a:bodyPr anchorCtr="0" anchor="t" bIns="91425" lIns="91425" spcFirstLastPara="1" rIns="91425" wrap="square" tIns="91425">
            <a:spAutoFit/>
          </a:bodyPr>
          <a:lstStyle/>
          <a:p>
            <a:pPr indent="-387350" lvl="0" marL="457200" marR="0" rtl="0" algn="just">
              <a:lnSpc>
                <a:spcPct val="100000"/>
              </a:lnSpc>
              <a:spcBef>
                <a:spcPts val="0"/>
              </a:spcBef>
              <a:spcAft>
                <a:spcPts val="0"/>
              </a:spcAft>
              <a:buClr>
                <a:schemeClr val="accent3"/>
              </a:buClr>
              <a:buSzPts val="2500"/>
              <a:buFont typeface="Times New Roman"/>
              <a:buChar char="■"/>
            </a:pPr>
            <a:r>
              <a:rPr b="0" i="0" lang="en-US" sz="2200" u="none" cap="none" strike="noStrike">
                <a:solidFill>
                  <a:srgbClr val="000000"/>
                </a:solidFill>
                <a:latin typeface="Times New Roman"/>
                <a:ea typeface="Times New Roman"/>
                <a:cs typeface="Times New Roman"/>
                <a:sym typeface="Times New Roman"/>
              </a:rPr>
              <a:t>Employing an extensive number of possibilities takes a long time, so attackers must look for efficiencies. To generate a list of potential combinations, they often start with easy choices, such as common or short passwords. If they know the password requirements for a specific provider (such as the minimum number of characters accepted), the attackers will apply those criteria as well</a:t>
            </a:r>
            <a:endParaRPr b="0" i="0" sz="22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g38e779b961b_0_57"/>
          <p:cNvSpPr txBox="1"/>
          <p:nvPr/>
        </p:nvSpPr>
        <p:spPr>
          <a:xfrm>
            <a:off x="290275" y="1397000"/>
            <a:ext cx="6204900" cy="5232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Times New Roman"/>
              <a:ea typeface="Times New Roman"/>
              <a:cs typeface="Times New Roman"/>
              <a:sym typeface="Times New Roman"/>
            </a:endParaRPr>
          </a:p>
        </p:txBody>
      </p:sp>
      <p:pic>
        <p:nvPicPr>
          <p:cNvPr id="306" name="Google Shape;306;g38e779b961b_0_57"/>
          <p:cNvPicPr preferRelativeResize="0"/>
          <p:nvPr/>
        </p:nvPicPr>
        <p:blipFill rotWithShape="1">
          <a:blip r:embed="rId3">
            <a:alphaModFix/>
          </a:blip>
          <a:srcRect b="12441" l="0" r="0" t="0"/>
          <a:stretch/>
        </p:blipFill>
        <p:spPr>
          <a:xfrm>
            <a:off x="962350" y="145375"/>
            <a:ext cx="10595973" cy="631912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g38e779b961b_0_66"/>
          <p:cNvSpPr txBox="1"/>
          <p:nvPr>
            <p:ph type="title"/>
          </p:nvPr>
        </p:nvSpPr>
        <p:spPr>
          <a:xfrm>
            <a:off x="0" y="0"/>
            <a:ext cx="12192000" cy="7395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3700"/>
              <a:buNone/>
            </a:pPr>
            <a:r>
              <a:rPr lang="en-US" sz="4000">
                <a:solidFill>
                  <a:schemeClr val="lt1"/>
                </a:solidFill>
                <a:latin typeface="Gill Sans"/>
                <a:ea typeface="Gill Sans"/>
                <a:cs typeface="Gill Sans"/>
                <a:sym typeface="Gill Sans"/>
              </a:rPr>
              <a:t>Dictionary attack</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p:txBody>
      </p:sp>
      <p:sp>
        <p:nvSpPr>
          <p:cNvPr id="312" name="Google Shape;312;g38e779b961b_0_66"/>
          <p:cNvSpPr txBox="1"/>
          <p:nvPr/>
        </p:nvSpPr>
        <p:spPr>
          <a:xfrm>
            <a:off x="290275" y="1397000"/>
            <a:ext cx="6204900" cy="5232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Times New Roman"/>
              <a:ea typeface="Times New Roman"/>
              <a:cs typeface="Times New Roman"/>
              <a:sym typeface="Times New Roman"/>
            </a:endParaRPr>
          </a:p>
        </p:txBody>
      </p:sp>
      <p:sp>
        <p:nvSpPr>
          <p:cNvPr id="313" name="Google Shape;313;g38e779b961b_0_66"/>
          <p:cNvSpPr txBox="1"/>
          <p:nvPr/>
        </p:nvSpPr>
        <p:spPr>
          <a:xfrm>
            <a:off x="506500" y="891425"/>
            <a:ext cx="11325300" cy="1246800"/>
          </a:xfrm>
          <a:prstGeom prst="rect">
            <a:avLst/>
          </a:prstGeom>
          <a:noFill/>
          <a:ln>
            <a:noFill/>
          </a:ln>
        </p:spPr>
        <p:txBody>
          <a:bodyPr anchorCtr="0" anchor="t" bIns="91425" lIns="91425" spcFirstLastPara="1" rIns="91425" wrap="square" tIns="91425">
            <a:spAutoFit/>
          </a:bodyPr>
          <a:lstStyle/>
          <a:p>
            <a:pPr indent="-387350" lvl="0" marL="457200" marR="0" rtl="0" algn="l">
              <a:lnSpc>
                <a:spcPct val="100000"/>
              </a:lnSpc>
              <a:spcBef>
                <a:spcPts val="1000"/>
              </a:spcBef>
              <a:spcAft>
                <a:spcPts val="0"/>
              </a:spcAft>
              <a:buClr>
                <a:schemeClr val="accent3"/>
              </a:buClr>
              <a:buSzPts val="2500"/>
              <a:buFont typeface="Times New Roman"/>
              <a:buChar char="■"/>
            </a:pPr>
            <a:r>
              <a:rPr b="0" i="0" lang="en-US" sz="2200" u="none" cap="none" strike="noStrike">
                <a:solidFill>
                  <a:srgbClr val="000000"/>
                </a:solidFill>
                <a:latin typeface="Times New Roman"/>
                <a:ea typeface="Times New Roman"/>
                <a:cs typeface="Times New Roman"/>
                <a:sym typeface="Times New Roman"/>
              </a:rPr>
              <a:t>A type of brute-force password attack, a dictionary attack is based on a list of commonly used words and phrases, as well as often-used passwords. To avoid having to crack a long list of possible passwords, attackers narrow down the list to what's known as dictionary words.</a:t>
            </a:r>
            <a:endParaRPr b="0" i="0" sz="2200" u="none" cap="none" strike="noStrike">
              <a:solidFill>
                <a:srgbClr val="000000"/>
              </a:solidFill>
              <a:latin typeface="Times New Roman"/>
              <a:ea typeface="Times New Roman"/>
              <a:cs typeface="Times New Roman"/>
              <a:sym typeface="Times New Roman"/>
            </a:endParaRPr>
          </a:p>
        </p:txBody>
      </p:sp>
      <p:sp>
        <p:nvSpPr>
          <p:cNvPr id="314" name="Google Shape;314;g38e779b961b_0_66"/>
          <p:cNvSpPr txBox="1"/>
          <p:nvPr/>
        </p:nvSpPr>
        <p:spPr>
          <a:xfrm>
            <a:off x="506500" y="2411275"/>
            <a:ext cx="5470200" cy="3278700"/>
          </a:xfrm>
          <a:prstGeom prst="rect">
            <a:avLst/>
          </a:prstGeom>
          <a:noFill/>
          <a:ln>
            <a:noFill/>
          </a:ln>
        </p:spPr>
        <p:txBody>
          <a:bodyPr anchorCtr="0" anchor="t" bIns="91425" lIns="91425" spcFirstLastPara="1" rIns="91425" wrap="square" tIns="91425">
            <a:spAutoFit/>
          </a:bodyPr>
          <a:lstStyle/>
          <a:p>
            <a:pPr indent="-387350" lvl="0" marL="457200" marR="0" rtl="0" algn="just">
              <a:lnSpc>
                <a:spcPct val="100000"/>
              </a:lnSpc>
              <a:spcBef>
                <a:spcPts val="0"/>
              </a:spcBef>
              <a:spcAft>
                <a:spcPts val="0"/>
              </a:spcAft>
              <a:buClr>
                <a:schemeClr val="accent3"/>
              </a:buClr>
              <a:buSzPts val="2500"/>
              <a:buFont typeface="Times New Roman"/>
              <a:buChar char="■"/>
            </a:pPr>
            <a:r>
              <a:rPr b="0" i="0" lang="en-US" sz="2200" u="none" cap="none" strike="noStrike">
                <a:solidFill>
                  <a:srgbClr val="000000"/>
                </a:solidFill>
                <a:latin typeface="Times New Roman"/>
                <a:ea typeface="Times New Roman"/>
                <a:cs typeface="Times New Roman"/>
                <a:sym typeface="Times New Roman"/>
              </a:rPr>
              <a:t>Those words are not limited to actual words in the dictionary. They could also include popular names of pets, movie characters, and people. Hackers will also utilize variations by appending letters with numbers and special characters (e.g., substituting the letter O with the number 0).</a:t>
            </a:r>
            <a:endParaRPr b="0" i="0" sz="2200" u="none" cap="none" strike="noStrike">
              <a:solidFill>
                <a:srgbClr val="000000"/>
              </a:solidFill>
              <a:latin typeface="Times New Roman"/>
              <a:ea typeface="Times New Roman"/>
              <a:cs typeface="Times New Roman"/>
              <a:sym typeface="Times New Roman"/>
            </a:endParaRPr>
          </a:p>
          <a:p>
            <a:pPr indent="0" lvl="0" marL="457200" marR="0" rtl="0" algn="just">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Times New Roman"/>
              <a:ea typeface="Times New Roman"/>
              <a:cs typeface="Times New Roman"/>
              <a:sym typeface="Times New Roman"/>
            </a:endParaRPr>
          </a:p>
        </p:txBody>
      </p:sp>
      <p:pic>
        <p:nvPicPr>
          <p:cNvPr id="315" name="Google Shape;315;g38e779b961b_0_66"/>
          <p:cNvPicPr preferRelativeResize="0"/>
          <p:nvPr/>
        </p:nvPicPr>
        <p:blipFill rotWithShape="1">
          <a:blip r:embed="rId3">
            <a:alphaModFix/>
          </a:blip>
          <a:srcRect b="8475" l="6158" r="6733" t="27507"/>
          <a:stretch/>
        </p:blipFill>
        <p:spPr>
          <a:xfrm>
            <a:off x="6655400" y="2411275"/>
            <a:ext cx="4740826" cy="2734751"/>
          </a:xfrm>
          <a:prstGeom prst="rect">
            <a:avLst/>
          </a:prstGeom>
          <a:noFill/>
          <a:ln>
            <a:noFill/>
          </a:ln>
        </p:spPr>
      </p:pic>
      <p:sp>
        <p:nvSpPr>
          <p:cNvPr id="316" name="Google Shape;316;g38e779b961b_0_66"/>
          <p:cNvSpPr txBox="1"/>
          <p:nvPr/>
        </p:nvSpPr>
        <p:spPr>
          <a:xfrm>
            <a:off x="6442675" y="5500575"/>
            <a:ext cx="5584500" cy="585000"/>
          </a:xfrm>
          <a:prstGeom prst="rect">
            <a:avLst/>
          </a:prstGeom>
          <a:noFill/>
          <a:ln cap="flat" cmpd="sng" w="19050">
            <a:solidFill>
              <a:srgbClr val="980000"/>
            </a:solidFill>
            <a:prstDash val="dot"/>
            <a:round/>
            <a:headEnd len="sm" w="sm" type="none"/>
            <a:tailEnd len="sm" w="sm" type="none"/>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000000"/>
                </a:solidFill>
                <a:latin typeface="Arial"/>
                <a:ea typeface="Arial"/>
                <a:cs typeface="Arial"/>
                <a:sym typeface="Arial"/>
              </a:rPr>
              <a:t>It only takes hackers three simple steps to carry out dictionary attacks</a:t>
            </a:r>
            <a:endParaRPr b="1" i="0" sz="13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g38e779b961b_0_123"/>
          <p:cNvSpPr txBox="1"/>
          <p:nvPr>
            <p:ph type="title"/>
          </p:nvPr>
        </p:nvSpPr>
        <p:spPr>
          <a:xfrm>
            <a:off x="0" y="0"/>
            <a:ext cx="12192000" cy="8685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3700"/>
              <a:buNone/>
            </a:pPr>
            <a:r>
              <a:rPr lang="en-US" sz="4000">
                <a:solidFill>
                  <a:schemeClr val="lt1"/>
                </a:solidFill>
                <a:latin typeface="Gill Sans"/>
                <a:ea typeface="Gill Sans"/>
                <a:cs typeface="Gill Sans"/>
                <a:sym typeface="Gill Sans"/>
              </a:rPr>
              <a:t>Preventive Measures Of Password Attacks</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p:txBody>
      </p:sp>
      <p:sp>
        <p:nvSpPr>
          <p:cNvPr id="322" name="Google Shape;322;g38e779b961b_0_123"/>
          <p:cNvSpPr txBox="1"/>
          <p:nvPr/>
        </p:nvSpPr>
        <p:spPr>
          <a:xfrm>
            <a:off x="820525" y="1083875"/>
            <a:ext cx="10973400" cy="3776100"/>
          </a:xfrm>
          <a:prstGeom prst="rect">
            <a:avLst/>
          </a:prstGeom>
          <a:noFill/>
          <a:ln>
            <a:noFill/>
          </a:ln>
        </p:spPr>
        <p:txBody>
          <a:bodyPr anchorCtr="0" anchor="t" bIns="91425" lIns="91425" spcFirstLastPara="1" rIns="91425" wrap="square" tIns="91425">
            <a:spAutoFit/>
          </a:bodyPr>
          <a:lstStyle/>
          <a:p>
            <a:pPr indent="-419100" lvl="0" marL="457200" marR="0" rtl="0" algn="just">
              <a:lnSpc>
                <a:spcPct val="100000"/>
              </a:lnSpc>
              <a:spcBef>
                <a:spcPts val="1000"/>
              </a:spcBef>
              <a:spcAft>
                <a:spcPts val="0"/>
              </a:spcAft>
              <a:buClr>
                <a:schemeClr val="accent3"/>
              </a:buClr>
              <a:buSzPts val="3000"/>
              <a:buFont typeface="Times New Roman"/>
              <a:buChar char="■"/>
            </a:pPr>
            <a:r>
              <a:rPr b="0" i="0" lang="en-US" sz="2200" u="none" cap="none" strike="noStrike">
                <a:solidFill>
                  <a:srgbClr val="000000"/>
                </a:solidFill>
                <a:latin typeface="Times New Roman"/>
                <a:ea typeface="Times New Roman"/>
                <a:cs typeface="Times New Roman"/>
                <a:sym typeface="Times New Roman"/>
              </a:rPr>
              <a:t> Use strong password</a:t>
            </a:r>
            <a:endParaRPr b="0" i="0" sz="2200" u="none" cap="none" strike="noStrike">
              <a:solidFill>
                <a:srgbClr val="000000"/>
              </a:solidFill>
              <a:latin typeface="Times New Roman"/>
              <a:ea typeface="Times New Roman"/>
              <a:cs typeface="Times New Roman"/>
              <a:sym typeface="Times New Roman"/>
            </a:endParaRPr>
          </a:p>
          <a:p>
            <a:pPr indent="-368300" lvl="0" marL="1371600" marR="0" rtl="0" algn="just">
              <a:lnSpc>
                <a:spcPct val="100000"/>
              </a:lnSpc>
              <a:spcBef>
                <a:spcPts val="1000"/>
              </a:spcBef>
              <a:spcAft>
                <a:spcPts val="0"/>
              </a:spcAft>
              <a:buClr>
                <a:srgbClr val="000000"/>
              </a:buClr>
              <a:buSzPts val="2200"/>
              <a:buFont typeface="Times New Roman"/>
              <a:buAutoNum type="romanLcPeriod"/>
            </a:pPr>
            <a:r>
              <a:rPr b="0" i="0" lang="en-US" sz="2200" u="none" cap="none" strike="noStrike">
                <a:solidFill>
                  <a:srgbClr val="000000"/>
                </a:solidFill>
                <a:latin typeface="Times New Roman"/>
                <a:ea typeface="Times New Roman"/>
                <a:cs typeface="Times New Roman"/>
                <a:sym typeface="Times New Roman"/>
              </a:rPr>
              <a:t>least 12 characters long </a:t>
            </a:r>
            <a:endParaRPr b="0" i="0" sz="2200" u="none" cap="none" strike="noStrike">
              <a:solidFill>
                <a:srgbClr val="000000"/>
              </a:solidFill>
              <a:latin typeface="Times New Roman"/>
              <a:ea typeface="Times New Roman"/>
              <a:cs typeface="Times New Roman"/>
              <a:sym typeface="Times New Roman"/>
            </a:endParaRPr>
          </a:p>
          <a:p>
            <a:pPr indent="-368300" lvl="0" marL="1371600" marR="0" rtl="0" algn="just">
              <a:lnSpc>
                <a:spcPct val="100000"/>
              </a:lnSpc>
              <a:spcBef>
                <a:spcPts val="0"/>
              </a:spcBef>
              <a:spcAft>
                <a:spcPts val="0"/>
              </a:spcAft>
              <a:buClr>
                <a:srgbClr val="000000"/>
              </a:buClr>
              <a:buSzPts val="2200"/>
              <a:buFont typeface="Times New Roman"/>
              <a:buAutoNum type="romanLcPeriod"/>
            </a:pPr>
            <a:r>
              <a:rPr b="0" i="0" lang="en-US" sz="2200" u="none" cap="none" strike="noStrike">
                <a:solidFill>
                  <a:srgbClr val="000000"/>
                </a:solidFill>
                <a:latin typeface="Times New Roman"/>
                <a:ea typeface="Times New Roman"/>
                <a:cs typeface="Times New Roman"/>
                <a:sym typeface="Times New Roman"/>
              </a:rPr>
              <a:t>!, @, #, $, %, etc.). mixing different types of characters</a:t>
            </a:r>
            <a:endParaRPr b="0" i="0" sz="2200" u="none" cap="none" strike="noStrike">
              <a:solidFill>
                <a:srgbClr val="000000"/>
              </a:solidFill>
              <a:latin typeface="Times New Roman"/>
              <a:ea typeface="Times New Roman"/>
              <a:cs typeface="Times New Roman"/>
              <a:sym typeface="Times New Roman"/>
            </a:endParaRPr>
          </a:p>
          <a:p>
            <a:pPr indent="-368300" lvl="0" marL="1371600" marR="0" rtl="0" algn="just">
              <a:lnSpc>
                <a:spcPct val="100000"/>
              </a:lnSpc>
              <a:spcBef>
                <a:spcPts val="0"/>
              </a:spcBef>
              <a:spcAft>
                <a:spcPts val="0"/>
              </a:spcAft>
              <a:buClr>
                <a:srgbClr val="000000"/>
              </a:buClr>
              <a:buSzPts val="2200"/>
              <a:buFont typeface="Times New Roman"/>
              <a:buAutoNum type="romanLcPeriod"/>
            </a:pPr>
            <a:r>
              <a:rPr b="0" i="0" lang="en-US" sz="2200" u="none" cap="none" strike="noStrike">
                <a:solidFill>
                  <a:srgbClr val="000000"/>
                </a:solidFill>
                <a:latin typeface="Times New Roman"/>
                <a:ea typeface="Times New Roman"/>
                <a:cs typeface="Times New Roman"/>
                <a:sym typeface="Times New Roman"/>
              </a:rPr>
              <a:t>Avoid personal information . e.g., Name, birthday.</a:t>
            </a:r>
            <a:endParaRPr b="0" i="0" sz="2200" u="none" cap="none" strike="noStrike">
              <a:solidFill>
                <a:srgbClr val="000000"/>
              </a:solidFill>
              <a:latin typeface="Times New Roman"/>
              <a:ea typeface="Times New Roman"/>
              <a:cs typeface="Times New Roman"/>
              <a:sym typeface="Times New Roman"/>
            </a:endParaRPr>
          </a:p>
          <a:p>
            <a:pPr indent="-368300" lvl="0" marL="1371600" marR="0" rtl="0" algn="just">
              <a:lnSpc>
                <a:spcPct val="100000"/>
              </a:lnSpc>
              <a:spcBef>
                <a:spcPts val="0"/>
              </a:spcBef>
              <a:spcAft>
                <a:spcPts val="0"/>
              </a:spcAft>
              <a:buClr>
                <a:srgbClr val="000000"/>
              </a:buClr>
              <a:buSzPts val="2200"/>
              <a:buFont typeface="Times New Roman"/>
              <a:buAutoNum type="romanLcPeriod"/>
            </a:pPr>
            <a:r>
              <a:rPr b="0" i="0" lang="en-US" sz="2200" u="none" cap="none" strike="noStrike">
                <a:solidFill>
                  <a:srgbClr val="000000"/>
                </a:solidFill>
                <a:latin typeface="Times New Roman"/>
                <a:ea typeface="Times New Roman"/>
                <a:cs typeface="Times New Roman"/>
                <a:sym typeface="Times New Roman"/>
              </a:rPr>
              <a:t>Avoid common patterns. e.g., 123456 or abcdefg</a:t>
            </a:r>
            <a:endParaRPr b="0" i="0" sz="2200" u="none" cap="none" strike="noStrike">
              <a:solidFill>
                <a:srgbClr val="000000"/>
              </a:solidFill>
              <a:latin typeface="Times New Roman"/>
              <a:ea typeface="Times New Roman"/>
              <a:cs typeface="Times New Roman"/>
              <a:sym typeface="Times New Roman"/>
            </a:endParaRPr>
          </a:p>
          <a:p>
            <a:pPr indent="-419100" lvl="0" marL="457200" marR="0" rtl="0" algn="just">
              <a:lnSpc>
                <a:spcPct val="100000"/>
              </a:lnSpc>
              <a:spcBef>
                <a:spcPts val="1000"/>
              </a:spcBef>
              <a:spcAft>
                <a:spcPts val="0"/>
              </a:spcAft>
              <a:buClr>
                <a:schemeClr val="accent3"/>
              </a:buClr>
              <a:buSzPts val="3000"/>
              <a:buFont typeface="Times New Roman"/>
              <a:buChar char="■"/>
            </a:pPr>
            <a:r>
              <a:rPr b="0" i="0" lang="en-US" sz="2200" u="none" cap="none" strike="noStrike">
                <a:solidFill>
                  <a:srgbClr val="000000"/>
                </a:solidFill>
                <a:latin typeface="Times New Roman"/>
                <a:ea typeface="Times New Roman"/>
                <a:cs typeface="Times New Roman"/>
                <a:sym typeface="Times New Roman"/>
              </a:rPr>
              <a:t>Use password manager </a:t>
            </a:r>
            <a:endParaRPr b="0" i="0" sz="2200" u="none" cap="none" strike="noStrike">
              <a:solidFill>
                <a:srgbClr val="000000"/>
              </a:solidFill>
              <a:latin typeface="Times New Roman"/>
              <a:ea typeface="Times New Roman"/>
              <a:cs typeface="Times New Roman"/>
              <a:sym typeface="Times New Roman"/>
            </a:endParaRPr>
          </a:p>
          <a:p>
            <a:pPr indent="-419100" lvl="0" marL="457200" marR="0" rtl="0" algn="just">
              <a:lnSpc>
                <a:spcPct val="100000"/>
              </a:lnSpc>
              <a:spcBef>
                <a:spcPts val="1000"/>
              </a:spcBef>
              <a:spcAft>
                <a:spcPts val="0"/>
              </a:spcAft>
              <a:buClr>
                <a:schemeClr val="accent3"/>
              </a:buClr>
              <a:buSzPts val="3000"/>
              <a:buFont typeface="Times New Roman"/>
              <a:buChar char="■"/>
            </a:pPr>
            <a:r>
              <a:rPr b="0" i="0" lang="en-US" sz="2200" u="none" cap="none" strike="noStrike">
                <a:solidFill>
                  <a:srgbClr val="000000"/>
                </a:solidFill>
                <a:latin typeface="Times New Roman"/>
                <a:ea typeface="Times New Roman"/>
                <a:cs typeface="Times New Roman"/>
                <a:sym typeface="Times New Roman"/>
              </a:rPr>
              <a:t>Regularly change passwords</a:t>
            </a:r>
            <a:endParaRPr b="0" i="0" sz="2200" u="none" cap="none" strike="noStrike">
              <a:solidFill>
                <a:srgbClr val="000000"/>
              </a:solidFill>
              <a:latin typeface="Times New Roman"/>
              <a:ea typeface="Times New Roman"/>
              <a:cs typeface="Times New Roman"/>
              <a:sym typeface="Times New Roman"/>
            </a:endParaRPr>
          </a:p>
          <a:p>
            <a:pPr indent="0" lvl="0" marL="457200" marR="0" rtl="0" algn="just">
              <a:lnSpc>
                <a:spcPct val="100000"/>
              </a:lnSpc>
              <a:spcBef>
                <a:spcPts val="1000"/>
              </a:spcBef>
              <a:spcAft>
                <a:spcPts val="1000"/>
              </a:spcAft>
              <a:buClr>
                <a:srgbClr val="000000"/>
              </a:buClr>
              <a:buSzPts val="2200"/>
              <a:buFont typeface="Arial"/>
              <a:buNone/>
            </a:pPr>
            <a:r>
              <a:t/>
            </a:r>
            <a:endParaRPr b="0" i="0" sz="22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g38e779b961b_0_114"/>
          <p:cNvSpPr txBox="1"/>
          <p:nvPr>
            <p:ph type="title"/>
          </p:nvPr>
        </p:nvSpPr>
        <p:spPr>
          <a:xfrm>
            <a:off x="0" y="0"/>
            <a:ext cx="12192000" cy="7395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3700"/>
              <a:buNone/>
            </a:pPr>
            <a:r>
              <a:rPr lang="en-US" sz="4000">
                <a:solidFill>
                  <a:schemeClr val="lt1"/>
                </a:solidFill>
                <a:latin typeface="Gill Sans"/>
                <a:ea typeface="Gill Sans"/>
                <a:cs typeface="Gill Sans"/>
                <a:sym typeface="Gill Sans"/>
              </a:rPr>
              <a:t>5. Public Wi-Fi Risks</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p:txBody>
      </p:sp>
      <p:sp>
        <p:nvSpPr>
          <p:cNvPr id="328" name="Google Shape;328;g38e779b961b_0_114"/>
          <p:cNvSpPr txBox="1"/>
          <p:nvPr/>
        </p:nvSpPr>
        <p:spPr>
          <a:xfrm>
            <a:off x="290275" y="1397000"/>
            <a:ext cx="6204900" cy="5232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Times New Roman"/>
              <a:ea typeface="Times New Roman"/>
              <a:cs typeface="Times New Roman"/>
              <a:sym typeface="Times New Roman"/>
            </a:endParaRPr>
          </a:p>
        </p:txBody>
      </p:sp>
      <p:sp>
        <p:nvSpPr>
          <p:cNvPr id="329" name="Google Shape;329;g38e779b961b_0_114"/>
          <p:cNvSpPr txBox="1"/>
          <p:nvPr/>
        </p:nvSpPr>
        <p:spPr>
          <a:xfrm>
            <a:off x="506500" y="891425"/>
            <a:ext cx="11325300" cy="908100"/>
          </a:xfrm>
          <a:prstGeom prst="rect">
            <a:avLst/>
          </a:prstGeom>
          <a:noFill/>
          <a:ln>
            <a:noFill/>
          </a:ln>
        </p:spPr>
        <p:txBody>
          <a:bodyPr anchorCtr="0" anchor="t" bIns="91425" lIns="91425" spcFirstLastPara="1" rIns="91425" wrap="square" tIns="91425">
            <a:spAutoFit/>
          </a:bodyPr>
          <a:lstStyle/>
          <a:p>
            <a:pPr indent="-387350" lvl="0" marL="457200" marR="0" rtl="0" algn="l">
              <a:lnSpc>
                <a:spcPct val="100000"/>
              </a:lnSpc>
              <a:spcBef>
                <a:spcPts val="1000"/>
              </a:spcBef>
              <a:spcAft>
                <a:spcPts val="0"/>
              </a:spcAft>
              <a:buClr>
                <a:schemeClr val="accent3"/>
              </a:buClr>
              <a:buSzPts val="2500"/>
              <a:buFont typeface="Times New Roman"/>
              <a:buChar char="■"/>
            </a:pPr>
            <a:r>
              <a:rPr b="0" i="0" lang="en-US" sz="2200" u="none" cap="none" strike="noStrike">
                <a:solidFill>
                  <a:srgbClr val="000000"/>
                </a:solidFill>
                <a:latin typeface="Times New Roman"/>
                <a:ea typeface="Times New Roman"/>
                <a:cs typeface="Times New Roman"/>
                <a:sym typeface="Times New Roman"/>
              </a:rPr>
              <a:t>Unsecured public Wi-Fi networks expose users to potential data interception and man-in-the-middle attacks, where attackers intercept communication between two parties.</a:t>
            </a:r>
            <a:endParaRPr b="0" i="0" sz="2200" u="none" cap="none" strike="noStrike">
              <a:solidFill>
                <a:srgbClr val="000000"/>
              </a:solidFill>
              <a:latin typeface="Times New Roman"/>
              <a:ea typeface="Times New Roman"/>
              <a:cs typeface="Times New Roman"/>
              <a:sym typeface="Times New Roman"/>
            </a:endParaRPr>
          </a:p>
        </p:txBody>
      </p:sp>
      <p:pic>
        <p:nvPicPr>
          <p:cNvPr id="330" name="Google Shape;330;g38e779b961b_0_114"/>
          <p:cNvPicPr preferRelativeResize="0"/>
          <p:nvPr/>
        </p:nvPicPr>
        <p:blipFill rotWithShape="1">
          <a:blip r:embed="rId3">
            <a:alphaModFix/>
          </a:blip>
          <a:srcRect b="0" l="0" r="0" t="0"/>
          <a:stretch/>
        </p:blipFill>
        <p:spPr>
          <a:xfrm>
            <a:off x="8943800" y="2746450"/>
            <a:ext cx="2948775" cy="2192125"/>
          </a:xfrm>
          <a:prstGeom prst="rect">
            <a:avLst/>
          </a:prstGeom>
          <a:noFill/>
          <a:ln>
            <a:noFill/>
          </a:ln>
        </p:spPr>
      </p:pic>
      <p:pic>
        <p:nvPicPr>
          <p:cNvPr id="331" name="Google Shape;331;g38e779b961b_0_114"/>
          <p:cNvPicPr preferRelativeResize="0"/>
          <p:nvPr/>
        </p:nvPicPr>
        <p:blipFill rotWithShape="1">
          <a:blip r:embed="rId4">
            <a:alphaModFix/>
          </a:blip>
          <a:srcRect b="0" l="0" r="0" t="0"/>
          <a:stretch/>
        </p:blipFill>
        <p:spPr>
          <a:xfrm>
            <a:off x="2399637" y="2072600"/>
            <a:ext cx="5754337" cy="4163617"/>
          </a:xfrm>
          <a:prstGeom prst="rect">
            <a:avLst/>
          </a:prstGeom>
          <a:noFill/>
          <a:ln>
            <a:noFill/>
          </a:ln>
        </p:spPr>
      </p:pic>
      <p:sp>
        <p:nvSpPr>
          <p:cNvPr id="332" name="Google Shape;332;g38e779b961b_0_114"/>
          <p:cNvSpPr txBox="1"/>
          <p:nvPr/>
        </p:nvSpPr>
        <p:spPr>
          <a:xfrm>
            <a:off x="3574900" y="6236225"/>
            <a:ext cx="3403800" cy="477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900"/>
              <a:buFont typeface="Arial"/>
              <a:buNone/>
            </a:pPr>
            <a:r>
              <a:rPr b="1" i="0" lang="en-US" sz="1900" u="none" cap="none" strike="noStrike">
                <a:solidFill>
                  <a:srgbClr val="980000"/>
                </a:solidFill>
                <a:latin typeface="Arial"/>
                <a:ea typeface="Arial"/>
                <a:cs typeface="Arial"/>
                <a:sym typeface="Arial"/>
              </a:rPr>
              <a:t>Risks of public wifi usage</a:t>
            </a:r>
            <a:endParaRPr b="1" i="0" sz="1900" u="none" cap="none" strike="noStrike">
              <a:solidFill>
                <a:srgbClr val="98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g38e779b961b_0_133"/>
          <p:cNvSpPr txBox="1"/>
          <p:nvPr>
            <p:ph type="title"/>
          </p:nvPr>
        </p:nvSpPr>
        <p:spPr>
          <a:xfrm>
            <a:off x="0" y="0"/>
            <a:ext cx="12192000" cy="7395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3700"/>
              <a:buNone/>
            </a:pPr>
            <a:r>
              <a:rPr lang="en-US" sz="4000">
                <a:solidFill>
                  <a:schemeClr val="lt1"/>
                </a:solidFill>
                <a:latin typeface="Gill Sans"/>
                <a:ea typeface="Gill Sans"/>
                <a:cs typeface="Gill Sans"/>
                <a:sym typeface="Gill Sans"/>
              </a:rPr>
              <a:t>Public Wi-Fi Risks</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p:txBody>
      </p:sp>
      <p:sp>
        <p:nvSpPr>
          <p:cNvPr id="338" name="Google Shape;338;g38e779b961b_0_133"/>
          <p:cNvSpPr txBox="1"/>
          <p:nvPr/>
        </p:nvSpPr>
        <p:spPr>
          <a:xfrm>
            <a:off x="370800" y="1184150"/>
            <a:ext cx="11450400" cy="12006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Times New Roman"/>
                <a:ea typeface="Times New Roman"/>
                <a:cs typeface="Times New Roman"/>
                <a:sym typeface="Times New Roman"/>
              </a:rPr>
              <a:t>A </a:t>
            </a:r>
            <a:r>
              <a:rPr b="1" i="0" lang="en-US" sz="2200" u="none" cap="none" strike="noStrike">
                <a:solidFill>
                  <a:srgbClr val="980000"/>
                </a:solidFill>
                <a:latin typeface="Times New Roman"/>
                <a:ea typeface="Times New Roman"/>
                <a:cs typeface="Times New Roman"/>
                <a:sym typeface="Times New Roman"/>
              </a:rPr>
              <a:t>Man-in-the-Middle (MITM)</a:t>
            </a:r>
            <a:r>
              <a:rPr b="0" i="0" lang="en-US" sz="2200" u="none" cap="none" strike="noStrike">
                <a:solidFill>
                  <a:srgbClr val="000000"/>
                </a:solidFill>
                <a:latin typeface="Times New Roman"/>
                <a:ea typeface="Times New Roman"/>
                <a:cs typeface="Times New Roman"/>
                <a:sym typeface="Times New Roman"/>
              </a:rPr>
              <a:t> attack is a type of cyberattack where a malicious actor secretly intercepts, alters, or relays communication between two parties (e.g., a client and a server) who believe they are communicating directly with each other.</a:t>
            </a:r>
            <a:endParaRPr b="0" i="0" sz="2200" u="none" cap="none" strike="noStrike">
              <a:solidFill>
                <a:srgbClr val="000000"/>
              </a:solidFill>
              <a:latin typeface="Times New Roman"/>
              <a:ea typeface="Times New Roman"/>
              <a:cs typeface="Times New Roman"/>
              <a:sym typeface="Times New Roman"/>
            </a:endParaRPr>
          </a:p>
        </p:txBody>
      </p:sp>
      <p:pic>
        <p:nvPicPr>
          <p:cNvPr id="339" name="Google Shape;339;g38e779b961b_0_133"/>
          <p:cNvPicPr preferRelativeResize="0"/>
          <p:nvPr/>
        </p:nvPicPr>
        <p:blipFill rotWithShape="1">
          <a:blip r:embed="rId3">
            <a:alphaModFix/>
          </a:blip>
          <a:srcRect b="0" l="0" r="0" t="0"/>
          <a:stretch/>
        </p:blipFill>
        <p:spPr>
          <a:xfrm>
            <a:off x="756725" y="2982925"/>
            <a:ext cx="11196675" cy="21226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g38e779b961b_0_143"/>
          <p:cNvSpPr txBox="1"/>
          <p:nvPr>
            <p:ph type="title"/>
          </p:nvPr>
        </p:nvSpPr>
        <p:spPr>
          <a:xfrm>
            <a:off x="0" y="0"/>
            <a:ext cx="12192000" cy="8685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3700"/>
              <a:buNone/>
            </a:pPr>
            <a:r>
              <a:rPr lang="en-US" sz="4000">
                <a:solidFill>
                  <a:schemeClr val="lt1"/>
                </a:solidFill>
                <a:latin typeface="Gill Sans"/>
                <a:ea typeface="Gill Sans"/>
                <a:cs typeface="Gill Sans"/>
                <a:sym typeface="Gill Sans"/>
              </a:rPr>
              <a:t>Preventive Measures Of Public Wi-Fi Risks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p:txBody>
      </p:sp>
      <p:sp>
        <p:nvSpPr>
          <p:cNvPr id="345" name="Google Shape;345;g38e779b961b_0_143"/>
          <p:cNvSpPr txBox="1"/>
          <p:nvPr/>
        </p:nvSpPr>
        <p:spPr>
          <a:xfrm>
            <a:off x="397950" y="1083875"/>
            <a:ext cx="11396100" cy="3473400"/>
          </a:xfrm>
          <a:prstGeom prst="rect">
            <a:avLst/>
          </a:prstGeom>
          <a:noFill/>
          <a:ln>
            <a:noFill/>
          </a:ln>
        </p:spPr>
        <p:txBody>
          <a:bodyPr anchorCtr="0" anchor="t" bIns="91425" lIns="91425" spcFirstLastPara="1" rIns="91425" wrap="square" tIns="91425">
            <a:spAutoFit/>
          </a:bodyPr>
          <a:lstStyle/>
          <a:p>
            <a:pPr indent="-419100" lvl="0" marL="457200" marR="0" rtl="0" algn="just">
              <a:lnSpc>
                <a:spcPct val="100000"/>
              </a:lnSpc>
              <a:spcBef>
                <a:spcPts val="1000"/>
              </a:spcBef>
              <a:spcAft>
                <a:spcPts val="0"/>
              </a:spcAft>
              <a:buClr>
                <a:schemeClr val="accent3"/>
              </a:buClr>
              <a:buSzPts val="3000"/>
              <a:buFont typeface="Times New Roman"/>
              <a:buChar char="■"/>
            </a:pPr>
            <a:r>
              <a:rPr b="0" i="0" lang="en-US" sz="2200" u="none" cap="none" strike="noStrike">
                <a:solidFill>
                  <a:srgbClr val="000000"/>
                </a:solidFill>
                <a:latin typeface="Times New Roman"/>
                <a:ea typeface="Times New Roman"/>
                <a:cs typeface="Times New Roman"/>
                <a:sym typeface="Times New Roman"/>
              </a:rPr>
              <a:t>Use secure and encrypted connections (HTTPS) whenever possible</a:t>
            </a:r>
            <a:endParaRPr b="0" i="0" sz="2200" u="none" cap="none" strike="noStrike">
              <a:solidFill>
                <a:srgbClr val="000000"/>
              </a:solidFill>
              <a:latin typeface="Times New Roman"/>
              <a:ea typeface="Times New Roman"/>
              <a:cs typeface="Times New Roman"/>
              <a:sym typeface="Times New Roman"/>
            </a:endParaRPr>
          </a:p>
          <a:p>
            <a:pPr indent="-419100" lvl="0" marL="457200" marR="0" rtl="0" algn="just">
              <a:lnSpc>
                <a:spcPct val="100000"/>
              </a:lnSpc>
              <a:spcBef>
                <a:spcPts val="1000"/>
              </a:spcBef>
              <a:spcAft>
                <a:spcPts val="0"/>
              </a:spcAft>
              <a:buClr>
                <a:schemeClr val="accent3"/>
              </a:buClr>
              <a:buSzPts val="3000"/>
              <a:buFont typeface="Times New Roman"/>
              <a:buChar char="■"/>
            </a:pPr>
            <a:r>
              <a:rPr b="0" i="0" lang="en-US" sz="2200" u="none" cap="none" strike="noStrike">
                <a:solidFill>
                  <a:srgbClr val="000000"/>
                </a:solidFill>
                <a:latin typeface="Times New Roman"/>
                <a:ea typeface="Times New Roman"/>
                <a:cs typeface="Times New Roman"/>
                <a:sym typeface="Times New Roman"/>
              </a:rPr>
              <a:t>Avoid connecting to unsecured or public Wi-Fi networks</a:t>
            </a:r>
            <a:endParaRPr b="0" i="0" sz="2200" u="none" cap="none" strike="noStrike">
              <a:solidFill>
                <a:srgbClr val="000000"/>
              </a:solidFill>
              <a:latin typeface="Times New Roman"/>
              <a:ea typeface="Times New Roman"/>
              <a:cs typeface="Times New Roman"/>
              <a:sym typeface="Times New Roman"/>
            </a:endParaRPr>
          </a:p>
          <a:p>
            <a:pPr indent="-419100" lvl="0" marL="457200" marR="0" rtl="0" algn="just">
              <a:lnSpc>
                <a:spcPct val="100000"/>
              </a:lnSpc>
              <a:spcBef>
                <a:spcPts val="1000"/>
              </a:spcBef>
              <a:spcAft>
                <a:spcPts val="0"/>
              </a:spcAft>
              <a:buClr>
                <a:schemeClr val="accent3"/>
              </a:buClr>
              <a:buSzPts val="3000"/>
              <a:buFont typeface="Times New Roman"/>
              <a:buChar char="■"/>
            </a:pPr>
            <a:r>
              <a:rPr b="0" i="0" lang="en-US" sz="2200" u="none" cap="none" strike="noStrike">
                <a:solidFill>
                  <a:srgbClr val="000000"/>
                </a:solidFill>
                <a:latin typeface="Times New Roman"/>
                <a:ea typeface="Times New Roman"/>
                <a:cs typeface="Times New Roman"/>
                <a:sym typeface="Times New Roman"/>
              </a:rPr>
              <a:t>Verify the authenticity of websites and digital certificates</a:t>
            </a:r>
            <a:endParaRPr b="0" i="0" sz="2200" u="none" cap="none" strike="noStrike">
              <a:solidFill>
                <a:srgbClr val="000000"/>
              </a:solidFill>
              <a:latin typeface="Times New Roman"/>
              <a:ea typeface="Times New Roman"/>
              <a:cs typeface="Times New Roman"/>
              <a:sym typeface="Times New Roman"/>
            </a:endParaRPr>
          </a:p>
          <a:p>
            <a:pPr indent="-419100" lvl="0" marL="457200" marR="0" rtl="0" algn="just">
              <a:lnSpc>
                <a:spcPct val="100000"/>
              </a:lnSpc>
              <a:spcBef>
                <a:spcPts val="1000"/>
              </a:spcBef>
              <a:spcAft>
                <a:spcPts val="0"/>
              </a:spcAft>
              <a:buClr>
                <a:schemeClr val="accent3"/>
              </a:buClr>
              <a:buSzPts val="3000"/>
              <a:buFont typeface="Times New Roman"/>
              <a:buChar char="■"/>
            </a:pPr>
            <a:r>
              <a:rPr b="0" i="0" lang="en-US" sz="2200" u="none" cap="none" strike="noStrike">
                <a:solidFill>
                  <a:srgbClr val="000000"/>
                </a:solidFill>
                <a:latin typeface="Times New Roman"/>
                <a:ea typeface="Times New Roman"/>
                <a:cs typeface="Times New Roman"/>
                <a:sym typeface="Times New Roman"/>
              </a:rPr>
              <a:t>Use VPN (Virtual Private Network) for added security</a:t>
            </a:r>
            <a:endParaRPr b="0" i="0" sz="2200" u="none" cap="none" strike="noStrike">
              <a:solidFill>
                <a:srgbClr val="000000"/>
              </a:solidFill>
              <a:latin typeface="Times New Roman"/>
              <a:ea typeface="Times New Roman"/>
              <a:cs typeface="Times New Roman"/>
              <a:sym typeface="Times New Roman"/>
            </a:endParaRPr>
          </a:p>
          <a:p>
            <a:pPr indent="-419100" lvl="0" marL="457200" marR="0" rtl="0" algn="just">
              <a:lnSpc>
                <a:spcPct val="100000"/>
              </a:lnSpc>
              <a:spcBef>
                <a:spcPts val="1000"/>
              </a:spcBef>
              <a:spcAft>
                <a:spcPts val="0"/>
              </a:spcAft>
              <a:buClr>
                <a:schemeClr val="accent3"/>
              </a:buClr>
              <a:buSzPts val="3000"/>
              <a:buFont typeface="Times New Roman"/>
              <a:buChar char="■"/>
            </a:pPr>
            <a:r>
              <a:rPr b="0" i="0" lang="en-US" sz="2200" u="none" cap="none" strike="noStrike">
                <a:solidFill>
                  <a:srgbClr val="000000"/>
                </a:solidFill>
                <a:latin typeface="Times New Roman"/>
                <a:ea typeface="Times New Roman"/>
                <a:cs typeface="Times New Roman"/>
                <a:sym typeface="Times New Roman"/>
              </a:rPr>
              <a:t>Be cautious of unexpected or unusual website behavior</a:t>
            </a:r>
            <a:endParaRPr b="0" i="0" sz="2200" u="none" cap="none" strike="noStrike">
              <a:solidFill>
                <a:srgbClr val="000000"/>
              </a:solidFill>
              <a:latin typeface="Times New Roman"/>
              <a:ea typeface="Times New Roman"/>
              <a:cs typeface="Times New Roman"/>
              <a:sym typeface="Times New Roman"/>
            </a:endParaRPr>
          </a:p>
          <a:p>
            <a:pPr indent="0" lvl="0" marL="457200" marR="0" rtl="0" algn="just">
              <a:lnSpc>
                <a:spcPct val="100000"/>
              </a:lnSpc>
              <a:spcBef>
                <a:spcPts val="1000"/>
              </a:spcBef>
              <a:spcAft>
                <a:spcPts val="1000"/>
              </a:spcAft>
              <a:buClr>
                <a:srgbClr val="000000"/>
              </a:buClr>
              <a:buSzPts val="2200"/>
              <a:buFont typeface="Arial"/>
              <a:buNone/>
            </a:pPr>
            <a:r>
              <a:t/>
            </a:r>
            <a:endParaRPr b="0" i="0" sz="22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g38e779b961b_0_148"/>
          <p:cNvSpPr txBox="1"/>
          <p:nvPr>
            <p:ph type="title"/>
          </p:nvPr>
        </p:nvSpPr>
        <p:spPr>
          <a:xfrm>
            <a:off x="0" y="0"/>
            <a:ext cx="12192000" cy="8685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3700"/>
              <a:buNone/>
            </a:pPr>
            <a:r>
              <a:rPr lang="en-US" sz="4000">
                <a:solidFill>
                  <a:schemeClr val="lt1"/>
                </a:solidFill>
                <a:latin typeface="Gill Sans"/>
                <a:ea typeface="Gill Sans"/>
                <a:cs typeface="Gill Sans"/>
                <a:sym typeface="Gill Sans"/>
              </a:rPr>
              <a:t>6. Lack of Software Updates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p:txBody>
      </p:sp>
      <p:sp>
        <p:nvSpPr>
          <p:cNvPr id="351" name="Google Shape;351;g38e779b961b_0_148"/>
          <p:cNvSpPr txBox="1"/>
          <p:nvPr/>
        </p:nvSpPr>
        <p:spPr>
          <a:xfrm>
            <a:off x="397950" y="1083875"/>
            <a:ext cx="11160300" cy="1452000"/>
          </a:xfrm>
          <a:prstGeom prst="rect">
            <a:avLst/>
          </a:prstGeom>
          <a:noFill/>
          <a:ln>
            <a:noFill/>
          </a:ln>
        </p:spPr>
        <p:txBody>
          <a:bodyPr anchorCtr="0" anchor="t" bIns="91425" lIns="91425" spcFirstLastPara="1" rIns="91425" wrap="square" tIns="91425">
            <a:spAutoFit/>
          </a:bodyPr>
          <a:lstStyle/>
          <a:p>
            <a:pPr indent="-419100" lvl="0" marL="457200" marR="0" rtl="0" algn="just">
              <a:lnSpc>
                <a:spcPct val="100000"/>
              </a:lnSpc>
              <a:spcBef>
                <a:spcPts val="1000"/>
              </a:spcBef>
              <a:spcAft>
                <a:spcPts val="0"/>
              </a:spcAft>
              <a:buClr>
                <a:schemeClr val="accent3"/>
              </a:buClr>
              <a:buSzPts val="3000"/>
              <a:buFont typeface="Times New Roman"/>
              <a:buChar char="■"/>
            </a:pPr>
            <a:r>
              <a:rPr b="0" i="0" lang="en-US" sz="2200" u="none" cap="none" strike="noStrike">
                <a:solidFill>
                  <a:srgbClr val="000000"/>
                </a:solidFill>
                <a:latin typeface="Times New Roman"/>
                <a:ea typeface="Times New Roman"/>
                <a:cs typeface="Times New Roman"/>
                <a:sym typeface="Times New Roman"/>
              </a:rPr>
              <a:t>Failing to update software and operating systems can leave devices vulnerable to known exploits and security risks. </a:t>
            </a:r>
            <a:r>
              <a:rPr b="0" i="0" lang="en-US" sz="2200" u="none" cap="none" strike="noStrike">
                <a:solidFill>
                  <a:schemeClr val="dk1"/>
                </a:solidFill>
                <a:latin typeface="Times New Roman"/>
                <a:ea typeface="Times New Roman"/>
                <a:cs typeface="Times New Roman"/>
                <a:sym typeface="Times New Roman"/>
              </a:rPr>
              <a:t> Updating software can prevent these types of attacks.</a:t>
            </a:r>
            <a:endParaRPr b="0" i="0" sz="22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1000"/>
              </a:spcBef>
              <a:spcAft>
                <a:spcPts val="1000"/>
              </a:spcAft>
              <a:buClr>
                <a:srgbClr val="000000"/>
              </a:buClr>
              <a:buSzPts val="2200"/>
              <a:buFont typeface="Arial"/>
              <a:buNone/>
            </a:pPr>
            <a:r>
              <a:t/>
            </a:r>
            <a:endParaRPr b="0" i="0" sz="2200" u="none" cap="none" strike="noStrike">
              <a:solidFill>
                <a:srgbClr val="000000"/>
              </a:solidFill>
              <a:latin typeface="Times New Roman"/>
              <a:ea typeface="Times New Roman"/>
              <a:cs typeface="Times New Roman"/>
              <a:sym typeface="Times New Roman"/>
            </a:endParaRPr>
          </a:p>
        </p:txBody>
      </p:sp>
      <p:pic>
        <p:nvPicPr>
          <p:cNvPr id="352" name="Google Shape;352;g38e779b961b_0_148"/>
          <p:cNvPicPr preferRelativeResize="0"/>
          <p:nvPr/>
        </p:nvPicPr>
        <p:blipFill rotWithShape="1">
          <a:blip r:embed="rId3">
            <a:alphaModFix/>
          </a:blip>
          <a:srcRect b="0" l="0" r="0" t="0"/>
          <a:stretch/>
        </p:blipFill>
        <p:spPr>
          <a:xfrm>
            <a:off x="8124250" y="2272500"/>
            <a:ext cx="3433999" cy="3433999"/>
          </a:xfrm>
          <a:prstGeom prst="rect">
            <a:avLst/>
          </a:prstGeom>
          <a:noFill/>
          <a:ln>
            <a:noFill/>
          </a:ln>
        </p:spPr>
      </p:pic>
      <p:sp>
        <p:nvSpPr>
          <p:cNvPr id="353" name="Google Shape;353;g38e779b961b_0_148"/>
          <p:cNvSpPr txBox="1"/>
          <p:nvPr/>
        </p:nvSpPr>
        <p:spPr>
          <a:xfrm>
            <a:off x="344450" y="2185825"/>
            <a:ext cx="7020000" cy="2678100"/>
          </a:xfrm>
          <a:prstGeom prst="rect">
            <a:avLst/>
          </a:prstGeom>
          <a:noFill/>
          <a:ln>
            <a:noFill/>
          </a:ln>
        </p:spPr>
        <p:txBody>
          <a:bodyPr anchorCtr="0" anchor="t" bIns="91425" lIns="91425" spcFirstLastPara="1" rIns="91425" wrap="square" tIns="91425">
            <a:spAutoFit/>
          </a:bodyPr>
          <a:lstStyle/>
          <a:p>
            <a:pPr indent="-419100" lvl="0" marL="457200" marR="0" rtl="0" algn="just">
              <a:lnSpc>
                <a:spcPct val="100000"/>
              </a:lnSpc>
              <a:spcBef>
                <a:spcPts val="0"/>
              </a:spcBef>
              <a:spcAft>
                <a:spcPts val="0"/>
              </a:spcAft>
              <a:buClr>
                <a:schemeClr val="accent3"/>
              </a:buClr>
              <a:buSzPts val="3000"/>
              <a:buFont typeface="Times New Roman"/>
              <a:buChar char="■"/>
            </a:pPr>
            <a:r>
              <a:rPr b="0" i="0" lang="en-US" sz="2200" u="none" cap="none" strike="noStrike">
                <a:solidFill>
                  <a:srgbClr val="000000"/>
                </a:solidFill>
                <a:latin typeface="Times New Roman"/>
                <a:ea typeface="Times New Roman"/>
                <a:cs typeface="Times New Roman"/>
                <a:sym typeface="Times New Roman"/>
              </a:rPr>
              <a:t>A software update, also known as a ‘patch,’ is a set of changes made to a software program that is already installed on a computer or other device. These changes fix bugs, improve performance, add new features, or address security vulnerabilities. Updates are typically delivered electronically by the software vendor and can be installed manually or automatically.</a:t>
            </a:r>
            <a:endParaRPr b="0" i="0" sz="22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g38e779b961b_0_156"/>
          <p:cNvSpPr txBox="1"/>
          <p:nvPr>
            <p:ph type="title"/>
          </p:nvPr>
        </p:nvSpPr>
        <p:spPr>
          <a:xfrm>
            <a:off x="0" y="0"/>
            <a:ext cx="12192000" cy="8685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3700"/>
              <a:buNone/>
            </a:pPr>
            <a:r>
              <a:rPr lang="en-US" sz="4000">
                <a:solidFill>
                  <a:schemeClr val="lt1"/>
                </a:solidFill>
                <a:latin typeface="Gill Sans"/>
                <a:ea typeface="Gill Sans"/>
                <a:cs typeface="Gill Sans"/>
                <a:sym typeface="Gill Sans"/>
              </a:rPr>
              <a:t>7. Fake Apps and Software</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p:txBody>
      </p:sp>
      <p:sp>
        <p:nvSpPr>
          <p:cNvPr id="359" name="Google Shape;359;g38e779b961b_0_156"/>
          <p:cNvSpPr txBox="1"/>
          <p:nvPr/>
        </p:nvSpPr>
        <p:spPr>
          <a:xfrm>
            <a:off x="397950" y="1083875"/>
            <a:ext cx="11342700" cy="2591100"/>
          </a:xfrm>
          <a:prstGeom prst="rect">
            <a:avLst/>
          </a:prstGeom>
          <a:noFill/>
          <a:ln>
            <a:noFill/>
          </a:ln>
        </p:spPr>
        <p:txBody>
          <a:bodyPr anchorCtr="0" anchor="t" bIns="91425" lIns="91425" spcFirstLastPara="1" rIns="91425" wrap="square" tIns="91425">
            <a:spAutoFit/>
          </a:bodyPr>
          <a:lstStyle/>
          <a:p>
            <a:pPr indent="-419100" lvl="0" marL="457200" marR="0" rtl="0" algn="just">
              <a:lnSpc>
                <a:spcPct val="100000"/>
              </a:lnSpc>
              <a:spcBef>
                <a:spcPts val="1000"/>
              </a:spcBef>
              <a:spcAft>
                <a:spcPts val="0"/>
              </a:spcAft>
              <a:buClr>
                <a:schemeClr val="accent3"/>
              </a:buClr>
              <a:buSzPts val="3000"/>
              <a:buFont typeface="Times New Roman"/>
              <a:buChar char="■"/>
            </a:pPr>
            <a:r>
              <a:rPr b="0" i="0" lang="en-US" sz="2200" u="none" cap="none" strike="noStrike">
                <a:solidFill>
                  <a:srgbClr val="000000"/>
                </a:solidFill>
                <a:latin typeface="Times New Roman"/>
                <a:ea typeface="Times New Roman"/>
                <a:cs typeface="Times New Roman"/>
                <a:sym typeface="Times New Roman"/>
              </a:rPr>
              <a:t>Fake apps are apps that appear legitimate at first glance but actually have malicious features or intentions. Many are designed to closely resemble genuine, successful apps, with very similar names and icons, in order to trick the user into downloading and running them. Others may claim to have simple, useful functions but could actually infect your device or steal your data. </a:t>
            </a:r>
            <a:endParaRPr b="0" i="0" sz="2200" u="none" cap="none" strike="noStrike">
              <a:solidFill>
                <a:srgbClr val="000000"/>
              </a:solidFill>
              <a:latin typeface="Times New Roman"/>
              <a:ea typeface="Times New Roman"/>
              <a:cs typeface="Times New Roman"/>
              <a:sym typeface="Times New Roman"/>
            </a:endParaRPr>
          </a:p>
          <a:p>
            <a:pPr indent="-419100" lvl="0" marL="457200" marR="0" rtl="0" algn="just">
              <a:lnSpc>
                <a:spcPct val="100000"/>
              </a:lnSpc>
              <a:spcBef>
                <a:spcPts val="1000"/>
              </a:spcBef>
              <a:spcAft>
                <a:spcPts val="1000"/>
              </a:spcAft>
              <a:buClr>
                <a:schemeClr val="accent3"/>
              </a:buClr>
              <a:buSzPts val="3000"/>
              <a:buFont typeface="Times New Roman"/>
              <a:buChar char="■"/>
            </a:pPr>
            <a:r>
              <a:rPr b="0" i="0" lang="en-US" sz="2200" u="none" cap="none" strike="noStrike">
                <a:solidFill>
                  <a:srgbClr val="000000"/>
                </a:solidFill>
                <a:latin typeface="Times New Roman"/>
                <a:ea typeface="Times New Roman"/>
                <a:cs typeface="Times New Roman"/>
                <a:sym typeface="Times New Roman"/>
              </a:rPr>
              <a:t>Downloading applications or software from unofficial sources can result in installing malware or compromised software on devices.</a:t>
            </a:r>
            <a:endParaRPr b="0" i="0" sz="2200" u="none" cap="none" strike="noStrike">
              <a:solidFill>
                <a:srgbClr val="000000"/>
              </a:solidFill>
              <a:latin typeface="Times New Roman"/>
              <a:ea typeface="Times New Roman"/>
              <a:cs typeface="Times New Roman"/>
              <a:sym typeface="Times New Roman"/>
            </a:endParaRPr>
          </a:p>
        </p:txBody>
      </p:sp>
      <p:pic>
        <p:nvPicPr>
          <p:cNvPr id="360" name="Google Shape;360;g38e779b961b_0_156"/>
          <p:cNvPicPr preferRelativeResize="0"/>
          <p:nvPr/>
        </p:nvPicPr>
        <p:blipFill rotWithShape="1">
          <a:blip r:embed="rId4">
            <a:alphaModFix/>
          </a:blip>
          <a:srcRect b="0" l="0" r="0" t="0"/>
          <a:stretch/>
        </p:blipFill>
        <p:spPr>
          <a:xfrm>
            <a:off x="2024025" y="3817250"/>
            <a:ext cx="8143961" cy="28782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g38e779b961b_0_179"/>
          <p:cNvSpPr txBox="1"/>
          <p:nvPr>
            <p:ph type="title"/>
          </p:nvPr>
        </p:nvSpPr>
        <p:spPr>
          <a:xfrm>
            <a:off x="0" y="0"/>
            <a:ext cx="12192000" cy="8685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3700"/>
              <a:buNone/>
            </a:pPr>
            <a:r>
              <a:rPr lang="en-US" sz="4000">
                <a:solidFill>
                  <a:schemeClr val="lt1"/>
                </a:solidFill>
                <a:latin typeface="Gill Sans"/>
                <a:ea typeface="Gill Sans"/>
                <a:cs typeface="Gill Sans"/>
                <a:sym typeface="Gill Sans"/>
              </a:rPr>
              <a:t>Preventive Measures Of Fake Apps and Software</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p:txBody>
      </p:sp>
      <p:sp>
        <p:nvSpPr>
          <p:cNvPr id="366" name="Google Shape;366;g38e779b961b_0_179"/>
          <p:cNvSpPr txBox="1"/>
          <p:nvPr/>
        </p:nvSpPr>
        <p:spPr>
          <a:xfrm>
            <a:off x="397950" y="1083875"/>
            <a:ext cx="11396100" cy="5120400"/>
          </a:xfrm>
          <a:prstGeom prst="rect">
            <a:avLst/>
          </a:prstGeom>
          <a:noFill/>
          <a:ln>
            <a:noFill/>
          </a:ln>
        </p:spPr>
        <p:txBody>
          <a:bodyPr anchorCtr="0" anchor="t" bIns="91425" lIns="91425" spcFirstLastPara="1" rIns="91425" wrap="square" tIns="91425">
            <a:spAutoFit/>
          </a:bodyPr>
          <a:lstStyle/>
          <a:p>
            <a:pPr indent="-419100" lvl="0" marL="457200" marR="0" rtl="0" algn="just">
              <a:lnSpc>
                <a:spcPct val="100000"/>
              </a:lnSpc>
              <a:spcBef>
                <a:spcPts val="1000"/>
              </a:spcBef>
              <a:spcAft>
                <a:spcPts val="0"/>
              </a:spcAft>
              <a:buClr>
                <a:schemeClr val="accent3"/>
              </a:buClr>
              <a:buSzPts val="3000"/>
              <a:buFont typeface="Times New Roman"/>
              <a:buChar char="■"/>
            </a:pPr>
            <a:r>
              <a:rPr b="0" i="0" lang="en-US" sz="2200" u="none" cap="none" strike="noStrike">
                <a:solidFill>
                  <a:srgbClr val="000000"/>
                </a:solidFill>
                <a:latin typeface="Times New Roman"/>
                <a:ea typeface="Times New Roman"/>
                <a:cs typeface="Times New Roman"/>
                <a:sym typeface="Times New Roman"/>
              </a:rPr>
              <a:t>Update your mobile devices</a:t>
            </a:r>
            <a:endParaRPr b="0" i="0" sz="2200" u="none" cap="none" strike="noStrike">
              <a:solidFill>
                <a:srgbClr val="000000"/>
              </a:solidFill>
              <a:latin typeface="Times New Roman"/>
              <a:ea typeface="Times New Roman"/>
              <a:cs typeface="Times New Roman"/>
              <a:sym typeface="Times New Roman"/>
            </a:endParaRPr>
          </a:p>
          <a:p>
            <a:pPr indent="-419100" lvl="0" marL="457200" marR="0" rtl="0" algn="just">
              <a:lnSpc>
                <a:spcPct val="100000"/>
              </a:lnSpc>
              <a:spcBef>
                <a:spcPts val="1000"/>
              </a:spcBef>
              <a:spcAft>
                <a:spcPts val="0"/>
              </a:spcAft>
              <a:buClr>
                <a:schemeClr val="accent3"/>
              </a:buClr>
              <a:buSzPts val="3000"/>
              <a:buFont typeface="Times New Roman"/>
              <a:buChar char="■"/>
            </a:pPr>
            <a:r>
              <a:rPr b="0" i="0" lang="en-US" sz="2200" u="none" cap="none" strike="noStrike">
                <a:solidFill>
                  <a:srgbClr val="000000"/>
                </a:solidFill>
                <a:latin typeface="Times New Roman"/>
                <a:ea typeface="Times New Roman"/>
                <a:cs typeface="Times New Roman"/>
                <a:sym typeface="Times New Roman"/>
              </a:rPr>
              <a:t>Guard your personal information</a:t>
            </a:r>
            <a:endParaRPr b="0" i="0" sz="2200" u="none" cap="none" strike="noStrike">
              <a:solidFill>
                <a:srgbClr val="000000"/>
              </a:solidFill>
              <a:latin typeface="Times New Roman"/>
              <a:ea typeface="Times New Roman"/>
              <a:cs typeface="Times New Roman"/>
              <a:sym typeface="Times New Roman"/>
            </a:endParaRPr>
          </a:p>
          <a:p>
            <a:pPr indent="-419100" lvl="0" marL="457200" marR="0" rtl="0" algn="just">
              <a:lnSpc>
                <a:spcPct val="100000"/>
              </a:lnSpc>
              <a:spcBef>
                <a:spcPts val="1000"/>
              </a:spcBef>
              <a:spcAft>
                <a:spcPts val="0"/>
              </a:spcAft>
              <a:buClr>
                <a:schemeClr val="accent3"/>
              </a:buClr>
              <a:buSzPts val="3000"/>
              <a:buFont typeface="Times New Roman"/>
              <a:buChar char="■"/>
            </a:pPr>
            <a:r>
              <a:rPr b="0" i="0" lang="en-US" sz="2200" u="none" cap="none" strike="noStrike">
                <a:solidFill>
                  <a:srgbClr val="000000"/>
                </a:solidFill>
                <a:latin typeface="Times New Roman"/>
                <a:ea typeface="Times New Roman"/>
                <a:cs typeface="Times New Roman"/>
                <a:sym typeface="Times New Roman"/>
              </a:rPr>
              <a:t>Think before you app</a:t>
            </a:r>
            <a:endParaRPr b="0" i="0" sz="2200" u="none" cap="none" strike="noStrike">
              <a:solidFill>
                <a:srgbClr val="000000"/>
              </a:solidFill>
              <a:latin typeface="Times New Roman"/>
              <a:ea typeface="Times New Roman"/>
              <a:cs typeface="Times New Roman"/>
              <a:sym typeface="Times New Roman"/>
            </a:endParaRPr>
          </a:p>
          <a:p>
            <a:pPr indent="-419100" lvl="0" marL="457200" marR="0" rtl="0" algn="just">
              <a:lnSpc>
                <a:spcPct val="100000"/>
              </a:lnSpc>
              <a:spcBef>
                <a:spcPts val="1000"/>
              </a:spcBef>
              <a:spcAft>
                <a:spcPts val="0"/>
              </a:spcAft>
              <a:buClr>
                <a:schemeClr val="accent3"/>
              </a:buClr>
              <a:buSzPts val="3000"/>
              <a:buFont typeface="Times New Roman"/>
              <a:buChar char="■"/>
            </a:pPr>
            <a:r>
              <a:rPr b="0" i="0" lang="en-US" sz="2200" u="none" cap="none" strike="noStrike">
                <a:solidFill>
                  <a:srgbClr val="000000"/>
                </a:solidFill>
                <a:latin typeface="Times New Roman"/>
                <a:ea typeface="Times New Roman"/>
                <a:cs typeface="Times New Roman"/>
                <a:sym typeface="Times New Roman"/>
              </a:rPr>
              <a:t>Update your mobile device</a:t>
            </a:r>
            <a:endParaRPr b="0" i="0" sz="2200" u="none" cap="none" strike="noStrike">
              <a:solidFill>
                <a:srgbClr val="000000"/>
              </a:solidFill>
              <a:latin typeface="Times New Roman"/>
              <a:ea typeface="Times New Roman"/>
              <a:cs typeface="Times New Roman"/>
              <a:sym typeface="Times New Roman"/>
            </a:endParaRPr>
          </a:p>
          <a:p>
            <a:pPr indent="-419100" lvl="0" marL="457200" marR="0" rtl="0" algn="just">
              <a:lnSpc>
                <a:spcPct val="100000"/>
              </a:lnSpc>
              <a:spcBef>
                <a:spcPts val="1000"/>
              </a:spcBef>
              <a:spcAft>
                <a:spcPts val="0"/>
              </a:spcAft>
              <a:buClr>
                <a:schemeClr val="accent3"/>
              </a:buClr>
              <a:buSzPts val="3000"/>
              <a:buFont typeface="Times New Roman"/>
              <a:buChar char="■"/>
            </a:pPr>
            <a:r>
              <a:rPr b="0" i="0" lang="en-US" sz="2200" u="none" cap="none" strike="noStrike">
                <a:solidFill>
                  <a:srgbClr val="000000"/>
                </a:solidFill>
                <a:latin typeface="Times New Roman"/>
                <a:ea typeface="Times New Roman"/>
                <a:cs typeface="Times New Roman"/>
                <a:sym typeface="Times New Roman"/>
              </a:rPr>
              <a:t>Protect your money</a:t>
            </a:r>
            <a:endParaRPr b="0" i="0" sz="2200" u="none" cap="none" strike="noStrike">
              <a:solidFill>
                <a:srgbClr val="000000"/>
              </a:solidFill>
              <a:latin typeface="Times New Roman"/>
              <a:ea typeface="Times New Roman"/>
              <a:cs typeface="Times New Roman"/>
              <a:sym typeface="Times New Roman"/>
            </a:endParaRPr>
          </a:p>
          <a:p>
            <a:pPr indent="-419100" lvl="0" marL="457200" marR="0" rtl="0" algn="just">
              <a:lnSpc>
                <a:spcPct val="100000"/>
              </a:lnSpc>
              <a:spcBef>
                <a:spcPts val="1000"/>
              </a:spcBef>
              <a:spcAft>
                <a:spcPts val="0"/>
              </a:spcAft>
              <a:buClr>
                <a:schemeClr val="accent3"/>
              </a:buClr>
              <a:buSzPts val="3000"/>
              <a:buFont typeface="Times New Roman"/>
              <a:buChar char="■"/>
            </a:pPr>
            <a:r>
              <a:rPr b="0" i="0" lang="en-US" sz="2200" u="none" cap="none" strike="noStrike">
                <a:solidFill>
                  <a:srgbClr val="000000"/>
                </a:solidFill>
                <a:latin typeface="Times New Roman"/>
                <a:ea typeface="Times New Roman"/>
                <a:cs typeface="Times New Roman"/>
                <a:sym typeface="Times New Roman"/>
              </a:rPr>
              <a:t>When in doubt, don’t respond</a:t>
            </a:r>
            <a:endParaRPr b="0" i="0" sz="2200" u="none" cap="none" strike="noStrike">
              <a:solidFill>
                <a:srgbClr val="000000"/>
              </a:solidFill>
              <a:latin typeface="Times New Roman"/>
              <a:ea typeface="Times New Roman"/>
              <a:cs typeface="Times New Roman"/>
              <a:sym typeface="Times New Roman"/>
            </a:endParaRPr>
          </a:p>
          <a:p>
            <a:pPr indent="-419100" lvl="0" marL="457200" marR="0" rtl="0" algn="just">
              <a:lnSpc>
                <a:spcPct val="100000"/>
              </a:lnSpc>
              <a:spcBef>
                <a:spcPts val="1000"/>
              </a:spcBef>
              <a:spcAft>
                <a:spcPts val="0"/>
              </a:spcAft>
              <a:buClr>
                <a:schemeClr val="accent3"/>
              </a:buClr>
              <a:buSzPts val="3000"/>
              <a:buFont typeface="Times New Roman"/>
              <a:buChar char="■"/>
            </a:pPr>
            <a:r>
              <a:rPr b="0" i="0" lang="en-US" sz="2200" u="none" cap="none" strike="noStrike">
                <a:solidFill>
                  <a:srgbClr val="000000"/>
                </a:solidFill>
                <a:latin typeface="Times New Roman"/>
                <a:ea typeface="Times New Roman"/>
                <a:cs typeface="Times New Roman"/>
                <a:sym typeface="Times New Roman"/>
              </a:rPr>
              <a:t>Stay informed</a:t>
            </a:r>
            <a:endParaRPr b="0" i="0" sz="2200" u="none" cap="none" strike="noStrike">
              <a:solidFill>
                <a:srgbClr val="000000"/>
              </a:solidFill>
              <a:latin typeface="Times New Roman"/>
              <a:ea typeface="Times New Roman"/>
              <a:cs typeface="Times New Roman"/>
              <a:sym typeface="Times New Roman"/>
            </a:endParaRPr>
          </a:p>
          <a:p>
            <a:pPr indent="0" lvl="0" marL="457200" marR="0" rtl="0" algn="just">
              <a:lnSpc>
                <a:spcPct val="100000"/>
              </a:lnSpc>
              <a:spcBef>
                <a:spcPts val="1000"/>
              </a:spcBef>
              <a:spcAft>
                <a:spcPts val="0"/>
              </a:spcAft>
              <a:buClr>
                <a:srgbClr val="000000"/>
              </a:buClr>
              <a:buSzPts val="2200"/>
              <a:buFont typeface="Arial"/>
              <a:buNone/>
            </a:pPr>
            <a:r>
              <a:t/>
            </a:r>
            <a:endParaRPr b="0" i="0" sz="2200" u="none" cap="none" strike="noStrike">
              <a:solidFill>
                <a:srgbClr val="000000"/>
              </a:solidFill>
              <a:latin typeface="Times New Roman"/>
              <a:ea typeface="Times New Roman"/>
              <a:cs typeface="Times New Roman"/>
              <a:sym typeface="Times New Roman"/>
            </a:endParaRPr>
          </a:p>
          <a:p>
            <a:pPr indent="0" lvl="0" marL="457200" marR="0" rtl="0" algn="just">
              <a:lnSpc>
                <a:spcPct val="100000"/>
              </a:lnSpc>
              <a:spcBef>
                <a:spcPts val="1000"/>
              </a:spcBef>
              <a:spcAft>
                <a:spcPts val="1000"/>
              </a:spcAft>
              <a:buClr>
                <a:srgbClr val="000000"/>
              </a:buClr>
              <a:buSzPts val="2200"/>
              <a:buFont typeface="Arial"/>
              <a:buNone/>
            </a:pPr>
            <a:r>
              <a:t/>
            </a:r>
            <a:endParaRPr b="0" i="0" sz="22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g38e779b961b_0_162"/>
          <p:cNvSpPr txBox="1"/>
          <p:nvPr>
            <p:ph type="title"/>
          </p:nvPr>
        </p:nvSpPr>
        <p:spPr>
          <a:xfrm>
            <a:off x="0" y="0"/>
            <a:ext cx="12192000" cy="8685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3700"/>
              <a:buNone/>
            </a:pPr>
            <a:r>
              <a:rPr lang="en-US" sz="4000">
                <a:solidFill>
                  <a:schemeClr val="lt1"/>
                </a:solidFill>
                <a:latin typeface="Gill Sans"/>
                <a:ea typeface="Gill Sans"/>
                <a:cs typeface="Gill Sans"/>
                <a:sym typeface="Gill Sans"/>
              </a:rPr>
              <a:t>8. Scams</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p:txBody>
      </p:sp>
      <p:sp>
        <p:nvSpPr>
          <p:cNvPr id="372" name="Google Shape;372;g38e779b961b_0_162"/>
          <p:cNvSpPr txBox="1"/>
          <p:nvPr/>
        </p:nvSpPr>
        <p:spPr>
          <a:xfrm>
            <a:off x="772750" y="1286850"/>
            <a:ext cx="5913000" cy="4284300"/>
          </a:xfrm>
          <a:prstGeom prst="rect">
            <a:avLst/>
          </a:prstGeom>
          <a:noFill/>
          <a:ln>
            <a:noFill/>
          </a:ln>
        </p:spPr>
        <p:txBody>
          <a:bodyPr anchorCtr="0" anchor="t" bIns="91425" lIns="91425" spcFirstLastPara="1" rIns="91425" wrap="square" tIns="91425">
            <a:spAutoFit/>
          </a:bodyPr>
          <a:lstStyle/>
          <a:p>
            <a:pPr indent="-419100" lvl="0" marL="457200" marR="0" rtl="0" algn="just">
              <a:lnSpc>
                <a:spcPct val="100000"/>
              </a:lnSpc>
              <a:spcBef>
                <a:spcPts val="1000"/>
              </a:spcBef>
              <a:spcAft>
                <a:spcPts val="0"/>
              </a:spcAft>
              <a:buClr>
                <a:schemeClr val="accent3"/>
              </a:buClr>
              <a:buSzPts val="3000"/>
              <a:buFont typeface="Times New Roman"/>
              <a:buChar char="■"/>
            </a:pPr>
            <a:r>
              <a:rPr b="0" i="0" lang="en-US" sz="2200" u="none" cap="none" strike="noStrike">
                <a:solidFill>
                  <a:srgbClr val="000000"/>
                </a:solidFill>
                <a:latin typeface="Times New Roman"/>
                <a:ea typeface="Times New Roman"/>
                <a:cs typeface="Times New Roman"/>
                <a:sym typeface="Times New Roman"/>
              </a:rPr>
              <a:t>In information security, a scam refers to a fraudulent scheme designed to trick individuals or organizations into revealing sensitive information, transferring money, or giving attackers access to systems. Scams exploit human trust and weaknesses rather than purely technical flaws.</a:t>
            </a:r>
            <a:endParaRPr b="0" i="0" sz="2200" u="none" cap="none" strike="noStrike">
              <a:solidFill>
                <a:srgbClr val="000000"/>
              </a:solidFill>
              <a:latin typeface="Times New Roman"/>
              <a:ea typeface="Times New Roman"/>
              <a:cs typeface="Times New Roman"/>
              <a:sym typeface="Times New Roman"/>
            </a:endParaRPr>
          </a:p>
          <a:p>
            <a:pPr indent="-419100" lvl="0" marL="457200" marR="0" rtl="0" algn="just">
              <a:lnSpc>
                <a:spcPct val="100000"/>
              </a:lnSpc>
              <a:spcBef>
                <a:spcPts val="1000"/>
              </a:spcBef>
              <a:spcAft>
                <a:spcPts val="1000"/>
              </a:spcAft>
              <a:buClr>
                <a:schemeClr val="accent3"/>
              </a:buClr>
              <a:buSzPts val="3000"/>
              <a:buFont typeface="Times New Roman"/>
              <a:buChar char="■"/>
            </a:pPr>
            <a:r>
              <a:rPr b="0" i="0" lang="en-US" sz="2200" u="none" cap="none" strike="noStrike">
                <a:solidFill>
                  <a:srgbClr val="000000"/>
                </a:solidFill>
                <a:latin typeface="Times New Roman"/>
                <a:ea typeface="Times New Roman"/>
                <a:cs typeface="Times New Roman"/>
                <a:sym typeface="Times New Roman"/>
              </a:rPr>
              <a:t>Scammers use various schemes, like fake online stores, lottery scams, and charity fraud, to deceive individuals into providing money or personal information. </a:t>
            </a:r>
            <a:endParaRPr b="0" i="0" sz="2200" u="none" cap="none" strike="noStrike">
              <a:solidFill>
                <a:srgbClr val="000000"/>
              </a:solidFill>
              <a:latin typeface="Times New Roman"/>
              <a:ea typeface="Times New Roman"/>
              <a:cs typeface="Times New Roman"/>
              <a:sym typeface="Times New Roman"/>
            </a:endParaRPr>
          </a:p>
        </p:txBody>
      </p:sp>
      <p:pic>
        <p:nvPicPr>
          <p:cNvPr id="373" name="Google Shape;373;g38e779b961b_0_162"/>
          <p:cNvPicPr preferRelativeResize="0"/>
          <p:nvPr/>
        </p:nvPicPr>
        <p:blipFill rotWithShape="1">
          <a:blip r:embed="rId3">
            <a:alphaModFix/>
          </a:blip>
          <a:srcRect b="0" l="0" r="0" t="0"/>
          <a:stretch/>
        </p:blipFill>
        <p:spPr>
          <a:xfrm>
            <a:off x="7465800" y="1031050"/>
            <a:ext cx="4436925" cy="5563576"/>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g38e779b961b_0_171"/>
          <p:cNvSpPr txBox="1"/>
          <p:nvPr>
            <p:ph type="title"/>
          </p:nvPr>
        </p:nvSpPr>
        <p:spPr>
          <a:xfrm>
            <a:off x="0" y="0"/>
            <a:ext cx="12192000" cy="8685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3700"/>
              <a:buNone/>
            </a:pPr>
            <a:r>
              <a:rPr lang="en-US" sz="4000">
                <a:solidFill>
                  <a:schemeClr val="lt1"/>
                </a:solidFill>
                <a:latin typeface="Gill Sans"/>
                <a:ea typeface="Gill Sans"/>
                <a:cs typeface="Gill Sans"/>
                <a:sym typeface="Gill Sans"/>
              </a:rPr>
              <a:t>Types of Scams</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p:txBody>
      </p:sp>
      <p:pic>
        <p:nvPicPr>
          <p:cNvPr id="379" name="Google Shape;379;g38e779b961b_0_171"/>
          <p:cNvPicPr preferRelativeResize="0"/>
          <p:nvPr/>
        </p:nvPicPr>
        <p:blipFill rotWithShape="1">
          <a:blip r:embed="rId3">
            <a:alphaModFix/>
          </a:blip>
          <a:srcRect b="0" l="0" r="0" t="7132"/>
          <a:stretch/>
        </p:blipFill>
        <p:spPr>
          <a:xfrm>
            <a:off x="605725" y="1367550"/>
            <a:ext cx="11253799" cy="4274851"/>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g38e779b961b_0_191"/>
          <p:cNvSpPr txBox="1"/>
          <p:nvPr>
            <p:ph type="title"/>
          </p:nvPr>
        </p:nvSpPr>
        <p:spPr>
          <a:xfrm>
            <a:off x="0" y="0"/>
            <a:ext cx="12192000" cy="8685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3700"/>
              <a:buNone/>
            </a:pPr>
            <a:r>
              <a:rPr lang="en-US" sz="4000">
                <a:solidFill>
                  <a:schemeClr val="lt1"/>
                </a:solidFill>
                <a:latin typeface="Gill Sans"/>
                <a:ea typeface="Gill Sans"/>
                <a:cs typeface="Gill Sans"/>
                <a:sym typeface="Gill Sans"/>
              </a:rPr>
              <a:t>9. Physical Theft of Devices</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p:txBody>
      </p:sp>
      <p:sp>
        <p:nvSpPr>
          <p:cNvPr id="385" name="Google Shape;385;g38e779b961b_0_191"/>
          <p:cNvSpPr txBox="1"/>
          <p:nvPr/>
        </p:nvSpPr>
        <p:spPr>
          <a:xfrm>
            <a:off x="468850" y="1752450"/>
            <a:ext cx="6115500" cy="3016800"/>
          </a:xfrm>
          <a:prstGeom prst="rect">
            <a:avLst/>
          </a:prstGeom>
          <a:noFill/>
          <a:ln>
            <a:noFill/>
          </a:ln>
        </p:spPr>
        <p:txBody>
          <a:bodyPr anchorCtr="0" anchor="t" bIns="91425" lIns="91425" spcFirstLastPara="1" rIns="91425" wrap="square" tIns="91425">
            <a:spAutoFit/>
          </a:bodyPr>
          <a:lstStyle/>
          <a:p>
            <a:pPr indent="-419100" lvl="0" marL="457200" marR="0" rtl="0" algn="just">
              <a:lnSpc>
                <a:spcPct val="100000"/>
              </a:lnSpc>
              <a:spcBef>
                <a:spcPts val="1000"/>
              </a:spcBef>
              <a:spcAft>
                <a:spcPts val="1000"/>
              </a:spcAft>
              <a:buClr>
                <a:schemeClr val="accent3"/>
              </a:buClr>
              <a:buSzPts val="3000"/>
              <a:buFont typeface="Times New Roman"/>
              <a:buChar char="■"/>
            </a:pPr>
            <a:r>
              <a:rPr b="0" i="0" lang="en-US" sz="2200" u="none" cap="none" strike="noStrike">
                <a:solidFill>
                  <a:srgbClr val="000000"/>
                </a:solidFill>
                <a:latin typeface="Times New Roman"/>
                <a:ea typeface="Times New Roman"/>
                <a:cs typeface="Times New Roman"/>
                <a:sym typeface="Times New Roman"/>
              </a:rPr>
              <a:t>Physical theft of personal devices involves the act of stealing a device, such as a phone, laptop, or hard drive, to gain access to the data stored on it. To prevent this, take steps to control access to your devices, use strong passwords or biometrics, lock devices when not in use, encrypt sensitive data, and report stolen devices to the police immediately.</a:t>
            </a:r>
            <a:endParaRPr b="0" i="0" sz="2200" u="none" cap="none" strike="noStrike">
              <a:solidFill>
                <a:srgbClr val="000000"/>
              </a:solidFill>
              <a:latin typeface="Times New Roman"/>
              <a:ea typeface="Times New Roman"/>
              <a:cs typeface="Times New Roman"/>
              <a:sym typeface="Times New Roman"/>
            </a:endParaRPr>
          </a:p>
        </p:txBody>
      </p:sp>
      <p:pic>
        <p:nvPicPr>
          <p:cNvPr id="386" name="Google Shape;386;g38e779b961b_0_191"/>
          <p:cNvPicPr preferRelativeResize="0"/>
          <p:nvPr/>
        </p:nvPicPr>
        <p:blipFill rotWithShape="1">
          <a:blip r:embed="rId3">
            <a:alphaModFix/>
          </a:blip>
          <a:srcRect b="0" l="0" r="0" t="0"/>
          <a:stretch/>
        </p:blipFill>
        <p:spPr>
          <a:xfrm>
            <a:off x="7151775" y="1601200"/>
            <a:ext cx="4680049" cy="322067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gbc34c55794_0_124"/>
          <p:cNvSpPr txBox="1"/>
          <p:nvPr/>
        </p:nvSpPr>
        <p:spPr>
          <a:xfrm>
            <a:off x="3389800" y="2462149"/>
            <a:ext cx="4860000" cy="656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100"/>
              <a:buFont typeface="Arial"/>
              <a:buNone/>
            </a:pPr>
            <a:r>
              <a:rPr b="1" i="0" lang="en-US" sz="6100" u="none" cap="none" strike="noStrike">
                <a:solidFill>
                  <a:schemeClr val="accent3"/>
                </a:solidFill>
                <a:latin typeface="Roboto"/>
                <a:ea typeface="Roboto"/>
                <a:cs typeface="Roboto"/>
                <a:sym typeface="Roboto"/>
              </a:rPr>
              <a:t>Thank </a:t>
            </a:r>
            <a:r>
              <a:rPr b="1" lang="en-US" sz="6100">
                <a:solidFill>
                  <a:schemeClr val="accent3"/>
                </a:solidFill>
                <a:latin typeface="Roboto"/>
                <a:ea typeface="Roboto"/>
                <a:cs typeface="Roboto"/>
                <a:sym typeface="Roboto"/>
              </a:rPr>
              <a:t>you.</a:t>
            </a:r>
            <a:endParaRPr b="0" i="0" sz="3700" u="none" cap="none" strike="noStrike">
              <a:solidFill>
                <a:schemeClr val="accent3"/>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4">
                                  <p:stCondLst>
                                    <p:cond delay="0"/>
                                  </p:stCondLst>
                                  <p:childTnLst>
                                    <p:set>
                                      <p:cBhvr>
                                        <p:cTn dur="1" fill="hold">
                                          <p:stCondLst>
                                            <p:cond delay="0"/>
                                          </p:stCondLst>
                                        </p:cTn>
                                        <p:tgtEl>
                                          <p:spTgt spid="391"/>
                                        </p:tgtEl>
                                        <p:attrNameLst>
                                          <p:attrName>style.visibility</p:attrName>
                                        </p:attrNameLst>
                                      </p:cBhvr>
                                      <p:to>
                                        <p:strVal val="visible"/>
                                      </p:to>
                                    </p:set>
                                    <p:anim calcmode="lin" valueType="num">
                                      <p:cBhvr additive="base">
                                        <p:cTn dur="500"/>
                                        <p:tgtEl>
                                          <p:spTgt spid="391"/>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2020-06-05T17:52:47Z</dcterms:created>
  <dc:creator>Md. Azizul Hakim</dc:creator>
</cp:coreProperties>
</file>