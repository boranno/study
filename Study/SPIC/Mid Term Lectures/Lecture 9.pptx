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5143500" cx="9144000"/>
  <p:notesSz cx="6858000" cy="9144000"/>
  <p:embeddedFontLst>
    <p:embeddedFont>
      <p:font typeface="Poppins"/>
      <p:regular r:id="rId34"/>
      <p:bold r:id="rId35"/>
      <p:italic r:id="rId36"/>
      <p:boldItalic r:id="rId37"/>
    </p:embeddedFont>
    <p:embeddedFont>
      <p:font typeface="IBM Plex Mon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jTs6rP+P61ILesYz3Iw24haOTY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BMPlexMono-italic.fntdata"/><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font" Target="fonts/IBMPlexMono-bold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Poppins-bold.fntdata"/><Relationship Id="rId12" Type="http://schemas.openxmlformats.org/officeDocument/2006/relationships/slide" Target="slides/slide8.xml"/><Relationship Id="rId34" Type="http://schemas.openxmlformats.org/officeDocument/2006/relationships/font" Target="fonts/Poppins-regular.fntdata"/><Relationship Id="rId15" Type="http://schemas.openxmlformats.org/officeDocument/2006/relationships/slide" Target="slides/slide11.xml"/><Relationship Id="rId37" Type="http://schemas.openxmlformats.org/officeDocument/2006/relationships/font" Target="fonts/Poppins-boldItalic.fntdata"/><Relationship Id="rId14" Type="http://schemas.openxmlformats.org/officeDocument/2006/relationships/slide" Target="slides/slide10.xml"/><Relationship Id="rId36" Type="http://schemas.openxmlformats.org/officeDocument/2006/relationships/font" Target="fonts/Poppins-italic.fntdata"/><Relationship Id="rId17" Type="http://schemas.openxmlformats.org/officeDocument/2006/relationships/slide" Target="slides/slide13.xml"/><Relationship Id="rId39" Type="http://schemas.openxmlformats.org/officeDocument/2006/relationships/font" Target="fonts/IBMPlexMono-bold.fntdata"/><Relationship Id="rId16" Type="http://schemas.openxmlformats.org/officeDocument/2006/relationships/slide" Target="slides/slide12.xml"/><Relationship Id="rId38" Type="http://schemas.openxmlformats.org/officeDocument/2006/relationships/font" Target="fonts/IBMPlexMono-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040e058fe1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3040e058fe1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040e058fe1_1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3040e058fe1_1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040e058fe1_1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g3040e058fe1_1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040e058fe1_1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3040e058fe1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65d7afd70c_0_6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g365d7afd70c_0_6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65d7afd70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g365d7afd70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65d7afd70c_0_2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g365d7afd70c_0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65d7afd70c_0_2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g365d7afd70c_0_2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65d7afd70c_0_6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g365d7afd70c_0_6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65d7afd70c_0_26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g365d7afd70c_0_26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65d7afd70c_0_26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g365d7afd70c_0_26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65d7afd70c_0_26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g365d7afd70c_0_26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65d7afd70c_0_26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g365d7afd70c_0_26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65d7afd70c_0_26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g365d7afd70c_0_26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65d7afd70c_0_6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g365d7afd70c_0_6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040e058fe1_1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g3040e058fe1_1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65e1d6be76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g365e1d6be76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65d7afd70c_0_8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g365d7afd70c_0_8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65d7afd70c_0_1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g365d7afd70c_0_1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65d7afd70c_0_13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g365d7afd70c_0_1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65d7afd70c_0_16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g365d7afd70c_0_16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65d7afd70c_0_18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g365d7afd70c_0_18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65d7afd70c_0_2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g365d7afd70c_0_2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65d7afd70c_0_24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7" name="Google Shape;457;g365d7afd70c_0_24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19"/>
          <p:cNvGrpSpPr/>
          <p:nvPr/>
        </p:nvGrpSpPr>
        <p:grpSpPr>
          <a:xfrm>
            <a:off x="-3255182" y="-2900774"/>
            <a:ext cx="10039932" cy="6871131"/>
            <a:chOff x="-3102782" y="-2727749"/>
            <a:chExt cx="10039932" cy="6871131"/>
          </a:xfrm>
        </p:grpSpPr>
        <p:grpSp>
          <p:nvGrpSpPr>
            <p:cNvPr id="10" name="Google Shape;10;p19"/>
            <p:cNvGrpSpPr/>
            <p:nvPr/>
          </p:nvGrpSpPr>
          <p:grpSpPr>
            <a:xfrm rot="-7778255">
              <a:off x="-2414440" y="-1445047"/>
              <a:ext cx="5355679" cy="4305728"/>
              <a:chOff x="7103825" y="-713112"/>
              <a:chExt cx="3785226" cy="3043150"/>
            </a:xfrm>
          </p:grpSpPr>
          <p:sp>
            <p:nvSpPr>
              <p:cNvPr id="11" name="Google Shape;11;p19"/>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8627"/>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 name="Google Shape;12;p19"/>
              <p:cNvPicPr preferRelativeResize="0"/>
              <p:nvPr/>
            </p:nvPicPr>
            <p:blipFill rotWithShape="1">
              <a:blip r:embed="rId2">
                <a:alphaModFix/>
              </a:blip>
              <a:srcRect b="17659" l="0" r="0" t="17656"/>
              <a:stretch/>
            </p:blipFill>
            <p:spPr>
              <a:xfrm>
                <a:off x="7103825" y="-713112"/>
                <a:ext cx="3785226" cy="2888974"/>
              </a:xfrm>
              <a:prstGeom prst="rect">
                <a:avLst/>
              </a:prstGeom>
              <a:noFill/>
              <a:ln>
                <a:noFill/>
              </a:ln>
            </p:spPr>
          </p:pic>
        </p:grpSp>
        <p:sp>
          <p:nvSpPr>
            <p:cNvPr id="13" name="Google Shape;13;p19"/>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9"/>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9"/>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sm" w="sm" type="none"/>
              <a:tailEnd len="sm" w="sm" type="none"/>
            </a:ln>
          </p:spPr>
        </p:sp>
        <p:sp>
          <p:nvSpPr>
            <p:cNvPr id="16" name="Google Shape;16;p19"/>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5098"/>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9"/>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5098"/>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 name="Google Shape;18;p19"/>
            <p:cNvGrpSpPr/>
            <p:nvPr/>
          </p:nvGrpSpPr>
          <p:grpSpPr>
            <a:xfrm flipH="1">
              <a:off x="4446909" y="391151"/>
              <a:ext cx="134044" cy="134013"/>
              <a:chOff x="1101075" y="2142375"/>
              <a:chExt cx="439200" cy="439100"/>
            </a:xfrm>
          </p:grpSpPr>
          <p:sp>
            <p:nvSpPr>
              <p:cNvPr id="19" name="Google Shape;19;p1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 name="Google Shape;21;p19"/>
            <p:cNvGrpSpPr/>
            <p:nvPr/>
          </p:nvGrpSpPr>
          <p:grpSpPr>
            <a:xfrm flipH="1">
              <a:off x="1373609" y="694563"/>
              <a:ext cx="134044" cy="134013"/>
              <a:chOff x="1101075" y="2142375"/>
              <a:chExt cx="439200" cy="439100"/>
            </a:xfrm>
          </p:grpSpPr>
          <p:sp>
            <p:nvSpPr>
              <p:cNvPr id="22" name="Google Shape;22;p1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 name="Google Shape;24;p19"/>
            <p:cNvGrpSpPr/>
            <p:nvPr/>
          </p:nvGrpSpPr>
          <p:grpSpPr>
            <a:xfrm flipH="1">
              <a:off x="1086834" y="957463"/>
              <a:ext cx="134044" cy="134013"/>
              <a:chOff x="1101075" y="2142375"/>
              <a:chExt cx="439200" cy="439100"/>
            </a:xfrm>
          </p:grpSpPr>
          <p:sp>
            <p:nvSpPr>
              <p:cNvPr id="25" name="Google Shape;25;p1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 name="Google Shape;27;p19"/>
            <p:cNvGrpSpPr/>
            <p:nvPr/>
          </p:nvGrpSpPr>
          <p:grpSpPr>
            <a:xfrm flipH="1">
              <a:off x="277709" y="957463"/>
              <a:ext cx="134044" cy="134013"/>
              <a:chOff x="1101075" y="2142375"/>
              <a:chExt cx="439200" cy="439100"/>
            </a:xfrm>
          </p:grpSpPr>
          <p:sp>
            <p:nvSpPr>
              <p:cNvPr id="28" name="Google Shape;28;p1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19"/>
            <p:cNvGrpSpPr/>
            <p:nvPr/>
          </p:nvGrpSpPr>
          <p:grpSpPr>
            <a:xfrm flipH="1">
              <a:off x="277709" y="640813"/>
              <a:ext cx="134044" cy="134013"/>
              <a:chOff x="1101075" y="2142375"/>
              <a:chExt cx="439200" cy="439100"/>
            </a:xfrm>
          </p:grpSpPr>
          <p:sp>
            <p:nvSpPr>
              <p:cNvPr id="31" name="Google Shape;31;p1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3" name="Google Shape;33;p19"/>
          <p:cNvGrpSpPr/>
          <p:nvPr/>
        </p:nvGrpSpPr>
        <p:grpSpPr>
          <a:xfrm>
            <a:off x="6385735" y="3039700"/>
            <a:ext cx="3920501" cy="3213899"/>
            <a:chOff x="6309535" y="2842975"/>
            <a:chExt cx="3920501" cy="3213899"/>
          </a:xfrm>
        </p:grpSpPr>
        <p:pic>
          <p:nvPicPr>
            <p:cNvPr id="34" name="Google Shape;34;p19"/>
            <p:cNvPicPr preferRelativeResize="0"/>
            <p:nvPr/>
          </p:nvPicPr>
          <p:blipFill rotWithShape="1">
            <a:blip r:embed="rId3">
              <a:alphaModFix/>
            </a:blip>
            <a:srcRect b="26177" l="16960" r="7121" t="24718"/>
            <a:stretch/>
          </p:blipFill>
          <p:spPr>
            <a:xfrm>
              <a:off x="6309535" y="3064650"/>
              <a:ext cx="3920501" cy="2992224"/>
            </a:xfrm>
            <a:prstGeom prst="rect">
              <a:avLst/>
            </a:prstGeom>
            <a:noFill/>
            <a:ln>
              <a:noFill/>
            </a:ln>
          </p:spPr>
        </p:pic>
        <p:sp>
          <p:nvSpPr>
            <p:cNvPr id="35" name="Google Shape;35;p19"/>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00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9"/>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000"/>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 name="Google Shape;37;p19"/>
            <p:cNvGrpSpPr/>
            <p:nvPr/>
          </p:nvGrpSpPr>
          <p:grpSpPr>
            <a:xfrm>
              <a:off x="7280400" y="3719575"/>
              <a:ext cx="582050" cy="582425"/>
              <a:chOff x="959750" y="3039275"/>
              <a:chExt cx="582050" cy="582425"/>
            </a:xfrm>
          </p:grpSpPr>
          <p:sp>
            <p:nvSpPr>
              <p:cNvPr id="38" name="Google Shape;38;p1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36078"/>
                    </a:srgbClr>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36078"/>
                    </a:srgbClr>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36078"/>
                    </a:srgbClr>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36078"/>
                    </a:srgbClr>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36078"/>
                    </a:srgbClr>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36078"/>
                    </a:srgbClr>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36078"/>
                    </a:srgbClr>
                  </a:gs>
                  <a:gs pos="100000">
                    <a:srgbClr val="FFFFFF">
                      <a:alpha val="36078"/>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19"/>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 name="Google Shape;46;p19"/>
            <p:cNvGrpSpPr/>
            <p:nvPr/>
          </p:nvGrpSpPr>
          <p:grpSpPr>
            <a:xfrm>
              <a:off x="8337812" y="3492483"/>
              <a:ext cx="699928" cy="1651024"/>
              <a:chOff x="8337812" y="3492483"/>
              <a:chExt cx="699928" cy="1651024"/>
            </a:xfrm>
          </p:grpSpPr>
          <p:sp>
            <p:nvSpPr>
              <p:cNvPr id="47" name="Google Shape;47;p19"/>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5686"/>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9"/>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5686"/>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9"/>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5686"/>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 name="Google Shape;50;p19"/>
            <p:cNvGrpSpPr/>
            <p:nvPr/>
          </p:nvGrpSpPr>
          <p:grpSpPr>
            <a:xfrm>
              <a:off x="7945225" y="4302000"/>
              <a:ext cx="904666" cy="726121"/>
              <a:chOff x="7945225" y="4302000"/>
              <a:chExt cx="904666" cy="726121"/>
            </a:xfrm>
          </p:grpSpPr>
          <p:sp>
            <p:nvSpPr>
              <p:cNvPr id="51" name="Google Shape;51;p19"/>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8627"/>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9"/>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8627"/>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9"/>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48627"/>
                    </a:srgbClr>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4" name="Google Shape;54;p19"/>
          <p:cNvSpPr txBox="1"/>
          <p:nvPr>
            <p:ph type="ctrTitle"/>
          </p:nvPr>
        </p:nvSpPr>
        <p:spPr>
          <a:xfrm>
            <a:off x="1096850" y="816324"/>
            <a:ext cx="6974700" cy="2326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Clr>
                <a:srgbClr val="191919"/>
              </a:buClr>
              <a:buSzPts val="5200"/>
              <a:buNone/>
              <a:defRPr sz="45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55" name="Google Shape;55;p19"/>
          <p:cNvSpPr txBox="1"/>
          <p:nvPr>
            <p:ph idx="1" type="subTitle"/>
          </p:nvPr>
        </p:nvSpPr>
        <p:spPr>
          <a:xfrm>
            <a:off x="1096850" y="3456250"/>
            <a:ext cx="4882500" cy="475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6" name="Google Shape;56;p19"/>
          <p:cNvGrpSpPr/>
          <p:nvPr/>
        </p:nvGrpSpPr>
        <p:grpSpPr>
          <a:xfrm>
            <a:off x="-309885" y="3617409"/>
            <a:ext cx="1448823" cy="2238802"/>
            <a:chOff x="-309885" y="3617409"/>
            <a:chExt cx="1448823" cy="2238802"/>
          </a:xfrm>
        </p:grpSpPr>
        <p:grpSp>
          <p:nvGrpSpPr>
            <p:cNvPr id="57" name="Google Shape;57;p19"/>
            <p:cNvGrpSpPr/>
            <p:nvPr/>
          </p:nvGrpSpPr>
          <p:grpSpPr>
            <a:xfrm>
              <a:off x="-277007" y="3870159"/>
              <a:ext cx="981772" cy="1986052"/>
              <a:chOff x="-293545" y="3454371"/>
              <a:chExt cx="981772" cy="1986052"/>
            </a:xfrm>
          </p:grpSpPr>
          <p:sp>
            <p:nvSpPr>
              <p:cNvPr id="58" name="Google Shape;58;p19"/>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9"/>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p19"/>
            <p:cNvGrpSpPr/>
            <p:nvPr/>
          </p:nvGrpSpPr>
          <p:grpSpPr>
            <a:xfrm>
              <a:off x="363249" y="4906873"/>
              <a:ext cx="699940" cy="478601"/>
              <a:chOff x="39723" y="4349021"/>
              <a:chExt cx="1061964" cy="726143"/>
            </a:xfrm>
          </p:grpSpPr>
          <p:grpSp>
            <p:nvGrpSpPr>
              <p:cNvPr id="61" name="Google Shape;61;p19"/>
              <p:cNvGrpSpPr/>
              <p:nvPr/>
            </p:nvGrpSpPr>
            <p:grpSpPr>
              <a:xfrm rot="2700000">
                <a:off x="140502" y="4460924"/>
                <a:ext cx="524584" cy="502337"/>
                <a:chOff x="1189791" y="-1767331"/>
                <a:chExt cx="904284" cy="865933"/>
              </a:xfrm>
            </p:grpSpPr>
            <p:sp>
              <p:nvSpPr>
                <p:cNvPr id="62" name="Google Shape;62;p1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058"/>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19"/>
                <p:cNvGrpSpPr/>
                <p:nvPr/>
              </p:nvGrpSpPr>
              <p:grpSpPr>
                <a:xfrm>
                  <a:off x="1232795" y="-1740829"/>
                  <a:ext cx="717622" cy="717393"/>
                  <a:chOff x="1483457" y="3953671"/>
                  <a:chExt cx="717622" cy="717393"/>
                </a:xfrm>
              </p:grpSpPr>
              <p:sp>
                <p:nvSpPr>
                  <p:cNvPr id="64" name="Google Shape;64;p1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9" name="Google Shape;69;p1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 name="Google Shape;70;p19"/>
            <p:cNvGrpSpPr/>
            <p:nvPr/>
          </p:nvGrpSpPr>
          <p:grpSpPr>
            <a:xfrm rot="-5400000">
              <a:off x="-461872" y="3769397"/>
              <a:ext cx="1351491" cy="1047516"/>
              <a:chOff x="-2460210" y="2758494"/>
              <a:chExt cx="1351491" cy="1047516"/>
            </a:xfrm>
          </p:grpSpPr>
          <p:sp>
            <p:nvSpPr>
              <p:cNvPr id="71" name="Google Shape;71;p19"/>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490"/>
                    </a:srgbClr>
                  </a:gs>
                  <a:gs pos="100000">
                    <a:srgbClr val="FFFFFF">
                      <a:alpha val="4549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9"/>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490"/>
                    </a:srgbClr>
                  </a:gs>
                  <a:gs pos="100000">
                    <a:srgbClr val="FFFFFF">
                      <a:alpha val="4549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9"/>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490"/>
                    </a:srgbClr>
                  </a:gs>
                  <a:gs pos="100000">
                    <a:srgbClr val="FFFFFF">
                      <a:alpha val="4549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9"/>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5490"/>
                    </a:srgbClr>
                  </a:gs>
                  <a:gs pos="100000">
                    <a:srgbClr val="FFFFFF">
                      <a:alpha val="4549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5" name="Google Shape;75;p19"/>
            <p:cNvGrpSpPr/>
            <p:nvPr/>
          </p:nvGrpSpPr>
          <p:grpSpPr>
            <a:xfrm>
              <a:off x="438999" y="4567398"/>
              <a:ext cx="699940" cy="478601"/>
              <a:chOff x="39723" y="4349021"/>
              <a:chExt cx="1061964" cy="726143"/>
            </a:xfrm>
          </p:grpSpPr>
          <p:grpSp>
            <p:nvGrpSpPr>
              <p:cNvPr id="76" name="Google Shape;76;p19"/>
              <p:cNvGrpSpPr/>
              <p:nvPr/>
            </p:nvGrpSpPr>
            <p:grpSpPr>
              <a:xfrm rot="2700000">
                <a:off x="140502" y="4460924"/>
                <a:ext cx="524584" cy="502337"/>
                <a:chOff x="1189791" y="-1767331"/>
                <a:chExt cx="904284" cy="865933"/>
              </a:xfrm>
            </p:grpSpPr>
            <p:sp>
              <p:nvSpPr>
                <p:cNvPr id="77" name="Google Shape;77;p1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058"/>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8" name="Google Shape;78;p19"/>
                <p:cNvGrpSpPr/>
                <p:nvPr/>
              </p:nvGrpSpPr>
              <p:grpSpPr>
                <a:xfrm>
                  <a:off x="1232795" y="-1740829"/>
                  <a:ext cx="717622" cy="717393"/>
                  <a:chOff x="1483457" y="3953671"/>
                  <a:chExt cx="717622" cy="717393"/>
                </a:xfrm>
              </p:grpSpPr>
              <p:sp>
                <p:nvSpPr>
                  <p:cNvPr id="79" name="Google Shape;79;p1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4" name="Google Shape;84;p1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 name="Google Shape;85;p19"/>
            <p:cNvGrpSpPr/>
            <p:nvPr/>
          </p:nvGrpSpPr>
          <p:grpSpPr>
            <a:xfrm>
              <a:off x="-65076" y="4623886"/>
              <a:ext cx="699940" cy="478601"/>
              <a:chOff x="39723" y="4349021"/>
              <a:chExt cx="1061964" cy="726143"/>
            </a:xfrm>
          </p:grpSpPr>
          <p:grpSp>
            <p:nvGrpSpPr>
              <p:cNvPr id="86" name="Google Shape;86;p19"/>
              <p:cNvGrpSpPr/>
              <p:nvPr/>
            </p:nvGrpSpPr>
            <p:grpSpPr>
              <a:xfrm rot="2700000">
                <a:off x="140502" y="4460924"/>
                <a:ext cx="524584" cy="502337"/>
                <a:chOff x="1189791" y="-1767331"/>
                <a:chExt cx="904284" cy="865933"/>
              </a:xfrm>
            </p:grpSpPr>
            <p:sp>
              <p:nvSpPr>
                <p:cNvPr id="87" name="Google Shape;87;p1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058"/>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8" name="Google Shape;88;p19"/>
                <p:cNvGrpSpPr/>
                <p:nvPr/>
              </p:nvGrpSpPr>
              <p:grpSpPr>
                <a:xfrm>
                  <a:off x="1232795" y="-1740829"/>
                  <a:ext cx="717622" cy="717393"/>
                  <a:chOff x="1483457" y="3953671"/>
                  <a:chExt cx="717622" cy="717393"/>
                </a:xfrm>
              </p:grpSpPr>
              <p:sp>
                <p:nvSpPr>
                  <p:cNvPr id="89" name="Google Shape;89;p1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4" name="Google Shape;94;p1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95" name="Shape 95"/>
        <p:cNvGrpSpPr/>
        <p:nvPr/>
      </p:nvGrpSpPr>
      <p:grpSpPr>
        <a:xfrm>
          <a:off x="0" y="0"/>
          <a:ext cx="0" cy="0"/>
          <a:chOff x="0" y="0"/>
          <a:chExt cx="0" cy="0"/>
        </a:xfrm>
      </p:grpSpPr>
      <p:sp>
        <p:nvSpPr>
          <p:cNvPr id="96" name="Google Shape;96;p2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7" name="Google Shape;97;p20"/>
          <p:cNvSpPr txBox="1"/>
          <p:nvPr>
            <p:ph idx="1" type="subTitle"/>
          </p:nvPr>
        </p:nvSpPr>
        <p:spPr>
          <a:xfrm>
            <a:off x="713225" y="2041525"/>
            <a:ext cx="5578500" cy="606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8" name="Google Shape;98;p20"/>
          <p:cNvSpPr txBox="1"/>
          <p:nvPr>
            <p:ph idx="2" type="subTitle"/>
          </p:nvPr>
        </p:nvSpPr>
        <p:spPr>
          <a:xfrm>
            <a:off x="713225" y="3366650"/>
            <a:ext cx="5578500" cy="642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9" name="Google Shape;99;p20"/>
          <p:cNvSpPr txBox="1"/>
          <p:nvPr>
            <p:ph idx="3" type="subTitle"/>
          </p:nvPr>
        </p:nvSpPr>
        <p:spPr>
          <a:xfrm>
            <a:off x="713225" y="1679400"/>
            <a:ext cx="5578500" cy="4023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0" name="Google Shape;100;p20"/>
          <p:cNvSpPr txBox="1"/>
          <p:nvPr>
            <p:ph idx="4" type="subTitle"/>
          </p:nvPr>
        </p:nvSpPr>
        <p:spPr>
          <a:xfrm>
            <a:off x="713225" y="3040550"/>
            <a:ext cx="5578500" cy="4023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01" name="Google Shape;101;p20"/>
          <p:cNvGrpSpPr/>
          <p:nvPr/>
        </p:nvGrpSpPr>
        <p:grpSpPr>
          <a:xfrm flipH="1" rot="-5400000">
            <a:off x="6239117" y="1032768"/>
            <a:ext cx="5022035" cy="4764449"/>
            <a:chOff x="4571991" y="2268216"/>
            <a:chExt cx="5022035" cy="4764449"/>
          </a:xfrm>
        </p:grpSpPr>
        <p:pic>
          <p:nvPicPr>
            <p:cNvPr id="102" name="Google Shape;102;p20"/>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103" name="Google Shape;103;p20"/>
            <p:cNvGrpSpPr/>
            <p:nvPr/>
          </p:nvGrpSpPr>
          <p:grpSpPr>
            <a:xfrm rot="10800000">
              <a:off x="4571991" y="2268216"/>
              <a:ext cx="5022035" cy="4764449"/>
              <a:chOff x="-494405" y="-1584825"/>
              <a:chExt cx="4397193" cy="4171657"/>
            </a:xfrm>
          </p:grpSpPr>
          <p:grpSp>
            <p:nvGrpSpPr>
              <p:cNvPr id="104" name="Google Shape;104;p20"/>
              <p:cNvGrpSpPr/>
              <p:nvPr/>
            </p:nvGrpSpPr>
            <p:grpSpPr>
              <a:xfrm>
                <a:off x="245875" y="-51824"/>
                <a:ext cx="208200" cy="1824700"/>
                <a:chOff x="1040050" y="3812126"/>
                <a:chExt cx="208200" cy="1824700"/>
              </a:xfrm>
            </p:grpSpPr>
            <p:sp>
              <p:nvSpPr>
                <p:cNvPr id="105" name="Google Shape;105;p20"/>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5490"/>
                      </a:srgbClr>
                    </a:gs>
                    <a:gs pos="100000">
                      <a:srgbClr val="FFFFFF">
                        <a:alpha val="4549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0"/>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 name="Google Shape;107;p20"/>
              <p:cNvGrpSpPr/>
              <p:nvPr/>
            </p:nvGrpSpPr>
            <p:grpSpPr>
              <a:xfrm rot="-8100000">
                <a:off x="540898" y="-1172741"/>
                <a:ext cx="2552124" cy="3347490"/>
                <a:chOff x="2976325" y="908175"/>
                <a:chExt cx="4028179" cy="5283555"/>
              </a:xfrm>
            </p:grpSpPr>
            <p:sp>
              <p:nvSpPr>
                <p:cNvPr id="108" name="Google Shape;108;p20"/>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0"/>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0"/>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 name="Google Shape;111;p20"/>
              <p:cNvGrpSpPr/>
              <p:nvPr/>
            </p:nvGrpSpPr>
            <p:grpSpPr>
              <a:xfrm>
                <a:off x="-1" y="621223"/>
                <a:ext cx="699940" cy="478601"/>
                <a:chOff x="39723" y="4349021"/>
                <a:chExt cx="1061964" cy="726143"/>
              </a:xfrm>
            </p:grpSpPr>
            <p:grpSp>
              <p:nvGrpSpPr>
                <p:cNvPr id="112" name="Google Shape;112;p20"/>
                <p:cNvGrpSpPr/>
                <p:nvPr/>
              </p:nvGrpSpPr>
              <p:grpSpPr>
                <a:xfrm rot="2700000">
                  <a:off x="140502" y="4460924"/>
                  <a:ext cx="524584" cy="502337"/>
                  <a:chOff x="1189791" y="-1767331"/>
                  <a:chExt cx="904284" cy="865933"/>
                </a:xfrm>
              </p:grpSpPr>
              <p:sp>
                <p:nvSpPr>
                  <p:cNvPr id="113" name="Google Shape;113;p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058"/>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4" name="Google Shape;114;p20"/>
                  <p:cNvGrpSpPr/>
                  <p:nvPr/>
                </p:nvGrpSpPr>
                <p:grpSpPr>
                  <a:xfrm>
                    <a:off x="1232795" y="-1740829"/>
                    <a:ext cx="717622" cy="717393"/>
                    <a:chOff x="1483457" y="3953671"/>
                    <a:chExt cx="717622" cy="717393"/>
                  </a:xfrm>
                </p:grpSpPr>
                <p:sp>
                  <p:nvSpPr>
                    <p:cNvPr id="115" name="Google Shape;115;p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0" name="Google Shape;120;p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 name="Google Shape;121;p20"/>
              <p:cNvGrpSpPr/>
              <p:nvPr/>
            </p:nvGrpSpPr>
            <p:grpSpPr>
              <a:xfrm>
                <a:off x="955673" y="11"/>
                <a:ext cx="592576" cy="405260"/>
                <a:chOff x="39723" y="4349021"/>
                <a:chExt cx="1061964" cy="726143"/>
              </a:xfrm>
            </p:grpSpPr>
            <p:grpSp>
              <p:nvGrpSpPr>
                <p:cNvPr id="122" name="Google Shape;122;p20"/>
                <p:cNvGrpSpPr/>
                <p:nvPr/>
              </p:nvGrpSpPr>
              <p:grpSpPr>
                <a:xfrm rot="2700000">
                  <a:off x="140502" y="4460924"/>
                  <a:ext cx="524584" cy="502337"/>
                  <a:chOff x="1189791" y="-1767331"/>
                  <a:chExt cx="904284" cy="865933"/>
                </a:xfrm>
              </p:grpSpPr>
              <p:sp>
                <p:nvSpPr>
                  <p:cNvPr id="123" name="Google Shape;123;p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058"/>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4" name="Google Shape;124;p20"/>
                  <p:cNvGrpSpPr/>
                  <p:nvPr/>
                </p:nvGrpSpPr>
                <p:grpSpPr>
                  <a:xfrm>
                    <a:off x="1232795" y="-1740829"/>
                    <a:ext cx="717622" cy="717393"/>
                    <a:chOff x="1483457" y="3953671"/>
                    <a:chExt cx="717622" cy="717393"/>
                  </a:xfrm>
                </p:grpSpPr>
                <p:sp>
                  <p:nvSpPr>
                    <p:cNvPr id="125" name="Google Shape;125;p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30" name="Google Shape;130;p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1" name="Google Shape;131;p20"/>
              <p:cNvGrpSpPr/>
              <p:nvPr/>
            </p:nvGrpSpPr>
            <p:grpSpPr>
              <a:xfrm>
                <a:off x="441574" y="-36652"/>
                <a:ext cx="699940" cy="478601"/>
                <a:chOff x="39723" y="4349021"/>
                <a:chExt cx="1061964" cy="726143"/>
              </a:xfrm>
            </p:grpSpPr>
            <p:grpSp>
              <p:nvGrpSpPr>
                <p:cNvPr id="132" name="Google Shape;132;p20"/>
                <p:cNvGrpSpPr/>
                <p:nvPr/>
              </p:nvGrpSpPr>
              <p:grpSpPr>
                <a:xfrm rot="2700000">
                  <a:off x="140502" y="4460924"/>
                  <a:ext cx="524584" cy="502337"/>
                  <a:chOff x="1189791" y="-1767331"/>
                  <a:chExt cx="904284" cy="865933"/>
                </a:xfrm>
              </p:grpSpPr>
              <p:sp>
                <p:nvSpPr>
                  <p:cNvPr id="133" name="Google Shape;133;p2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7058"/>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4" name="Google Shape;134;p20"/>
                  <p:cNvGrpSpPr/>
                  <p:nvPr/>
                </p:nvGrpSpPr>
                <p:grpSpPr>
                  <a:xfrm>
                    <a:off x="1232795" y="-1740829"/>
                    <a:ext cx="717622" cy="717393"/>
                    <a:chOff x="1483457" y="3953671"/>
                    <a:chExt cx="717622" cy="717393"/>
                  </a:xfrm>
                </p:grpSpPr>
                <p:sp>
                  <p:nvSpPr>
                    <p:cNvPr id="135" name="Google Shape;135;p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5490"/>
                          </a:srgbClr>
                        </a:gs>
                        <a:gs pos="100000">
                          <a:srgbClr val="FFFFFF">
                            <a:alpha val="4549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40" name="Google Shape;140;p2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1" name="Google Shape;141;p20"/>
              <p:cNvGrpSpPr/>
              <p:nvPr/>
            </p:nvGrpSpPr>
            <p:grpSpPr>
              <a:xfrm>
                <a:off x="-494405" y="-252396"/>
                <a:ext cx="1741563" cy="1288563"/>
                <a:chOff x="-494405" y="-252396"/>
                <a:chExt cx="1741563" cy="1288563"/>
              </a:xfrm>
            </p:grpSpPr>
            <p:sp>
              <p:nvSpPr>
                <p:cNvPr id="142" name="Google Shape;142;p20"/>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0"/>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44" name="Google Shape;144;p20"/>
            <p:cNvGrpSpPr/>
            <p:nvPr/>
          </p:nvGrpSpPr>
          <p:grpSpPr>
            <a:xfrm>
              <a:off x="5643425" y="4968525"/>
              <a:ext cx="439200" cy="439100"/>
              <a:chOff x="1101075" y="2142375"/>
              <a:chExt cx="439200" cy="439100"/>
            </a:xfrm>
          </p:grpSpPr>
          <p:sp>
            <p:nvSpPr>
              <p:cNvPr id="145" name="Google Shape;145;p2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098"/>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2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098"/>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pic>
        <p:nvPicPr>
          <p:cNvPr id="147" name="Google Shape;147;p20"/>
          <p:cNvPicPr preferRelativeResize="0"/>
          <p:nvPr/>
        </p:nvPicPr>
        <p:blipFill rotWithShape="1">
          <a:blip r:embed="rId2">
            <a:alphaModFix/>
          </a:blip>
          <a:srcRect b="26177" l="16960" r="7121" t="24718"/>
          <a:stretch/>
        </p:blipFill>
        <p:spPr>
          <a:xfrm rot="5400000">
            <a:off x="-1432850" y="882950"/>
            <a:ext cx="2441950" cy="1863749"/>
          </a:xfrm>
          <a:prstGeom prst="rect">
            <a:avLst/>
          </a:prstGeom>
          <a:noFill/>
          <a:ln>
            <a:noFill/>
          </a:ln>
        </p:spPr>
      </p:pic>
      <p:grpSp>
        <p:nvGrpSpPr>
          <p:cNvPr id="148" name="Google Shape;148;p20"/>
          <p:cNvGrpSpPr/>
          <p:nvPr/>
        </p:nvGrpSpPr>
        <p:grpSpPr>
          <a:xfrm rot="10800000">
            <a:off x="6045700" y="237976"/>
            <a:ext cx="4558967" cy="134100"/>
            <a:chOff x="796100" y="3019701"/>
            <a:chExt cx="4558967" cy="134100"/>
          </a:xfrm>
        </p:grpSpPr>
        <p:sp>
          <p:nvSpPr>
            <p:cNvPr id="149" name="Google Shape;149;p20"/>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0" name="Google Shape;150;p20"/>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51" name="Google Shape;151;p20"/>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2" name="Google Shape;152;p20"/>
          <p:cNvGrpSpPr/>
          <p:nvPr/>
        </p:nvGrpSpPr>
        <p:grpSpPr>
          <a:xfrm>
            <a:off x="-1143750" y="3925887"/>
            <a:ext cx="4558967" cy="1517787"/>
            <a:chOff x="-1143750" y="3849687"/>
            <a:chExt cx="4558967" cy="1517787"/>
          </a:xfrm>
        </p:grpSpPr>
        <p:grpSp>
          <p:nvGrpSpPr>
            <p:cNvPr id="153" name="Google Shape;153;p20"/>
            <p:cNvGrpSpPr/>
            <p:nvPr/>
          </p:nvGrpSpPr>
          <p:grpSpPr>
            <a:xfrm rot="5400000">
              <a:off x="-805838" y="4155104"/>
              <a:ext cx="1517787" cy="906953"/>
              <a:chOff x="-55500" y="4835979"/>
              <a:chExt cx="1517787" cy="906953"/>
            </a:xfrm>
          </p:grpSpPr>
          <p:sp>
            <p:nvSpPr>
              <p:cNvPr id="154" name="Google Shape;154;p20"/>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9803"/>
                    </a:srgbClr>
                  </a:gs>
                  <a:gs pos="22000">
                    <a:srgbClr val="F5F8FF">
                      <a:alpha val="29803"/>
                    </a:srgbClr>
                  </a:gs>
                  <a:gs pos="45000">
                    <a:srgbClr val="FFFFFF">
                      <a:alpha val="29803"/>
                    </a:srgbClr>
                  </a:gs>
                  <a:gs pos="100000">
                    <a:srgbClr val="0C0A9E">
                      <a:alpha val="29803"/>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0"/>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8627"/>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0"/>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9803"/>
                    </a:srgbClr>
                  </a:gs>
                  <a:gs pos="22000">
                    <a:srgbClr val="F5F8FF">
                      <a:alpha val="29803"/>
                    </a:srgbClr>
                  </a:gs>
                  <a:gs pos="45000">
                    <a:srgbClr val="FFFFFF">
                      <a:alpha val="29803"/>
                    </a:srgbClr>
                  </a:gs>
                  <a:gs pos="100000">
                    <a:srgbClr val="0C0A9E">
                      <a:alpha val="29803"/>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20"/>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8627"/>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8" name="Google Shape;158;p20"/>
            <p:cNvGrpSpPr/>
            <p:nvPr/>
          </p:nvGrpSpPr>
          <p:grpSpPr>
            <a:xfrm>
              <a:off x="-549966" y="3946425"/>
              <a:ext cx="2833357" cy="1421047"/>
              <a:chOff x="-677366" y="4067275"/>
              <a:chExt cx="2833357" cy="1421047"/>
            </a:xfrm>
          </p:grpSpPr>
          <p:sp>
            <p:nvSpPr>
              <p:cNvPr id="159" name="Google Shape;159;p20"/>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5098"/>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0" name="Google Shape;160;p20"/>
              <p:cNvGrpSpPr/>
              <p:nvPr/>
            </p:nvGrpSpPr>
            <p:grpSpPr>
              <a:xfrm>
                <a:off x="317735" y="4614472"/>
                <a:ext cx="161977" cy="161940"/>
                <a:chOff x="1101075" y="2142375"/>
                <a:chExt cx="439200" cy="439100"/>
              </a:xfrm>
            </p:grpSpPr>
            <p:sp>
              <p:nvSpPr>
                <p:cNvPr id="161" name="Google Shape;161;p2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098"/>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098"/>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 name="Google Shape;163;p20"/>
              <p:cNvGrpSpPr/>
              <p:nvPr/>
            </p:nvGrpSpPr>
            <p:grpSpPr>
              <a:xfrm rot="10800000">
                <a:off x="1700151" y="5032693"/>
                <a:ext cx="161977" cy="161940"/>
                <a:chOff x="1101075" y="2142375"/>
                <a:chExt cx="439200" cy="439100"/>
              </a:xfrm>
            </p:grpSpPr>
            <p:sp>
              <p:nvSpPr>
                <p:cNvPr id="164" name="Google Shape;164;p2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098"/>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098"/>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66" name="Google Shape;166;p20"/>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7" name="Google Shape;167;p20"/>
            <p:cNvGrpSpPr/>
            <p:nvPr/>
          </p:nvGrpSpPr>
          <p:grpSpPr>
            <a:xfrm>
              <a:off x="-1143750" y="4741576"/>
              <a:ext cx="4558967" cy="134100"/>
              <a:chOff x="796100" y="3019701"/>
              <a:chExt cx="4558967" cy="134100"/>
            </a:xfrm>
          </p:grpSpPr>
          <p:sp>
            <p:nvSpPr>
              <p:cNvPr id="168" name="Google Shape;168;p20"/>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9" name="Google Shape;169;p20"/>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70" name="Google Shape;170;p20"/>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71" name="Shape 17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72" name="Shape 172"/>
        <p:cNvGrpSpPr/>
        <p:nvPr/>
      </p:nvGrpSpPr>
      <p:grpSpPr>
        <a:xfrm>
          <a:off x="0" y="0"/>
          <a:ext cx="0" cy="0"/>
          <a:chOff x="0" y="0"/>
          <a:chExt cx="0" cy="0"/>
        </a:xfrm>
      </p:grpSpPr>
      <p:grpSp>
        <p:nvGrpSpPr>
          <p:cNvPr id="173" name="Google Shape;173;p22"/>
          <p:cNvGrpSpPr/>
          <p:nvPr/>
        </p:nvGrpSpPr>
        <p:grpSpPr>
          <a:xfrm>
            <a:off x="-623241" y="3925887"/>
            <a:ext cx="2833357" cy="1517787"/>
            <a:chOff x="-623241" y="3849687"/>
            <a:chExt cx="2833357" cy="1517787"/>
          </a:xfrm>
        </p:grpSpPr>
        <p:grpSp>
          <p:nvGrpSpPr>
            <p:cNvPr id="174" name="Google Shape;174;p22"/>
            <p:cNvGrpSpPr/>
            <p:nvPr/>
          </p:nvGrpSpPr>
          <p:grpSpPr>
            <a:xfrm rot="5400000">
              <a:off x="-879113" y="4155104"/>
              <a:ext cx="1517787" cy="906953"/>
              <a:chOff x="-55500" y="4835979"/>
              <a:chExt cx="1517787" cy="906953"/>
            </a:xfrm>
          </p:grpSpPr>
          <p:sp>
            <p:nvSpPr>
              <p:cNvPr id="175" name="Google Shape;175;p22"/>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9803"/>
                    </a:srgbClr>
                  </a:gs>
                  <a:gs pos="22000">
                    <a:srgbClr val="F5F8FF">
                      <a:alpha val="29803"/>
                    </a:srgbClr>
                  </a:gs>
                  <a:gs pos="45000">
                    <a:srgbClr val="FFFFFF">
                      <a:alpha val="29803"/>
                    </a:srgbClr>
                  </a:gs>
                  <a:gs pos="100000">
                    <a:srgbClr val="0C0A9E">
                      <a:alpha val="29803"/>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2"/>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8627"/>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2"/>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9803"/>
                    </a:srgbClr>
                  </a:gs>
                  <a:gs pos="22000">
                    <a:srgbClr val="F5F8FF">
                      <a:alpha val="29803"/>
                    </a:srgbClr>
                  </a:gs>
                  <a:gs pos="45000">
                    <a:srgbClr val="FFFFFF">
                      <a:alpha val="29803"/>
                    </a:srgbClr>
                  </a:gs>
                  <a:gs pos="100000">
                    <a:srgbClr val="0C0A9E">
                      <a:alpha val="29803"/>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2"/>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8627"/>
                    </a:srgbClr>
                  </a:gs>
                </a:gsLst>
                <a:lin ang="26986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9" name="Google Shape;179;p22"/>
            <p:cNvGrpSpPr/>
            <p:nvPr/>
          </p:nvGrpSpPr>
          <p:grpSpPr>
            <a:xfrm>
              <a:off x="-623241" y="3946425"/>
              <a:ext cx="2833357" cy="1421047"/>
              <a:chOff x="-677366" y="4067275"/>
              <a:chExt cx="2833357" cy="1421047"/>
            </a:xfrm>
          </p:grpSpPr>
          <p:sp>
            <p:nvSpPr>
              <p:cNvPr id="180" name="Google Shape;180;p22"/>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5098"/>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1" name="Google Shape;181;p22"/>
              <p:cNvGrpSpPr/>
              <p:nvPr/>
            </p:nvGrpSpPr>
            <p:grpSpPr>
              <a:xfrm>
                <a:off x="317735" y="4614472"/>
                <a:ext cx="161977" cy="161940"/>
                <a:chOff x="1101075" y="2142375"/>
                <a:chExt cx="439200" cy="439100"/>
              </a:xfrm>
            </p:grpSpPr>
            <p:sp>
              <p:nvSpPr>
                <p:cNvPr id="182" name="Google Shape;182;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098"/>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098"/>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 name="Google Shape;184;p22"/>
              <p:cNvGrpSpPr/>
              <p:nvPr/>
            </p:nvGrpSpPr>
            <p:grpSpPr>
              <a:xfrm rot="10800000">
                <a:off x="1700151" y="5032693"/>
                <a:ext cx="161977" cy="161940"/>
                <a:chOff x="1101075" y="2142375"/>
                <a:chExt cx="439200" cy="439100"/>
              </a:xfrm>
            </p:grpSpPr>
            <p:sp>
              <p:nvSpPr>
                <p:cNvPr id="185" name="Google Shape;185;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5098"/>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5098"/>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87" name="Google Shape;187;p22"/>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8" name="Google Shape;188;p22"/>
          <p:cNvGrpSpPr/>
          <p:nvPr/>
        </p:nvGrpSpPr>
        <p:grpSpPr>
          <a:xfrm>
            <a:off x="6323926" y="-1678249"/>
            <a:ext cx="4189198" cy="3065874"/>
            <a:chOff x="6171526" y="-1678249"/>
            <a:chExt cx="4189198" cy="3065874"/>
          </a:xfrm>
        </p:grpSpPr>
        <p:sp>
          <p:nvSpPr>
            <p:cNvPr id="189" name="Google Shape;189;p22"/>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0" name="Google Shape;190;p22"/>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191" name="Google Shape;191;p22"/>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2" name="Google Shape;192;p22"/>
            <p:cNvGrpSpPr/>
            <p:nvPr/>
          </p:nvGrpSpPr>
          <p:grpSpPr>
            <a:xfrm rot="-2700000">
              <a:off x="8302147" y="61289"/>
              <a:ext cx="582044" cy="582419"/>
              <a:chOff x="959750" y="3039275"/>
              <a:chExt cx="582050" cy="582425"/>
            </a:xfrm>
          </p:grpSpPr>
          <p:sp>
            <p:nvSpPr>
              <p:cNvPr id="193" name="Google Shape;193;p2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2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2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2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0" name="Google Shape;200;p22"/>
            <p:cNvGrpSpPr/>
            <p:nvPr/>
          </p:nvGrpSpPr>
          <p:grpSpPr>
            <a:xfrm rot="-2700000">
              <a:off x="8551447" y="61289"/>
              <a:ext cx="582044" cy="582419"/>
              <a:chOff x="959750" y="3039275"/>
              <a:chExt cx="582050" cy="582425"/>
            </a:xfrm>
          </p:grpSpPr>
          <p:sp>
            <p:nvSpPr>
              <p:cNvPr id="201" name="Google Shape;201;p2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2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2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2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36078"/>
                    </a:srgbClr>
                  </a:gs>
                  <a:gs pos="100000">
                    <a:srgbClr val="FFFFFF">
                      <a:alpha val="36078"/>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08" name="Google Shape;208;p22"/>
          <p:cNvGrpSpPr/>
          <p:nvPr/>
        </p:nvGrpSpPr>
        <p:grpSpPr>
          <a:xfrm rot="2700000">
            <a:off x="8945322" y="2352177"/>
            <a:ext cx="439196" cy="439096"/>
            <a:chOff x="1101075" y="2142375"/>
            <a:chExt cx="439200" cy="439100"/>
          </a:xfrm>
        </p:grpSpPr>
        <p:sp>
          <p:nvSpPr>
            <p:cNvPr id="209" name="Google Shape;209;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211" name="Shape 211"/>
        <p:cNvGrpSpPr/>
        <p:nvPr/>
      </p:nvGrpSpPr>
      <p:grpSpPr>
        <a:xfrm>
          <a:off x="0" y="0"/>
          <a:ext cx="0" cy="0"/>
          <a:chOff x="0" y="0"/>
          <a:chExt cx="0" cy="0"/>
        </a:xfrm>
      </p:grpSpPr>
      <p:grpSp>
        <p:nvGrpSpPr>
          <p:cNvPr id="212" name="Google Shape;212;p23"/>
          <p:cNvGrpSpPr/>
          <p:nvPr/>
        </p:nvGrpSpPr>
        <p:grpSpPr>
          <a:xfrm>
            <a:off x="8332550" y="-7"/>
            <a:ext cx="2386151" cy="3293872"/>
            <a:chOff x="8256352" y="-7"/>
            <a:chExt cx="2386151" cy="3293872"/>
          </a:xfrm>
        </p:grpSpPr>
        <p:pic>
          <p:nvPicPr>
            <p:cNvPr id="213" name="Google Shape;213;p23"/>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214" name="Google Shape;214;p23"/>
            <p:cNvGrpSpPr/>
            <p:nvPr/>
          </p:nvGrpSpPr>
          <p:grpSpPr>
            <a:xfrm rot="10800000">
              <a:off x="8452443" y="-7"/>
              <a:ext cx="325155" cy="1788670"/>
              <a:chOff x="8869019" y="-622132"/>
              <a:chExt cx="325155" cy="1788670"/>
            </a:xfrm>
          </p:grpSpPr>
          <p:sp>
            <p:nvSpPr>
              <p:cNvPr id="215" name="Google Shape;215;p23"/>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6" name="Google Shape;216;p23"/>
              <p:cNvGrpSpPr/>
              <p:nvPr/>
            </p:nvGrpSpPr>
            <p:grpSpPr>
              <a:xfrm rot="1800062">
                <a:off x="9035610" y="1007995"/>
                <a:ext cx="134040" cy="134009"/>
                <a:chOff x="1101075" y="2142375"/>
                <a:chExt cx="439200" cy="439100"/>
              </a:xfrm>
            </p:grpSpPr>
            <p:sp>
              <p:nvSpPr>
                <p:cNvPr id="217" name="Google Shape;217;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000"/>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7058"/>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219" name="Google Shape;219;p23"/>
          <p:cNvGrpSpPr/>
          <p:nvPr/>
        </p:nvGrpSpPr>
        <p:grpSpPr>
          <a:xfrm>
            <a:off x="-213525" y="171225"/>
            <a:ext cx="439200" cy="439100"/>
            <a:chOff x="1101075" y="2142375"/>
            <a:chExt cx="439200" cy="439100"/>
          </a:xfrm>
        </p:grpSpPr>
        <p:sp>
          <p:nvSpPr>
            <p:cNvPr id="220" name="Google Shape;220;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2" name="Google Shape;222;p23"/>
          <p:cNvGrpSpPr/>
          <p:nvPr/>
        </p:nvGrpSpPr>
        <p:grpSpPr>
          <a:xfrm>
            <a:off x="-1262974" y="3161327"/>
            <a:ext cx="4822591" cy="2934500"/>
            <a:chOff x="-1186774" y="3161328"/>
            <a:chExt cx="4822591" cy="2934500"/>
          </a:xfrm>
        </p:grpSpPr>
        <p:pic>
          <p:nvPicPr>
            <p:cNvPr id="223" name="Google Shape;223;p23"/>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224" name="Google Shape;224;p23"/>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7058"/>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5" name="Google Shape;225;p23"/>
            <p:cNvGrpSpPr/>
            <p:nvPr/>
          </p:nvGrpSpPr>
          <p:grpSpPr>
            <a:xfrm>
              <a:off x="58899" y="4608583"/>
              <a:ext cx="604346" cy="657081"/>
              <a:chOff x="58899" y="4608583"/>
              <a:chExt cx="604346" cy="657081"/>
            </a:xfrm>
          </p:grpSpPr>
          <p:grpSp>
            <p:nvGrpSpPr>
              <p:cNvPr id="226" name="Google Shape;226;p23"/>
              <p:cNvGrpSpPr/>
              <p:nvPr/>
            </p:nvGrpSpPr>
            <p:grpSpPr>
              <a:xfrm rot="10800000">
                <a:off x="58899" y="4608583"/>
                <a:ext cx="328346" cy="328531"/>
                <a:chOff x="3678700" y="407275"/>
                <a:chExt cx="708100" cy="708500"/>
              </a:xfrm>
            </p:grpSpPr>
            <p:sp>
              <p:nvSpPr>
                <p:cNvPr id="227" name="Google Shape;227;p2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2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2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2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EB9109">
                        <a:alpha val="45490"/>
                      </a:srgbClr>
                    </a:gs>
                    <a:gs pos="78000">
                      <a:srgbClr val="F5F8FF">
                        <a:alpha val="45490"/>
                      </a:srgbClr>
                    </a:gs>
                    <a:gs pos="100000">
                      <a:srgbClr val="F5F8FF">
                        <a:alpha val="45490"/>
                      </a:srgbClr>
                    </a:gs>
                  </a:gsLst>
                  <a:lin ang="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4" name="Google Shape;234;p23"/>
              <p:cNvGrpSpPr/>
              <p:nvPr/>
            </p:nvGrpSpPr>
            <p:grpSpPr>
              <a:xfrm rot="10800000">
                <a:off x="334899" y="4608583"/>
                <a:ext cx="328346" cy="328531"/>
                <a:chOff x="3678700" y="407275"/>
                <a:chExt cx="708100" cy="708500"/>
              </a:xfrm>
            </p:grpSpPr>
            <p:sp>
              <p:nvSpPr>
                <p:cNvPr id="235" name="Google Shape;235;p2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2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2" name="Google Shape;242;p23"/>
              <p:cNvGrpSpPr/>
              <p:nvPr/>
            </p:nvGrpSpPr>
            <p:grpSpPr>
              <a:xfrm rot="10800000">
                <a:off x="282574" y="4937133"/>
                <a:ext cx="328346" cy="328531"/>
                <a:chOff x="3678700" y="407275"/>
                <a:chExt cx="708100" cy="708500"/>
              </a:xfrm>
            </p:grpSpPr>
            <p:sp>
              <p:nvSpPr>
                <p:cNvPr id="243" name="Google Shape;243;p2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45490"/>
                      </a:srgbClr>
                    </a:gs>
                    <a:gs pos="100000">
                      <a:srgbClr val="FFFFFF">
                        <a:alpha val="45490"/>
                      </a:srgbClr>
                    </a:gs>
                  </a:gsLst>
                  <a:lin ang="1350003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50" name="Google Shape;250;p23"/>
            <p:cNvGrpSpPr/>
            <p:nvPr/>
          </p:nvGrpSpPr>
          <p:grpSpPr>
            <a:xfrm>
              <a:off x="-923150" y="4796551"/>
              <a:ext cx="4558967" cy="134100"/>
              <a:chOff x="796100" y="3019701"/>
              <a:chExt cx="4558967" cy="134100"/>
            </a:xfrm>
          </p:grpSpPr>
          <p:sp>
            <p:nvSpPr>
              <p:cNvPr id="251" name="Google Shape;251;p23"/>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2" name="Google Shape;252;p23"/>
              <p:cNvCxnSpPr/>
              <p:nvPr/>
            </p:nvCxnSpPr>
            <p:spPr>
              <a:xfrm>
                <a:off x="796100" y="3086750"/>
                <a:ext cx="4462800" cy="0"/>
              </a:xfrm>
              <a:prstGeom prst="straightConnector1">
                <a:avLst/>
              </a:prstGeom>
              <a:noFill/>
              <a:ln cap="flat" cmpd="sng" w="9525">
                <a:solidFill>
                  <a:schemeClr val="lt1"/>
                </a:solidFill>
                <a:prstDash val="solid"/>
                <a:round/>
                <a:headEnd len="sm" w="sm" type="none"/>
                <a:tailEnd len="sm" w="sm" type="none"/>
              </a:ln>
            </p:spPr>
          </p:cxnSp>
          <p:sp>
            <p:nvSpPr>
              <p:cNvPr id="253" name="Google Shape;253;p23"/>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4" name="Shape 254"/>
        <p:cNvGrpSpPr/>
        <p:nvPr/>
      </p:nvGrpSpPr>
      <p:grpSpPr>
        <a:xfrm>
          <a:off x="0" y="0"/>
          <a:ext cx="0" cy="0"/>
          <a:chOff x="0" y="0"/>
          <a:chExt cx="0" cy="0"/>
        </a:xfrm>
      </p:grpSpPr>
      <p:sp>
        <p:nvSpPr>
          <p:cNvPr id="255" name="Google Shape;255;g365d7afd70c_0_35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6" name="Google Shape;256;g365d7afd70c_0_35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7" name="Google Shape;257;g365d7afd70c_0_35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58" name="Google Shape;258;g365d7afd70c_0_35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59" name="Google Shape;259;g365d7afd70c_0_35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1pPr>
            <a:lvl2pPr lvl="1"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2pPr>
            <a:lvl3pPr lvl="2"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3pPr>
            <a:lvl4pPr lvl="3"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4pPr>
            <a:lvl5pPr lvl="4"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5pPr>
            <a:lvl6pPr lvl="5"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6pPr>
            <a:lvl7pPr lvl="6"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7pPr>
            <a:lvl8pPr lvl="7"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8pPr>
            <a:lvl9pPr lvl="8" marR="0" rtl="0" algn="l">
              <a:lnSpc>
                <a:spcPct val="100000"/>
              </a:lnSpc>
              <a:spcBef>
                <a:spcPts val="0"/>
              </a:spcBef>
              <a:spcAft>
                <a:spcPts val="0"/>
              </a:spcAft>
              <a:buClr>
                <a:schemeClr val="dk2"/>
              </a:buClr>
              <a:buSzPts val="3000"/>
              <a:buFont typeface="IBM Plex Mono"/>
              <a:buNone/>
              <a:defRPr b="1" i="0" sz="3000" u="none" cap="none" strike="noStrike">
                <a:solidFill>
                  <a:schemeClr val="dk2"/>
                </a:solidFill>
                <a:latin typeface="IBM Plex Mono"/>
                <a:ea typeface="IBM Plex Mono"/>
                <a:cs typeface="IBM Plex Mono"/>
                <a:sym typeface="IBM Plex Mono"/>
              </a:defRPr>
            </a:lvl9pPr>
          </a:lstStyle>
          <a:p/>
        </p:txBody>
      </p:sp>
      <p:sp>
        <p:nvSpPr>
          <p:cNvPr id="7" name="Google Shape;7;p18"/>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1pPr>
            <a:lvl2pPr indent="-317500" lvl="1" marL="914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2pPr>
            <a:lvl3pPr indent="-317500" lvl="2" marL="1371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3pPr>
            <a:lvl4pPr indent="-317500" lvl="3" marL="1828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4pPr>
            <a:lvl5pPr indent="-317500" lvl="4" marL="22860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5pPr>
            <a:lvl6pPr indent="-317500" lvl="5" marL="2743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6pPr>
            <a:lvl7pPr indent="-317500" lvl="6" marL="3200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7pPr>
            <a:lvl8pPr indent="-317500" lvl="7" marL="3657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8pPr>
            <a:lvl9pPr indent="-317500" lvl="8" marL="4114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test.daffodilvarsity.edu.b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3" name="Shape 263"/>
        <p:cNvGrpSpPr/>
        <p:nvPr/>
      </p:nvGrpSpPr>
      <p:grpSpPr>
        <a:xfrm>
          <a:off x="0" y="0"/>
          <a:ext cx="0" cy="0"/>
          <a:chOff x="0" y="0"/>
          <a:chExt cx="0" cy="0"/>
        </a:xfrm>
      </p:grpSpPr>
      <p:sp>
        <p:nvSpPr>
          <p:cNvPr id="264" name="Google Shape;264;p1"/>
          <p:cNvSpPr txBox="1"/>
          <p:nvPr>
            <p:ph idx="1" type="subTitle"/>
          </p:nvPr>
        </p:nvSpPr>
        <p:spPr>
          <a:xfrm>
            <a:off x="1096850" y="3456250"/>
            <a:ext cx="4882500" cy="4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US"/>
              <a:t>Lecture 9</a:t>
            </a:r>
            <a:endParaRPr/>
          </a:p>
        </p:txBody>
      </p:sp>
      <p:sp>
        <p:nvSpPr>
          <p:cNvPr id="265" name="Google Shape;265;p1"/>
          <p:cNvSpPr txBox="1"/>
          <p:nvPr>
            <p:ph type="ctrTitle"/>
          </p:nvPr>
        </p:nvSpPr>
        <p:spPr>
          <a:xfrm>
            <a:off x="1096851" y="1066800"/>
            <a:ext cx="7374964" cy="2076024"/>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5200"/>
              <a:buNone/>
            </a:pPr>
            <a:r>
              <a:rPr lang="en-US" sz="4000">
                <a:solidFill>
                  <a:schemeClr val="dk2"/>
                </a:solidFill>
              </a:rPr>
              <a:t>Footprinting, Reconnaissance and System Hacking</a:t>
            </a:r>
            <a:endParaRPr/>
          </a:p>
        </p:txBody>
      </p:sp>
      <p:grpSp>
        <p:nvGrpSpPr>
          <p:cNvPr id="266" name="Google Shape;266;p1"/>
          <p:cNvGrpSpPr/>
          <p:nvPr/>
        </p:nvGrpSpPr>
        <p:grpSpPr>
          <a:xfrm>
            <a:off x="1096850" y="3242811"/>
            <a:ext cx="3936684" cy="134070"/>
            <a:chOff x="1096850" y="3242811"/>
            <a:chExt cx="3936684" cy="134070"/>
          </a:xfrm>
        </p:grpSpPr>
        <p:cxnSp>
          <p:nvCxnSpPr>
            <p:cNvPr id="267" name="Google Shape;267;p1"/>
            <p:cNvCxnSpPr/>
            <p:nvPr/>
          </p:nvCxnSpPr>
          <p:spPr>
            <a:xfrm>
              <a:off x="1096850" y="3309850"/>
              <a:ext cx="3840600" cy="0"/>
            </a:xfrm>
            <a:prstGeom prst="straightConnector1">
              <a:avLst/>
            </a:prstGeom>
            <a:noFill/>
            <a:ln cap="flat" cmpd="sng" w="9525">
              <a:solidFill>
                <a:schemeClr val="dk2"/>
              </a:solidFill>
              <a:prstDash val="solid"/>
              <a:round/>
              <a:headEnd len="sm" w="sm" type="none"/>
              <a:tailEnd len="sm" w="sm" type="none"/>
            </a:ln>
          </p:spPr>
        </p:cxnSp>
        <p:grpSp>
          <p:nvGrpSpPr>
            <p:cNvPr id="268" name="Google Shape;268;p1"/>
            <p:cNvGrpSpPr/>
            <p:nvPr/>
          </p:nvGrpSpPr>
          <p:grpSpPr>
            <a:xfrm>
              <a:off x="4899464" y="3242811"/>
              <a:ext cx="134070" cy="134070"/>
              <a:chOff x="8382514" y="1084976"/>
              <a:chExt cx="265800" cy="265800"/>
            </a:xfrm>
          </p:grpSpPr>
          <p:sp>
            <p:nvSpPr>
              <p:cNvPr id="269" name="Google Shape;269;p1"/>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71" name="Google Shape;271;p1"/>
          <p:cNvGrpSpPr/>
          <p:nvPr/>
        </p:nvGrpSpPr>
        <p:grpSpPr>
          <a:xfrm>
            <a:off x="8017432" y="-313900"/>
            <a:ext cx="134070" cy="1891363"/>
            <a:chOff x="8017432" y="-313900"/>
            <a:chExt cx="134070" cy="1891363"/>
          </a:xfrm>
        </p:grpSpPr>
        <p:sp>
          <p:nvSpPr>
            <p:cNvPr id="272" name="Google Shape;272;p1"/>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73" name="Google Shape;273;p1"/>
            <p:cNvCxnSpPr/>
            <p:nvPr/>
          </p:nvCxnSpPr>
          <p:spPr>
            <a:xfrm>
              <a:off x="8084450" y="-313900"/>
              <a:ext cx="0" cy="1795200"/>
            </a:xfrm>
            <a:prstGeom prst="straightConnector1">
              <a:avLst/>
            </a:prstGeom>
            <a:noFill/>
            <a:ln cap="flat" cmpd="sng" w="9525">
              <a:solidFill>
                <a:schemeClr val="dk2"/>
              </a:solidFill>
              <a:prstDash val="solid"/>
              <a:round/>
              <a:headEnd len="sm" w="sm" type="none"/>
              <a:tailEnd len="sm" w="sm" type="none"/>
            </a:ln>
          </p:spPr>
        </p:cxnSp>
        <p:sp>
          <p:nvSpPr>
            <p:cNvPr id="274" name="Google Shape;274;p1"/>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5" name="Google Shape;275;p1"/>
          <p:cNvGrpSpPr/>
          <p:nvPr/>
        </p:nvGrpSpPr>
        <p:grpSpPr>
          <a:xfrm>
            <a:off x="6309526" y="957475"/>
            <a:ext cx="3504715" cy="5119205"/>
            <a:chOff x="6309526" y="836950"/>
            <a:chExt cx="3504715" cy="5119205"/>
          </a:xfrm>
        </p:grpSpPr>
        <p:sp>
          <p:nvSpPr>
            <p:cNvPr id="276" name="Google Shape;276;p1"/>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7" name="Google Shape;277;p1"/>
            <p:cNvGrpSpPr/>
            <p:nvPr/>
          </p:nvGrpSpPr>
          <p:grpSpPr>
            <a:xfrm>
              <a:off x="7728436" y="3524084"/>
              <a:ext cx="134004" cy="134004"/>
              <a:chOff x="8356813" y="1074288"/>
              <a:chExt cx="351900" cy="351900"/>
            </a:xfrm>
          </p:grpSpPr>
          <p:sp>
            <p:nvSpPr>
              <p:cNvPr id="278" name="Google Shape;278;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
              <p:cNvSpPr/>
              <p:nvPr/>
            </p:nvSpPr>
            <p:spPr>
              <a:xfrm>
                <a:off x="8406497" y="1123972"/>
                <a:ext cx="252600" cy="252600"/>
              </a:xfrm>
              <a:prstGeom prst="ellipse">
                <a:avLst/>
              </a:pr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0" name="Google Shape;280;p1"/>
            <p:cNvGrpSpPr/>
            <p:nvPr/>
          </p:nvGrpSpPr>
          <p:grpSpPr>
            <a:xfrm>
              <a:off x="7344361" y="3150259"/>
              <a:ext cx="134004" cy="134004"/>
              <a:chOff x="8356813" y="1074288"/>
              <a:chExt cx="351900" cy="351900"/>
            </a:xfrm>
          </p:grpSpPr>
          <p:sp>
            <p:nvSpPr>
              <p:cNvPr id="281" name="Google Shape;281;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
              <p:cNvSpPr/>
              <p:nvPr/>
            </p:nvSpPr>
            <p:spPr>
              <a:xfrm>
                <a:off x="8406497" y="1123972"/>
                <a:ext cx="252600" cy="252600"/>
              </a:xfrm>
              <a:prstGeom prst="ellipse">
                <a:avLst/>
              </a:pr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3" name="Google Shape;283;p1"/>
            <p:cNvGrpSpPr/>
            <p:nvPr/>
          </p:nvGrpSpPr>
          <p:grpSpPr>
            <a:xfrm>
              <a:off x="8337811" y="2464059"/>
              <a:ext cx="134004" cy="134004"/>
              <a:chOff x="8356813" y="1074288"/>
              <a:chExt cx="351900" cy="351900"/>
            </a:xfrm>
          </p:grpSpPr>
          <p:sp>
            <p:nvSpPr>
              <p:cNvPr id="284" name="Google Shape;284;p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
              <p:cNvSpPr/>
              <p:nvPr/>
            </p:nvSpPr>
            <p:spPr>
              <a:xfrm>
                <a:off x="8406497" y="1123972"/>
                <a:ext cx="252600" cy="252600"/>
              </a:xfrm>
              <a:prstGeom prst="ellipse">
                <a:avLst/>
              </a:pr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6" name="Google Shape;286;p1"/>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040e058fe1_1_0"/>
          <p:cNvSpPr txBox="1"/>
          <p:nvPr>
            <p:ph type="title"/>
          </p:nvPr>
        </p:nvSpPr>
        <p:spPr>
          <a:xfrm>
            <a:off x="720000" y="445024"/>
            <a:ext cx="7863300" cy="81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a:t>System Hacking</a:t>
            </a:r>
            <a:endParaRPr/>
          </a:p>
          <a:p>
            <a:pPr indent="0" lvl="0" marL="0" rtl="0" algn="just">
              <a:lnSpc>
                <a:spcPct val="100000"/>
              </a:lnSpc>
              <a:spcBef>
                <a:spcPts val="0"/>
              </a:spcBef>
              <a:spcAft>
                <a:spcPts val="0"/>
              </a:spcAft>
              <a:buSzPts val="3000"/>
              <a:buNone/>
            </a:pPr>
            <a:r>
              <a:t/>
            </a:r>
            <a:endParaRPr/>
          </a:p>
          <a:p>
            <a:pPr indent="0" lvl="0" marL="0" rtl="0" algn="just">
              <a:lnSpc>
                <a:spcPct val="100000"/>
              </a:lnSpc>
              <a:spcBef>
                <a:spcPts val="0"/>
              </a:spcBef>
              <a:spcAft>
                <a:spcPts val="0"/>
              </a:spcAft>
              <a:buSzPts val="3000"/>
              <a:buNone/>
            </a:pPr>
            <a:r>
              <a:t/>
            </a:r>
            <a:endParaRPr/>
          </a:p>
          <a:p>
            <a:pPr indent="0" lvl="0" marL="0" rtl="0" algn="just">
              <a:lnSpc>
                <a:spcPct val="100000"/>
              </a:lnSpc>
              <a:spcBef>
                <a:spcPts val="0"/>
              </a:spcBef>
              <a:spcAft>
                <a:spcPts val="0"/>
              </a:spcAft>
              <a:buSzPts val="3000"/>
              <a:buNone/>
            </a:pPr>
            <a:r>
              <a:t/>
            </a:r>
            <a:endParaRPr/>
          </a:p>
        </p:txBody>
      </p:sp>
      <p:sp>
        <p:nvSpPr>
          <p:cNvPr id="292" name="Google Shape;292;g3040e058fe1_1_0"/>
          <p:cNvSpPr txBox="1"/>
          <p:nvPr>
            <p:ph idx="1" type="subTitle"/>
          </p:nvPr>
        </p:nvSpPr>
        <p:spPr>
          <a:xfrm>
            <a:off x="720007" y="1136691"/>
            <a:ext cx="7603500" cy="2807700"/>
          </a:xfrm>
          <a:prstGeom prst="rect">
            <a:avLst/>
          </a:prstGeom>
          <a:noFill/>
          <a:ln>
            <a:noFill/>
          </a:ln>
        </p:spPr>
        <p:txBody>
          <a:bodyPr anchorCtr="0" anchor="t" bIns="91425" lIns="91425" spcFirstLastPara="1" rIns="91425" wrap="square" tIns="91425">
            <a:noAutofit/>
          </a:bodyPr>
          <a:lstStyle/>
          <a:p>
            <a:pPr indent="-342900" lvl="0" marL="457200" rtl="0" algn="just">
              <a:lnSpc>
                <a:spcPct val="115000"/>
              </a:lnSpc>
              <a:spcBef>
                <a:spcPts val="0"/>
              </a:spcBef>
              <a:spcAft>
                <a:spcPts val="0"/>
              </a:spcAft>
              <a:buClr>
                <a:schemeClr val="dk2"/>
              </a:buClr>
              <a:buSzPts val="1800"/>
              <a:buChar char="■"/>
            </a:pPr>
            <a:r>
              <a:rPr lang="en-US"/>
              <a:t>System hacking is defined as the compromise between computer systems and software to access the target computer and steal or misuse their sensitive information.</a:t>
            </a:r>
            <a:endParaRPr/>
          </a:p>
          <a:p>
            <a:pPr indent="0" lvl="0" marL="457200" rtl="0" algn="just">
              <a:lnSpc>
                <a:spcPct val="115000"/>
              </a:lnSpc>
              <a:spcBef>
                <a:spcPts val="0"/>
              </a:spcBef>
              <a:spcAft>
                <a:spcPts val="0"/>
              </a:spcAft>
              <a:buSzPts val="2800"/>
              <a:buNone/>
            </a:pPr>
            <a:r>
              <a:t/>
            </a:r>
            <a:endParaRPr/>
          </a:p>
          <a:p>
            <a:pPr indent="-342900" lvl="0" marL="457200" rtl="0" algn="just">
              <a:lnSpc>
                <a:spcPct val="115000"/>
              </a:lnSpc>
              <a:spcBef>
                <a:spcPts val="0"/>
              </a:spcBef>
              <a:spcAft>
                <a:spcPts val="0"/>
              </a:spcAft>
              <a:buClr>
                <a:schemeClr val="dk2"/>
              </a:buClr>
              <a:buSzPts val="1800"/>
              <a:buChar char="■"/>
            </a:pPr>
            <a:r>
              <a:rPr lang="en-US"/>
              <a:t>The malware and the attacker identify and exploit the vulnerability of the computer system to gain unauthorized access.</a:t>
            </a:r>
            <a:endParaRPr/>
          </a:p>
          <a:p>
            <a:pPr indent="0" lvl="0" marL="45720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lang="en-US"/>
              <a:t> </a:t>
            </a:r>
            <a:endParaRPr/>
          </a:p>
          <a:p>
            <a:pPr indent="0" lvl="0" marL="45720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040e058fe1_1_32"/>
          <p:cNvSpPr txBox="1"/>
          <p:nvPr>
            <p:ph type="title"/>
          </p:nvPr>
        </p:nvSpPr>
        <p:spPr>
          <a:xfrm>
            <a:off x="720000" y="445024"/>
            <a:ext cx="7863300" cy="81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a:t>Phases of System Hacking</a:t>
            </a:r>
            <a:endParaRPr/>
          </a:p>
          <a:p>
            <a:pPr indent="0" lvl="0" marL="0" rtl="0" algn="just">
              <a:lnSpc>
                <a:spcPct val="100000"/>
              </a:lnSpc>
              <a:spcBef>
                <a:spcPts val="0"/>
              </a:spcBef>
              <a:spcAft>
                <a:spcPts val="0"/>
              </a:spcAft>
              <a:buSzPts val="3000"/>
              <a:buNone/>
            </a:pPr>
            <a:r>
              <a:t/>
            </a:r>
            <a:endParaRPr/>
          </a:p>
          <a:p>
            <a:pPr indent="0" lvl="0" marL="0" rtl="0" algn="just">
              <a:lnSpc>
                <a:spcPct val="100000"/>
              </a:lnSpc>
              <a:spcBef>
                <a:spcPts val="0"/>
              </a:spcBef>
              <a:spcAft>
                <a:spcPts val="0"/>
              </a:spcAft>
              <a:buSzPts val="3000"/>
              <a:buNone/>
            </a:pPr>
            <a:r>
              <a:t/>
            </a:r>
            <a:endParaRPr/>
          </a:p>
          <a:p>
            <a:pPr indent="0" lvl="0" marL="0" rtl="0" algn="just">
              <a:lnSpc>
                <a:spcPct val="100000"/>
              </a:lnSpc>
              <a:spcBef>
                <a:spcPts val="0"/>
              </a:spcBef>
              <a:spcAft>
                <a:spcPts val="0"/>
              </a:spcAft>
              <a:buSzPts val="3000"/>
              <a:buNone/>
            </a:pPr>
            <a:r>
              <a:t/>
            </a:r>
            <a:endParaRPr/>
          </a:p>
        </p:txBody>
      </p:sp>
      <p:sp>
        <p:nvSpPr>
          <p:cNvPr id="298" name="Google Shape;298;g3040e058fe1_1_32"/>
          <p:cNvSpPr txBox="1"/>
          <p:nvPr>
            <p:ph idx="1" type="subTitle"/>
          </p:nvPr>
        </p:nvSpPr>
        <p:spPr>
          <a:xfrm>
            <a:off x="770282" y="977541"/>
            <a:ext cx="7603500" cy="2807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t/>
            </a:r>
            <a:endParaRPr/>
          </a:p>
          <a:p>
            <a:pPr indent="0" lvl="0" marL="45720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t/>
            </a:r>
            <a:endParaRPr sz="1200"/>
          </a:p>
        </p:txBody>
      </p:sp>
      <p:pic>
        <p:nvPicPr>
          <p:cNvPr id="299" name="Google Shape;299;g3040e058fe1_1_32"/>
          <p:cNvPicPr preferRelativeResize="0"/>
          <p:nvPr/>
        </p:nvPicPr>
        <p:blipFill rotWithShape="1">
          <a:blip r:embed="rId3">
            <a:alphaModFix/>
          </a:blip>
          <a:srcRect b="0" l="0" r="0" t="0"/>
          <a:stretch/>
        </p:blipFill>
        <p:spPr>
          <a:xfrm>
            <a:off x="4812175" y="1362425"/>
            <a:ext cx="3477000" cy="2247425"/>
          </a:xfrm>
          <a:prstGeom prst="rect">
            <a:avLst/>
          </a:prstGeom>
          <a:noFill/>
          <a:ln>
            <a:noFill/>
          </a:ln>
        </p:spPr>
      </p:pic>
      <p:sp>
        <p:nvSpPr>
          <p:cNvPr id="300" name="Google Shape;300;g3040e058fe1_1_32"/>
          <p:cNvSpPr txBox="1"/>
          <p:nvPr/>
        </p:nvSpPr>
        <p:spPr>
          <a:xfrm>
            <a:off x="552975" y="1167375"/>
            <a:ext cx="3477000" cy="2016300"/>
          </a:xfrm>
          <a:prstGeom prst="rect">
            <a:avLst/>
          </a:prstGeom>
          <a:noFill/>
          <a:ln>
            <a:noFill/>
          </a:ln>
        </p:spPr>
        <p:txBody>
          <a:bodyPr anchorCtr="0" anchor="t" bIns="91425" lIns="91425" spcFirstLastPara="1" rIns="91425" wrap="square" tIns="91425">
            <a:spAutoFit/>
          </a:bodyPr>
          <a:lstStyle/>
          <a:p>
            <a:pPr indent="-336550" lvl="0" marL="457200" marR="0" rtl="0" algn="l">
              <a:lnSpc>
                <a:spcPct val="150000"/>
              </a:lnSpc>
              <a:spcBef>
                <a:spcPts val="0"/>
              </a:spcBef>
              <a:spcAft>
                <a:spcPts val="0"/>
              </a:spcAft>
              <a:buClr>
                <a:srgbClr val="0C0A9E"/>
              </a:buClr>
              <a:buSzPts val="1700"/>
              <a:buFont typeface="Arial"/>
              <a:buChar char="●"/>
            </a:pPr>
            <a:r>
              <a:rPr b="0" i="0" lang="en-US" sz="1700" u="none" cap="none" strike="noStrike">
                <a:solidFill>
                  <a:srgbClr val="000000"/>
                </a:solidFill>
                <a:latin typeface="Arial"/>
                <a:ea typeface="Arial"/>
                <a:cs typeface="Arial"/>
                <a:sym typeface="Arial"/>
              </a:rPr>
              <a:t>Reconnaissance/Footprinting</a:t>
            </a:r>
            <a:endParaRPr b="0" i="0" sz="1700" u="none" cap="none" strike="noStrike">
              <a:solidFill>
                <a:srgbClr val="000000"/>
              </a:solidFill>
              <a:latin typeface="Arial"/>
              <a:ea typeface="Arial"/>
              <a:cs typeface="Arial"/>
              <a:sym typeface="Arial"/>
            </a:endParaRPr>
          </a:p>
          <a:p>
            <a:pPr indent="-336550" lvl="0" marL="457200" marR="0" rtl="0" algn="l">
              <a:lnSpc>
                <a:spcPct val="150000"/>
              </a:lnSpc>
              <a:spcBef>
                <a:spcPts val="0"/>
              </a:spcBef>
              <a:spcAft>
                <a:spcPts val="0"/>
              </a:spcAft>
              <a:buClr>
                <a:srgbClr val="0C0A9E"/>
              </a:buClr>
              <a:buSzPts val="1700"/>
              <a:buFont typeface="Arial"/>
              <a:buChar char="●"/>
            </a:pPr>
            <a:r>
              <a:rPr b="0" i="0" lang="en-US" sz="1700" u="none" cap="none" strike="noStrike">
                <a:solidFill>
                  <a:srgbClr val="000000"/>
                </a:solidFill>
                <a:latin typeface="Arial"/>
                <a:ea typeface="Arial"/>
                <a:cs typeface="Arial"/>
                <a:sym typeface="Arial"/>
              </a:rPr>
              <a:t>Scanning</a:t>
            </a:r>
            <a:endParaRPr b="0" i="0" sz="1700" u="none" cap="none" strike="noStrike">
              <a:solidFill>
                <a:srgbClr val="000000"/>
              </a:solidFill>
              <a:latin typeface="Arial"/>
              <a:ea typeface="Arial"/>
              <a:cs typeface="Arial"/>
              <a:sym typeface="Arial"/>
            </a:endParaRPr>
          </a:p>
          <a:p>
            <a:pPr indent="-336550" lvl="0" marL="457200" marR="0" rtl="0" algn="l">
              <a:lnSpc>
                <a:spcPct val="150000"/>
              </a:lnSpc>
              <a:spcBef>
                <a:spcPts val="0"/>
              </a:spcBef>
              <a:spcAft>
                <a:spcPts val="0"/>
              </a:spcAft>
              <a:buClr>
                <a:srgbClr val="0C0A9E"/>
              </a:buClr>
              <a:buSzPts val="1700"/>
              <a:buFont typeface="Arial"/>
              <a:buChar char="●"/>
            </a:pPr>
            <a:r>
              <a:rPr b="0" i="0" lang="en-US" sz="1700" u="none" cap="none" strike="noStrike">
                <a:solidFill>
                  <a:srgbClr val="000000"/>
                </a:solidFill>
                <a:latin typeface="Arial"/>
                <a:ea typeface="Arial"/>
                <a:cs typeface="Arial"/>
                <a:sym typeface="Arial"/>
              </a:rPr>
              <a:t>Gaining access </a:t>
            </a:r>
            <a:endParaRPr b="0" i="0" sz="1700" u="none" cap="none" strike="noStrike">
              <a:solidFill>
                <a:srgbClr val="000000"/>
              </a:solidFill>
              <a:latin typeface="Arial"/>
              <a:ea typeface="Arial"/>
              <a:cs typeface="Arial"/>
              <a:sym typeface="Arial"/>
            </a:endParaRPr>
          </a:p>
          <a:p>
            <a:pPr indent="-336550" lvl="0" marL="457200" marR="0" rtl="0" algn="l">
              <a:lnSpc>
                <a:spcPct val="150000"/>
              </a:lnSpc>
              <a:spcBef>
                <a:spcPts val="0"/>
              </a:spcBef>
              <a:spcAft>
                <a:spcPts val="0"/>
              </a:spcAft>
              <a:buClr>
                <a:srgbClr val="0C0A9E"/>
              </a:buClr>
              <a:buSzPts val="1700"/>
              <a:buFont typeface="Arial"/>
              <a:buChar char="●"/>
            </a:pPr>
            <a:r>
              <a:rPr b="0" i="0" lang="en-US" sz="1700" u="none" cap="none" strike="noStrike">
                <a:solidFill>
                  <a:srgbClr val="000000"/>
                </a:solidFill>
                <a:latin typeface="Arial"/>
                <a:ea typeface="Arial"/>
                <a:cs typeface="Arial"/>
                <a:sym typeface="Arial"/>
              </a:rPr>
              <a:t>Maintaining access </a:t>
            </a:r>
            <a:endParaRPr b="0" i="0" sz="1700" u="none" cap="none" strike="noStrike">
              <a:solidFill>
                <a:srgbClr val="000000"/>
              </a:solidFill>
              <a:latin typeface="Arial"/>
              <a:ea typeface="Arial"/>
              <a:cs typeface="Arial"/>
              <a:sym typeface="Arial"/>
            </a:endParaRPr>
          </a:p>
          <a:p>
            <a:pPr indent="-336550" lvl="0" marL="457200" marR="0" rtl="0" algn="l">
              <a:lnSpc>
                <a:spcPct val="150000"/>
              </a:lnSpc>
              <a:spcBef>
                <a:spcPts val="0"/>
              </a:spcBef>
              <a:spcAft>
                <a:spcPts val="0"/>
              </a:spcAft>
              <a:buClr>
                <a:srgbClr val="0C0A9E"/>
              </a:buClr>
              <a:buSzPts val="1700"/>
              <a:buFont typeface="Arial"/>
              <a:buChar char="●"/>
            </a:pPr>
            <a:r>
              <a:rPr b="0" i="0" lang="en-US" sz="1700" u="none" cap="none" strike="noStrike">
                <a:solidFill>
                  <a:srgbClr val="000000"/>
                </a:solidFill>
                <a:latin typeface="Arial"/>
                <a:ea typeface="Arial"/>
                <a:cs typeface="Arial"/>
                <a:sym typeface="Arial"/>
              </a:rPr>
              <a:t>Covering tracks</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040e058fe1_1_27"/>
          <p:cNvSpPr txBox="1"/>
          <p:nvPr>
            <p:ph type="title"/>
          </p:nvPr>
        </p:nvSpPr>
        <p:spPr>
          <a:xfrm>
            <a:off x="720000" y="445025"/>
            <a:ext cx="7584900" cy="625500"/>
          </a:xfrm>
          <a:prstGeom prst="rect">
            <a:avLst/>
          </a:prstGeom>
          <a:noFill/>
          <a:ln>
            <a:noFill/>
          </a:ln>
        </p:spPr>
        <p:txBody>
          <a:bodyPr anchorCtr="0" anchor="t" bIns="91425" lIns="91425" spcFirstLastPara="1" rIns="91425" wrap="square" tIns="91425">
            <a:noAutofit/>
          </a:bodyPr>
          <a:lstStyle/>
          <a:p>
            <a:pPr indent="-381000" lvl="0" marL="457200" rtl="0" algn="just">
              <a:lnSpc>
                <a:spcPct val="100000"/>
              </a:lnSpc>
              <a:spcBef>
                <a:spcPts val="0"/>
              </a:spcBef>
              <a:spcAft>
                <a:spcPts val="0"/>
              </a:spcAft>
              <a:buSzPts val="2400"/>
              <a:buAutoNum type="arabicPeriod"/>
            </a:pPr>
            <a:r>
              <a:rPr lang="en-US" sz="2400"/>
              <a:t>Reconnaissance/Footprinting</a:t>
            </a:r>
            <a:endParaRPr/>
          </a:p>
        </p:txBody>
      </p:sp>
      <p:sp>
        <p:nvSpPr>
          <p:cNvPr id="306" name="Google Shape;306;g3040e058fe1_1_27"/>
          <p:cNvSpPr txBox="1"/>
          <p:nvPr>
            <p:ph idx="1" type="subTitle"/>
          </p:nvPr>
        </p:nvSpPr>
        <p:spPr>
          <a:xfrm>
            <a:off x="745050" y="882575"/>
            <a:ext cx="7653900" cy="2778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000"/>
              </a:spcBef>
              <a:spcAft>
                <a:spcPts val="0"/>
              </a:spcAft>
              <a:buSzPts val="2800"/>
              <a:buNone/>
            </a:pPr>
            <a:r>
              <a:rPr lang="en-US"/>
              <a:t> </a:t>
            </a:r>
            <a:endParaRPr/>
          </a:p>
          <a:p>
            <a:pPr indent="0" lvl="0" marL="0" rtl="0" algn="just">
              <a:lnSpc>
                <a:spcPct val="115000"/>
              </a:lnSpc>
              <a:spcBef>
                <a:spcPts val="1000"/>
              </a:spcBef>
              <a:spcAft>
                <a:spcPts val="0"/>
              </a:spcAft>
              <a:buSzPts val="2800"/>
              <a:buNone/>
            </a:pPr>
            <a:r>
              <a:rPr b="1" lang="en-US" sz="1600">
                <a:solidFill>
                  <a:srgbClr val="980000"/>
                </a:solidFill>
              </a:rPr>
              <a:t>Footprinting</a:t>
            </a:r>
            <a:endParaRPr b="1" sz="1600">
              <a:solidFill>
                <a:srgbClr val="980000"/>
              </a:solidFill>
            </a:endParaRPr>
          </a:p>
          <a:p>
            <a:pPr indent="-342900" lvl="0" marL="457200" rtl="0" algn="just">
              <a:lnSpc>
                <a:spcPct val="115000"/>
              </a:lnSpc>
              <a:spcBef>
                <a:spcPts val="1000"/>
              </a:spcBef>
              <a:spcAft>
                <a:spcPts val="0"/>
              </a:spcAft>
              <a:buClr>
                <a:schemeClr val="dk2"/>
              </a:buClr>
              <a:buSzPts val="1800"/>
              <a:buChar char="■"/>
            </a:pPr>
            <a:r>
              <a:rPr lang="en-US"/>
              <a:t>It is called as Footprinting and information gathering Phase. </a:t>
            </a:r>
            <a:endParaRPr/>
          </a:p>
          <a:p>
            <a:pPr indent="-342900" lvl="0" marL="457200" rtl="0" algn="just">
              <a:lnSpc>
                <a:spcPct val="115000"/>
              </a:lnSpc>
              <a:spcBef>
                <a:spcPts val="0"/>
              </a:spcBef>
              <a:spcAft>
                <a:spcPts val="0"/>
              </a:spcAft>
              <a:buClr>
                <a:schemeClr val="dk2"/>
              </a:buClr>
              <a:buSzPts val="1800"/>
              <a:buChar char="■"/>
            </a:pPr>
            <a:r>
              <a:rPr lang="en-US"/>
              <a:t>Attacker collect as much information as possible about the target.</a:t>
            </a:r>
            <a:endParaRPr/>
          </a:p>
          <a:p>
            <a:pPr indent="-342900" lvl="0" marL="457200" rtl="0" algn="just">
              <a:lnSpc>
                <a:spcPct val="115000"/>
              </a:lnSpc>
              <a:spcBef>
                <a:spcPts val="0"/>
              </a:spcBef>
              <a:spcAft>
                <a:spcPts val="0"/>
              </a:spcAft>
              <a:buClr>
                <a:schemeClr val="dk2"/>
              </a:buClr>
              <a:buSzPts val="1800"/>
              <a:buChar char="■"/>
            </a:pPr>
            <a:r>
              <a:rPr lang="en-US"/>
              <a:t>Trying to collect the information about the target without directly accessing the target. </a:t>
            </a:r>
            <a:endParaRPr/>
          </a:p>
          <a:p>
            <a:pPr indent="-342900" lvl="0" marL="457200" rtl="0" algn="just">
              <a:lnSpc>
                <a:spcPct val="115000"/>
              </a:lnSpc>
              <a:spcBef>
                <a:spcPts val="0"/>
              </a:spcBef>
              <a:spcAft>
                <a:spcPts val="0"/>
              </a:spcAft>
              <a:buClr>
                <a:schemeClr val="dk2"/>
              </a:buClr>
              <a:buSzPts val="1800"/>
              <a:buChar char="■"/>
            </a:pPr>
            <a:r>
              <a:rPr lang="en-US"/>
              <a:t>Footprinting involves passive data gathering techniques, such as searching public websites, social media platforms, and online forums for information about the target. This information can include company details, employee names, email addresses, and even technical specifications of the systems they use. </a:t>
            </a:r>
            <a:endParaRPr/>
          </a:p>
          <a:p>
            <a:pPr indent="0" lvl="0" marL="457200" rtl="0" algn="just">
              <a:lnSpc>
                <a:spcPct val="115000"/>
              </a:lnSpc>
              <a:spcBef>
                <a:spcPts val="0"/>
              </a:spcBef>
              <a:spcAft>
                <a:spcPts val="0"/>
              </a:spcAft>
              <a:buSzPts val="2800"/>
              <a:buNone/>
            </a:pPr>
            <a:r>
              <a:t/>
            </a:r>
            <a:endParaRPr sz="1200"/>
          </a:p>
          <a:p>
            <a:pPr indent="0" lvl="0" marL="0" rtl="0" algn="just">
              <a:lnSpc>
                <a:spcPct val="115000"/>
              </a:lnSpc>
              <a:spcBef>
                <a:spcPts val="0"/>
              </a:spcBef>
              <a:spcAft>
                <a:spcPts val="0"/>
              </a:spcAft>
              <a:buSzPts val="2800"/>
              <a:buNone/>
            </a:pPr>
            <a:r>
              <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040e058fe1_1_16"/>
          <p:cNvSpPr txBox="1"/>
          <p:nvPr>
            <p:ph type="title"/>
          </p:nvPr>
        </p:nvSpPr>
        <p:spPr>
          <a:xfrm>
            <a:off x="698275" y="166649"/>
            <a:ext cx="7863300" cy="810900"/>
          </a:xfrm>
          <a:prstGeom prst="rect">
            <a:avLst/>
          </a:prstGeom>
          <a:noFill/>
          <a:ln>
            <a:noFill/>
          </a:ln>
        </p:spPr>
        <p:txBody>
          <a:bodyPr anchorCtr="0" anchor="t" bIns="91425" lIns="91425" spcFirstLastPara="1" rIns="91425" wrap="square" tIns="91425">
            <a:noAutofit/>
          </a:bodyPr>
          <a:lstStyle/>
          <a:p>
            <a:pPr indent="-381000" lvl="0" marL="457200" rtl="0" algn="just">
              <a:lnSpc>
                <a:spcPct val="100000"/>
              </a:lnSpc>
              <a:spcBef>
                <a:spcPts val="0"/>
              </a:spcBef>
              <a:spcAft>
                <a:spcPts val="0"/>
              </a:spcAft>
              <a:buSzPts val="2400"/>
              <a:buAutoNum type="arabicPeriod"/>
            </a:pPr>
            <a:r>
              <a:rPr lang="en-US" sz="2400"/>
              <a:t>Reconnaissance/Footprinting</a:t>
            </a:r>
            <a:endParaRPr/>
          </a:p>
          <a:p>
            <a:pPr indent="0" lvl="0" marL="0" rtl="0" algn="just">
              <a:lnSpc>
                <a:spcPct val="100000"/>
              </a:lnSpc>
              <a:spcBef>
                <a:spcPts val="0"/>
              </a:spcBef>
              <a:spcAft>
                <a:spcPts val="0"/>
              </a:spcAft>
              <a:buSzPts val="3000"/>
              <a:buNone/>
            </a:pPr>
            <a:r>
              <a:t/>
            </a:r>
            <a:endParaRPr/>
          </a:p>
        </p:txBody>
      </p:sp>
      <p:sp>
        <p:nvSpPr>
          <p:cNvPr id="312" name="Google Shape;312;g3040e058fe1_1_16"/>
          <p:cNvSpPr txBox="1"/>
          <p:nvPr>
            <p:ph idx="1" type="subTitle"/>
          </p:nvPr>
        </p:nvSpPr>
        <p:spPr>
          <a:xfrm>
            <a:off x="770282" y="977541"/>
            <a:ext cx="7603500" cy="40611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b="1" lang="en-US" sz="1600">
                <a:solidFill>
                  <a:srgbClr val="980000"/>
                </a:solidFill>
              </a:rPr>
              <a:t>Example of Footprinting : </a:t>
            </a:r>
            <a:endParaRPr b="1" sz="1600">
              <a:solidFill>
                <a:srgbClr val="980000"/>
              </a:solidFill>
            </a:endParaRPr>
          </a:p>
          <a:p>
            <a:pPr indent="0" lvl="0" marL="0" rtl="0" algn="just">
              <a:lnSpc>
                <a:spcPct val="115000"/>
              </a:lnSpc>
              <a:spcBef>
                <a:spcPts val="0"/>
              </a:spcBef>
              <a:spcAft>
                <a:spcPts val="0"/>
              </a:spcAft>
              <a:buSzPts val="2800"/>
              <a:buNone/>
            </a:pPr>
            <a:r>
              <a:t/>
            </a:r>
            <a:endParaRPr b="1" sz="1600">
              <a:solidFill>
                <a:srgbClr val="980000"/>
              </a:solidFill>
            </a:endParaRPr>
          </a:p>
          <a:p>
            <a:pPr indent="-342900" lvl="0" marL="457200" rtl="0" algn="just">
              <a:lnSpc>
                <a:spcPct val="115000"/>
              </a:lnSpc>
              <a:spcBef>
                <a:spcPts val="0"/>
              </a:spcBef>
              <a:spcAft>
                <a:spcPts val="0"/>
              </a:spcAft>
              <a:buClr>
                <a:schemeClr val="dk2"/>
              </a:buClr>
              <a:buSzPts val="1800"/>
              <a:buChar char="■"/>
            </a:pPr>
            <a:r>
              <a:rPr b="1" lang="en-US"/>
              <a:t>Open Source Intelligence (OSINT): </a:t>
            </a:r>
            <a:r>
              <a:rPr lang="en-US"/>
              <a:t>Gathering information from publicly available sources like websites, blogs, news articles, and social media platforms.</a:t>
            </a:r>
            <a:endParaRPr/>
          </a:p>
          <a:p>
            <a:pPr indent="-342900" lvl="0" marL="457200" rtl="0" algn="just">
              <a:lnSpc>
                <a:spcPct val="115000"/>
              </a:lnSpc>
              <a:spcBef>
                <a:spcPts val="0"/>
              </a:spcBef>
              <a:spcAft>
                <a:spcPts val="0"/>
              </a:spcAft>
              <a:buClr>
                <a:schemeClr val="dk2"/>
              </a:buClr>
              <a:buSzPts val="1800"/>
              <a:buChar char="■"/>
            </a:pPr>
            <a:r>
              <a:rPr b="1" lang="en-US"/>
              <a:t>Network Scanning</a:t>
            </a:r>
            <a:r>
              <a:rPr lang="en-US"/>
              <a:t>: Identifying active network devices, their IP addresses, and open ports to gather information about the target system and its structure.</a:t>
            </a:r>
            <a:endParaRPr/>
          </a:p>
          <a:p>
            <a:pPr indent="-342900" lvl="0" marL="457200" rtl="0" algn="just">
              <a:lnSpc>
                <a:spcPct val="115000"/>
              </a:lnSpc>
              <a:spcBef>
                <a:spcPts val="0"/>
              </a:spcBef>
              <a:spcAft>
                <a:spcPts val="0"/>
              </a:spcAft>
              <a:buClr>
                <a:schemeClr val="dk2"/>
              </a:buClr>
              <a:buSzPts val="1800"/>
              <a:buChar char="■"/>
            </a:pPr>
            <a:r>
              <a:rPr b="1" lang="en-US"/>
              <a:t>DNS Enumeration: </a:t>
            </a:r>
            <a:r>
              <a:rPr lang="en-US"/>
              <a:t>Collecting information about the target’s domain name system (DNS), including subdomains and associated IP addresses.</a:t>
            </a:r>
            <a:endParaRPr/>
          </a:p>
          <a:p>
            <a:pPr indent="-342900" lvl="0" marL="457200" rtl="0" algn="just">
              <a:lnSpc>
                <a:spcPct val="115000"/>
              </a:lnSpc>
              <a:spcBef>
                <a:spcPts val="0"/>
              </a:spcBef>
              <a:spcAft>
                <a:spcPts val="0"/>
              </a:spcAft>
              <a:buClr>
                <a:schemeClr val="dk2"/>
              </a:buClr>
              <a:buSzPts val="1800"/>
              <a:buChar char="■"/>
            </a:pPr>
            <a:r>
              <a:rPr b="1" lang="en-US"/>
              <a:t>Whois Lookups: </a:t>
            </a:r>
            <a:r>
              <a:rPr lang="en-US"/>
              <a:t>Understanding the ownership and registration information of the target domain.	</a:t>
            </a:r>
            <a:r>
              <a:rPr b="1" lang="en-US"/>
              <a:t>etc.</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65d7afd70c_0_623"/>
          <p:cNvSpPr txBox="1"/>
          <p:nvPr>
            <p:ph type="title"/>
          </p:nvPr>
        </p:nvSpPr>
        <p:spPr>
          <a:xfrm>
            <a:off x="720000" y="445025"/>
            <a:ext cx="7863300" cy="5325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a:t>Reconnaissance/Footprinting</a:t>
            </a:r>
            <a:endParaRPr/>
          </a:p>
          <a:p>
            <a:pPr indent="0" lvl="0" marL="0" rtl="0" algn="just">
              <a:lnSpc>
                <a:spcPct val="100000"/>
              </a:lnSpc>
              <a:spcBef>
                <a:spcPts val="0"/>
              </a:spcBef>
              <a:spcAft>
                <a:spcPts val="0"/>
              </a:spcAft>
              <a:buSzPts val="3000"/>
              <a:buNone/>
            </a:pPr>
            <a:r>
              <a:t/>
            </a:r>
            <a:endParaRPr/>
          </a:p>
          <a:p>
            <a:pPr indent="0" lvl="0" marL="0" rtl="0" algn="just">
              <a:lnSpc>
                <a:spcPct val="100000"/>
              </a:lnSpc>
              <a:spcBef>
                <a:spcPts val="0"/>
              </a:spcBef>
              <a:spcAft>
                <a:spcPts val="0"/>
              </a:spcAft>
              <a:buSzPts val="3000"/>
              <a:buNone/>
            </a:pPr>
            <a:r>
              <a:t/>
            </a:r>
            <a:endParaRPr/>
          </a:p>
        </p:txBody>
      </p:sp>
      <p:sp>
        <p:nvSpPr>
          <p:cNvPr id="318" name="Google Shape;318;g365d7afd70c_0_623"/>
          <p:cNvSpPr txBox="1"/>
          <p:nvPr>
            <p:ph idx="1" type="subTitle"/>
          </p:nvPr>
        </p:nvSpPr>
        <p:spPr>
          <a:xfrm>
            <a:off x="770257" y="1167891"/>
            <a:ext cx="7603500" cy="2807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000"/>
              </a:spcBef>
              <a:spcAft>
                <a:spcPts val="0"/>
              </a:spcAft>
              <a:buClr>
                <a:srgbClr val="000000"/>
              </a:buClr>
              <a:buSzPts val="2800"/>
              <a:buFont typeface="Arial"/>
              <a:buNone/>
            </a:pPr>
            <a:r>
              <a:rPr b="1" lang="en-US" sz="1700">
                <a:solidFill>
                  <a:srgbClr val="980000"/>
                </a:solidFill>
              </a:rPr>
              <a:t>Reconnaissance :</a:t>
            </a:r>
            <a:endParaRPr b="1" sz="1700">
              <a:solidFill>
                <a:srgbClr val="980000"/>
              </a:solidFill>
            </a:endParaRPr>
          </a:p>
          <a:p>
            <a:pPr indent="0" lvl="0" marL="0" rtl="0" algn="just">
              <a:lnSpc>
                <a:spcPct val="115000"/>
              </a:lnSpc>
              <a:spcBef>
                <a:spcPts val="0"/>
              </a:spcBef>
              <a:spcAft>
                <a:spcPts val="0"/>
              </a:spcAft>
              <a:buSzPts val="2800"/>
              <a:buNone/>
            </a:pPr>
            <a:r>
              <a:rPr lang="en-US"/>
              <a:t>Reconnaissance involves actively probing the target’s systems, networks, and infrastructure to uncover vulnerabilities. This can include scanning for open ports, identifying weak passwords, and exploring network configurations to discover potential points of attack.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65d7afd70c_0_0"/>
          <p:cNvSpPr txBox="1"/>
          <p:nvPr>
            <p:ph type="title"/>
          </p:nvPr>
        </p:nvSpPr>
        <p:spPr>
          <a:xfrm>
            <a:off x="720000" y="445024"/>
            <a:ext cx="7863300" cy="81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3000"/>
              <a:buNone/>
            </a:pPr>
            <a:r>
              <a:rPr lang="en-US" sz="2200">
                <a:solidFill>
                  <a:srgbClr val="980000"/>
                </a:solidFill>
                <a:latin typeface="Times New Roman"/>
                <a:ea typeface="Times New Roman"/>
                <a:cs typeface="Times New Roman"/>
                <a:sym typeface="Times New Roman"/>
              </a:rPr>
              <a:t>Example of Reconnaissance</a:t>
            </a:r>
            <a:endParaRPr sz="2800">
              <a:solidFill>
                <a:srgbClr val="980000"/>
              </a:solidFill>
              <a:latin typeface="Times New Roman"/>
              <a:ea typeface="Times New Roman"/>
              <a:cs typeface="Times New Roman"/>
              <a:sym typeface="Times New Roman"/>
            </a:endParaRPr>
          </a:p>
        </p:txBody>
      </p:sp>
      <p:sp>
        <p:nvSpPr>
          <p:cNvPr id="324" name="Google Shape;324;g365d7afd70c_0_0"/>
          <p:cNvSpPr txBox="1"/>
          <p:nvPr>
            <p:ph idx="1" type="subTitle"/>
          </p:nvPr>
        </p:nvSpPr>
        <p:spPr>
          <a:xfrm>
            <a:off x="770282" y="977541"/>
            <a:ext cx="7603500" cy="4061100"/>
          </a:xfrm>
          <a:prstGeom prst="rect">
            <a:avLst/>
          </a:prstGeom>
          <a:noFill/>
          <a:ln>
            <a:noFill/>
          </a:ln>
        </p:spPr>
        <p:txBody>
          <a:bodyPr anchorCtr="0" anchor="t" bIns="91425" lIns="91425" spcFirstLastPara="1" rIns="91425" wrap="square" tIns="91425">
            <a:noAutofit/>
          </a:bodyPr>
          <a:lstStyle/>
          <a:p>
            <a:pPr indent="-336550" lvl="0" marL="457200" rtl="0" algn="just">
              <a:lnSpc>
                <a:spcPct val="115000"/>
              </a:lnSpc>
              <a:spcBef>
                <a:spcPts val="1000"/>
              </a:spcBef>
              <a:spcAft>
                <a:spcPts val="0"/>
              </a:spcAft>
              <a:buClr>
                <a:schemeClr val="dk2"/>
              </a:buClr>
              <a:buSzPts val="1700"/>
              <a:buChar char="■"/>
            </a:pPr>
            <a:r>
              <a:rPr b="1" lang="en-US"/>
              <a:t>Port Scanning: </a:t>
            </a:r>
            <a:r>
              <a:rPr lang="en-US"/>
              <a:t>Examining the target system for open ports and services, which can provide insights into potential vulnerabilities.</a:t>
            </a:r>
            <a:endParaRPr/>
          </a:p>
          <a:p>
            <a:pPr indent="-336550" lvl="0" marL="457200" rtl="0" algn="just">
              <a:lnSpc>
                <a:spcPct val="115000"/>
              </a:lnSpc>
              <a:spcBef>
                <a:spcPts val="1000"/>
              </a:spcBef>
              <a:spcAft>
                <a:spcPts val="0"/>
              </a:spcAft>
              <a:buClr>
                <a:schemeClr val="dk2"/>
              </a:buClr>
              <a:buSzPts val="1700"/>
              <a:buChar char="■"/>
            </a:pPr>
            <a:r>
              <a:rPr b="1" lang="en-US"/>
              <a:t>Vulnerability Scanning: </a:t>
            </a:r>
            <a:r>
              <a:rPr lang="en-US"/>
              <a:t>Identifying known vulnerabilities in the target’s systems and software versions to exploit them.</a:t>
            </a:r>
            <a:endParaRPr/>
          </a:p>
          <a:p>
            <a:pPr indent="-336550" lvl="0" marL="457200" rtl="0" algn="just">
              <a:lnSpc>
                <a:spcPct val="115000"/>
              </a:lnSpc>
              <a:spcBef>
                <a:spcPts val="1000"/>
              </a:spcBef>
              <a:spcAft>
                <a:spcPts val="0"/>
              </a:spcAft>
              <a:buClr>
                <a:schemeClr val="dk2"/>
              </a:buClr>
              <a:buSzPts val="1700"/>
              <a:buChar char="■"/>
            </a:pPr>
            <a:r>
              <a:rPr b="1" lang="en-US"/>
              <a:t>Packet Sniffing: </a:t>
            </a:r>
            <a:r>
              <a:rPr lang="en-US"/>
              <a:t>Intercepting network traffic to capture and analyze data packets, searching for sensitive information.</a:t>
            </a:r>
            <a:endParaRPr/>
          </a:p>
          <a:p>
            <a:pPr indent="-336550" lvl="0" marL="457200" rtl="0" algn="just">
              <a:lnSpc>
                <a:spcPct val="115000"/>
              </a:lnSpc>
              <a:spcBef>
                <a:spcPts val="1000"/>
              </a:spcBef>
              <a:spcAft>
                <a:spcPts val="0"/>
              </a:spcAft>
              <a:buClr>
                <a:schemeClr val="dk2"/>
              </a:buClr>
              <a:buSzPts val="1700"/>
              <a:buChar char="■"/>
            </a:pPr>
            <a:r>
              <a:rPr b="1" lang="en-US"/>
              <a:t>Social Engineering: </a:t>
            </a:r>
            <a:r>
              <a:rPr lang="en-US"/>
              <a:t>Manipulating individuals within the target organization to gain unauthorized access to systems or obtain sensitive information. 	</a:t>
            </a:r>
            <a:r>
              <a:rPr b="1" lang="en-US"/>
              <a:t>etc.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6"/>
          <p:cNvSpPr txBox="1"/>
          <p:nvPr>
            <p:ph type="title"/>
          </p:nvPr>
        </p:nvSpPr>
        <p:spPr>
          <a:xfrm>
            <a:off x="720000" y="445024"/>
            <a:ext cx="7863168" cy="810751"/>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Difference Between Footprinting and Reconnaissance</a:t>
            </a:r>
            <a:endParaRPr/>
          </a:p>
        </p:txBody>
      </p:sp>
      <p:sp>
        <p:nvSpPr>
          <p:cNvPr id="330" name="Google Shape;330;p6"/>
          <p:cNvSpPr txBox="1"/>
          <p:nvPr>
            <p:ph idx="1" type="subTitle"/>
          </p:nvPr>
        </p:nvSpPr>
        <p:spPr>
          <a:xfrm>
            <a:off x="777500" y="1255775"/>
            <a:ext cx="8091600" cy="2374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lang="en-US"/>
              <a:t>While Footprinting and Reconnaissance both involve gathering information, there are some fundamental differences between the two:</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lang="en-US"/>
              <a:t>1. </a:t>
            </a:r>
            <a:r>
              <a:rPr b="1" lang="en-US"/>
              <a:t>Methodology:</a:t>
            </a:r>
            <a:r>
              <a:rPr lang="en-US"/>
              <a:t> Footprinting is a passive and non-intrusive technique that focuses on information gathering from publicly available sources, while Reconnaissance involves active probing and scanning of the target’s systems.</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b="1" lang="en-US"/>
              <a:t>2. Objective:</a:t>
            </a:r>
            <a:r>
              <a:rPr lang="en-US"/>
              <a:t> Footprinting aims to understand the target’s infrastructure and vulnerabilities, whereas Reconnaissance seeks to exploit identified weaknesses and gain unauthorized access to the system.</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65d7afd70c_0_257"/>
          <p:cNvSpPr txBox="1"/>
          <p:nvPr>
            <p:ph type="title"/>
          </p:nvPr>
        </p:nvSpPr>
        <p:spPr>
          <a:xfrm>
            <a:off x="720000" y="445024"/>
            <a:ext cx="7863300" cy="81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Difference Between Footprinting and Reconnaissance</a:t>
            </a:r>
            <a:endParaRPr/>
          </a:p>
        </p:txBody>
      </p:sp>
      <p:sp>
        <p:nvSpPr>
          <p:cNvPr id="336" name="Google Shape;336;g365d7afd70c_0_257"/>
          <p:cNvSpPr txBox="1"/>
          <p:nvPr>
            <p:ph idx="1" type="subTitle"/>
          </p:nvPr>
        </p:nvSpPr>
        <p:spPr>
          <a:xfrm>
            <a:off x="770275" y="1396400"/>
            <a:ext cx="7968600" cy="23745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2800"/>
              <a:buNone/>
            </a:pPr>
            <a:r>
              <a:rPr b="1" lang="en-US"/>
              <a:t>3. Risk Level: </a:t>
            </a:r>
            <a:r>
              <a:rPr lang="en-US"/>
              <a:t>Footprinting carries a lower risk as it involves collecting information without interacting with the target system. In contrast, Reconnaissance is inherently riskier as it involves actively probing and interacting with the target system, potentially leaving traces and alerts.</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rPr b="1" lang="en-US"/>
              <a:t>4. Legal Considerations:</a:t>
            </a:r>
            <a:r>
              <a:rPr lang="en-US"/>
              <a:t> While Footprinting may be legal and involve only publicly available information, Reconnaissance activities often breach legal boundaries and may result in severe consequences if unauthorized access is gained.</a:t>
            </a:r>
            <a:endParaRPr/>
          </a:p>
          <a:p>
            <a:pPr indent="0" lvl="0" marL="0" rtl="0" algn="just">
              <a:lnSpc>
                <a:spcPct val="115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2. Scanning  </a:t>
            </a:r>
            <a:endParaRPr sz="2400"/>
          </a:p>
          <a:p>
            <a:pPr indent="0" lvl="0" marL="0" rtl="0" algn="l">
              <a:lnSpc>
                <a:spcPct val="100000"/>
              </a:lnSpc>
              <a:spcBef>
                <a:spcPts val="0"/>
              </a:spcBef>
              <a:spcAft>
                <a:spcPts val="0"/>
              </a:spcAft>
              <a:buSzPts val="3000"/>
              <a:buNone/>
            </a:pPr>
            <a:r>
              <a:t/>
            </a:r>
            <a:endParaRPr/>
          </a:p>
        </p:txBody>
      </p:sp>
      <p:sp>
        <p:nvSpPr>
          <p:cNvPr id="342" name="Google Shape;342;p7"/>
          <p:cNvSpPr txBox="1"/>
          <p:nvPr>
            <p:ph idx="1" type="subTitle"/>
          </p:nvPr>
        </p:nvSpPr>
        <p:spPr>
          <a:xfrm>
            <a:off x="720000" y="1017725"/>
            <a:ext cx="7704000" cy="3743400"/>
          </a:xfrm>
          <a:prstGeom prst="rect">
            <a:avLst/>
          </a:prstGeom>
          <a:noFill/>
          <a:ln>
            <a:noFill/>
          </a:ln>
        </p:spPr>
        <p:txBody>
          <a:bodyPr anchorCtr="0" anchor="t" bIns="91425" lIns="91425" spcFirstLastPara="1" rIns="91425" wrap="square" tIns="91425">
            <a:noAutofit/>
          </a:bodyPr>
          <a:lstStyle/>
          <a:p>
            <a:pPr indent="-336550" lvl="0" marL="457200" rtl="0" algn="just">
              <a:lnSpc>
                <a:spcPct val="115000"/>
              </a:lnSpc>
              <a:spcBef>
                <a:spcPts val="1000"/>
              </a:spcBef>
              <a:spcAft>
                <a:spcPts val="0"/>
              </a:spcAft>
              <a:buClr>
                <a:schemeClr val="dk2"/>
              </a:buClr>
              <a:buSzPts val="1700"/>
              <a:buChar char="■"/>
            </a:pPr>
            <a:r>
              <a:rPr lang="en-US"/>
              <a:t>Scanning is a process in which we scan target or targeted system for information gathering. </a:t>
            </a:r>
            <a:endParaRPr/>
          </a:p>
          <a:p>
            <a:pPr indent="-336550" lvl="0" marL="457200" rtl="0" algn="just">
              <a:lnSpc>
                <a:spcPct val="115000"/>
              </a:lnSpc>
              <a:spcBef>
                <a:spcPts val="1000"/>
              </a:spcBef>
              <a:spcAft>
                <a:spcPts val="0"/>
              </a:spcAft>
              <a:buClr>
                <a:schemeClr val="dk2"/>
              </a:buClr>
              <a:buSzPts val="1700"/>
              <a:buChar char="■"/>
            </a:pPr>
            <a:r>
              <a:rPr lang="en-US"/>
              <a:t>Three types of scanning are involved:</a:t>
            </a:r>
            <a:endParaRPr/>
          </a:p>
          <a:p>
            <a:pPr indent="-304800" lvl="1" marL="914400" rtl="0" algn="just">
              <a:lnSpc>
                <a:spcPct val="115000"/>
              </a:lnSpc>
              <a:spcBef>
                <a:spcPts val="1000"/>
              </a:spcBef>
              <a:spcAft>
                <a:spcPts val="0"/>
              </a:spcAft>
              <a:buSzPts val="1200"/>
              <a:buChar char="○"/>
            </a:pPr>
            <a:r>
              <a:rPr b="1" lang="en-US" sz="1200">
                <a:solidFill>
                  <a:srgbClr val="980000"/>
                </a:solidFill>
              </a:rPr>
              <a:t>Port scanning:</a:t>
            </a:r>
            <a:r>
              <a:rPr lang="en-US" sz="1200">
                <a:solidFill>
                  <a:srgbClr val="980000"/>
                </a:solidFill>
              </a:rPr>
              <a:t> </a:t>
            </a:r>
            <a:r>
              <a:rPr lang="en-US" sz="1200"/>
              <a:t>This phase involves scanning the target for the information like open ports, Live systems, various services running on the host.</a:t>
            </a:r>
            <a:endParaRPr sz="1200"/>
          </a:p>
          <a:p>
            <a:pPr indent="-304800" lvl="1" marL="914400" rtl="0" algn="just">
              <a:lnSpc>
                <a:spcPct val="115000"/>
              </a:lnSpc>
              <a:spcBef>
                <a:spcPts val="1000"/>
              </a:spcBef>
              <a:spcAft>
                <a:spcPts val="0"/>
              </a:spcAft>
              <a:buSzPts val="1200"/>
              <a:buChar char="○"/>
            </a:pPr>
            <a:r>
              <a:rPr b="1" lang="en-US" sz="1200">
                <a:solidFill>
                  <a:srgbClr val="980000"/>
                </a:solidFill>
              </a:rPr>
              <a:t>Network Mapping:</a:t>
            </a:r>
            <a:r>
              <a:rPr b="1" lang="en-US" sz="1200"/>
              <a:t> </a:t>
            </a:r>
            <a:r>
              <a:rPr lang="en-US" sz="1200"/>
              <a:t>Finding the topology of network, routers, firewalls servers if any, and host information and drawing a network diagram with the available information. This map may serve as a valuable piece of information throughout the hacking process.</a:t>
            </a:r>
            <a:endParaRPr sz="1200"/>
          </a:p>
          <a:p>
            <a:pPr indent="-304800" lvl="1" marL="914400" rtl="0" algn="just">
              <a:lnSpc>
                <a:spcPct val="115000"/>
              </a:lnSpc>
              <a:spcBef>
                <a:spcPts val="1000"/>
              </a:spcBef>
              <a:spcAft>
                <a:spcPts val="0"/>
              </a:spcAft>
              <a:buSzPts val="1200"/>
              <a:buChar char="○"/>
            </a:pPr>
            <a:r>
              <a:rPr b="1" lang="en-US" sz="1200">
                <a:solidFill>
                  <a:srgbClr val="980000"/>
                </a:solidFill>
              </a:rPr>
              <a:t>Vulnerability Scanning:</a:t>
            </a:r>
            <a:r>
              <a:rPr lang="en-US" sz="1200"/>
              <a:t> Checking the target for weaknesses or vulnerabilities which can be exploited. Usually done with help of automated tools</a:t>
            </a:r>
            <a:endParaRPr sz="1200"/>
          </a:p>
          <a:p>
            <a:pPr indent="0" lvl="0" marL="914400" rtl="0" algn="just">
              <a:lnSpc>
                <a:spcPct val="115000"/>
              </a:lnSpc>
              <a:spcBef>
                <a:spcPts val="1000"/>
              </a:spcBef>
              <a:spcAft>
                <a:spcPts val="0"/>
              </a:spcAft>
              <a:buSzPts val="2800"/>
              <a:buNone/>
            </a:pPr>
            <a:r>
              <a:t/>
            </a:r>
            <a:endParaRPr sz="1200"/>
          </a:p>
          <a:p>
            <a:pPr indent="0" lvl="0" marL="139700" rtl="0" algn="just">
              <a:lnSpc>
                <a:spcPct val="115000"/>
              </a:lnSpc>
              <a:spcBef>
                <a:spcPts val="0"/>
              </a:spcBef>
              <a:spcAft>
                <a:spcPts val="0"/>
              </a:spcAft>
              <a:buSzPts val="2800"/>
              <a:buNone/>
            </a:pPr>
            <a:r>
              <a:t/>
            </a:r>
            <a:endParaRPr sz="1200"/>
          </a:p>
          <a:p>
            <a:pPr indent="0" lvl="0" marL="139700" rtl="0" algn="just">
              <a:lnSpc>
                <a:spcPct val="115000"/>
              </a:lnSpc>
              <a:spcBef>
                <a:spcPts val="0"/>
              </a:spcBef>
              <a:spcAft>
                <a:spcPts val="0"/>
              </a:spcAft>
              <a:buSzPts val="2800"/>
              <a:buNone/>
            </a:pPr>
            <a:r>
              <a:t/>
            </a:r>
            <a:endParaRPr b="1" sz="1200"/>
          </a:p>
          <a:p>
            <a:pPr indent="0" lvl="0" marL="139700" rtl="0" algn="just">
              <a:lnSpc>
                <a:spcPct val="115000"/>
              </a:lnSpc>
              <a:spcBef>
                <a:spcPts val="0"/>
              </a:spcBef>
              <a:spcAft>
                <a:spcPts val="0"/>
              </a:spcAft>
              <a:buSzPts val="2800"/>
              <a:buNone/>
            </a:pPr>
            <a:r>
              <a:t/>
            </a:r>
            <a:endParaRPr b="1" sz="1200"/>
          </a:p>
          <a:p>
            <a:pPr indent="0" lvl="0" marL="139700" rtl="0" algn="just">
              <a:lnSpc>
                <a:spcPct val="115000"/>
              </a:lnSpc>
              <a:spcBef>
                <a:spcPts val="0"/>
              </a:spcBef>
              <a:spcAft>
                <a:spcPts val="0"/>
              </a:spcAft>
              <a:buSzPts val="2800"/>
              <a:buNone/>
            </a:pPr>
            <a:r>
              <a:t/>
            </a:r>
            <a:endParaRPr sz="1200"/>
          </a:p>
          <a:p>
            <a:pPr indent="0" lvl="0" marL="139700" rtl="0" algn="just">
              <a:lnSpc>
                <a:spcPct val="115000"/>
              </a:lnSpc>
              <a:spcBef>
                <a:spcPts val="0"/>
              </a:spcBef>
              <a:spcAft>
                <a:spcPts val="0"/>
              </a:spcAft>
              <a:buSzPts val="2800"/>
              <a:buNone/>
            </a:pPr>
            <a:r>
              <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g365d7afd70c_0_268"/>
          <p:cNvSpPr txBox="1"/>
          <p:nvPr>
            <p:ph type="title"/>
          </p:nvPr>
        </p:nvSpPr>
        <p:spPr>
          <a:xfrm>
            <a:off x="689175" y="30035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3200"/>
              <a:buFont typeface="Arial"/>
              <a:buNone/>
            </a:pPr>
            <a:r>
              <a:rPr lang="en-US" sz="2900">
                <a:latin typeface="Calibri"/>
                <a:ea typeface="Calibri"/>
                <a:cs typeface="Calibri"/>
                <a:sym typeface="Calibri"/>
              </a:rPr>
              <a:t>Port Scanning</a:t>
            </a:r>
            <a:endParaRPr sz="2900">
              <a:latin typeface="Calibri"/>
              <a:ea typeface="Calibri"/>
              <a:cs typeface="Calibri"/>
              <a:sym typeface="Calibri"/>
            </a:endParaRPr>
          </a:p>
          <a:p>
            <a:pPr indent="0" lvl="0" marL="0" rtl="0" algn="l">
              <a:lnSpc>
                <a:spcPct val="100000"/>
              </a:lnSpc>
              <a:spcBef>
                <a:spcPts val="0"/>
              </a:spcBef>
              <a:spcAft>
                <a:spcPts val="0"/>
              </a:spcAft>
              <a:buSzPts val="3000"/>
              <a:buNone/>
            </a:pPr>
            <a:r>
              <a:t/>
            </a:r>
            <a:endParaRPr sz="2400"/>
          </a:p>
        </p:txBody>
      </p:sp>
      <p:sp>
        <p:nvSpPr>
          <p:cNvPr id="348" name="Google Shape;348;g365d7afd70c_0_268"/>
          <p:cNvSpPr txBox="1"/>
          <p:nvPr>
            <p:ph idx="1" type="subTitle"/>
          </p:nvPr>
        </p:nvSpPr>
        <p:spPr>
          <a:xfrm>
            <a:off x="720000" y="873050"/>
            <a:ext cx="7704000" cy="3743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000"/>
              </a:spcBef>
              <a:spcAft>
                <a:spcPts val="0"/>
              </a:spcAft>
              <a:buSzPts val="2800"/>
              <a:buNone/>
            </a:pPr>
            <a:r>
              <a:rPr lang="en-US"/>
              <a:t>As the name suggests, Port Scanning is a process used to find out active ports on the network. A Port Scanner sends client requests to the range of ports on the target network and then saves the details about the ports that send a response back. This is how active ports are found.</a:t>
            </a:r>
            <a:endParaRPr/>
          </a:p>
          <a:p>
            <a:pPr indent="0" lvl="0" marL="0" rtl="0" algn="just">
              <a:lnSpc>
                <a:spcPct val="115000"/>
              </a:lnSpc>
              <a:spcBef>
                <a:spcPts val="1000"/>
              </a:spcBef>
              <a:spcAft>
                <a:spcPts val="0"/>
              </a:spcAft>
              <a:buSzPts val="2800"/>
              <a:buNone/>
            </a:pPr>
            <a:r>
              <a:t/>
            </a:r>
            <a:endParaRPr/>
          </a:p>
          <a:p>
            <a:pPr indent="0" lvl="0" marL="914400" rtl="0" algn="just">
              <a:lnSpc>
                <a:spcPct val="115000"/>
              </a:lnSpc>
              <a:spcBef>
                <a:spcPts val="1000"/>
              </a:spcBef>
              <a:spcAft>
                <a:spcPts val="0"/>
              </a:spcAft>
              <a:buSzPts val="2800"/>
              <a:buNone/>
            </a:pPr>
            <a:r>
              <a:t/>
            </a:r>
            <a:endParaRPr sz="1200"/>
          </a:p>
          <a:p>
            <a:pPr indent="0" lvl="0" marL="139700" rtl="0" algn="just">
              <a:lnSpc>
                <a:spcPct val="115000"/>
              </a:lnSpc>
              <a:spcBef>
                <a:spcPts val="0"/>
              </a:spcBef>
              <a:spcAft>
                <a:spcPts val="0"/>
              </a:spcAft>
              <a:buSzPts val="2800"/>
              <a:buNone/>
            </a:pPr>
            <a:r>
              <a:t/>
            </a:r>
            <a:endParaRPr sz="1200"/>
          </a:p>
          <a:p>
            <a:pPr indent="0" lvl="0" marL="139700" rtl="0" algn="just">
              <a:lnSpc>
                <a:spcPct val="115000"/>
              </a:lnSpc>
              <a:spcBef>
                <a:spcPts val="0"/>
              </a:spcBef>
              <a:spcAft>
                <a:spcPts val="0"/>
              </a:spcAft>
              <a:buSzPts val="2800"/>
              <a:buNone/>
            </a:pPr>
            <a:r>
              <a:t/>
            </a:r>
            <a:endParaRPr b="1" sz="1200"/>
          </a:p>
          <a:p>
            <a:pPr indent="0" lvl="0" marL="139700" rtl="0" algn="just">
              <a:lnSpc>
                <a:spcPct val="115000"/>
              </a:lnSpc>
              <a:spcBef>
                <a:spcPts val="0"/>
              </a:spcBef>
              <a:spcAft>
                <a:spcPts val="0"/>
              </a:spcAft>
              <a:buSzPts val="2800"/>
              <a:buNone/>
            </a:pPr>
            <a:r>
              <a:t/>
            </a:r>
            <a:endParaRPr b="1" sz="1200"/>
          </a:p>
          <a:p>
            <a:pPr indent="0" lvl="0" marL="139700" rtl="0" algn="just">
              <a:lnSpc>
                <a:spcPct val="115000"/>
              </a:lnSpc>
              <a:spcBef>
                <a:spcPts val="0"/>
              </a:spcBef>
              <a:spcAft>
                <a:spcPts val="0"/>
              </a:spcAft>
              <a:buSzPts val="2800"/>
              <a:buNone/>
            </a:pPr>
            <a:r>
              <a:t/>
            </a:r>
            <a:endParaRPr sz="1200"/>
          </a:p>
          <a:p>
            <a:pPr indent="0" lvl="0" marL="139700" rtl="0" algn="just">
              <a:lnSpc>
                <a:spcPct val="115000"/>
              </a:lnSpc>
              <a:spcBef>
                <a:spcPts val="0"/>
              </a:spcBef>
              <a:spcAft>
                <a:spcPts val="0"/>
              </a:spcAft>
              <a:buSzPts val="2800"/>
              <a:buNone/>
            </a:pPr>
            <a:r>
              <a:t/>
            </a:r>
            <a:endParaRPr sz="1200"/>
          </a:p>
        </p:txBody>
      </p:sp>
      <p:pic>
        <p:nvPicPr>
          <p:cNvPr id="349" name="Google Shape;349;g365d7afd70c_0_268"/>
          <p:cNvPicPr preferRelativeResize="0"/>
          <p:nvPr/>
        </p:nvPicPr>
        <p:blipFill rotWithShape="1">
          <a:blip r:embed="rId3">
            <a:alphaModFix/>
          </a:blip>
          <a:srcRect b="0" l="0" r="0" t="0"/>
          <a:stretch/>
        </p:blipFill>
        <p:spPr>
          <a:xfrm>
            <a:off x="2505875" y="2093075"/>
            <a:ext cx="4070600" cy="22991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3" name="Shape 353"/>
        <p:cNvGrpSpPr/>
        <p:nvPr/>
      </p:nvGrpSpPr>
      <p:grpSpPr>
        <a:xfrm>
          <a:off x="0" y="0"/>
          <a:ext cx="0" cy="0"/>
          <a:chOff x="0" y="0"/>
          <a:chExt cx="0" cy="0"/>
        </a:xfrm>
      </p:grpSpPr>
      <p:sp>
        <p:nvSpPr>
          <p:cNvPr id="354" name="Google Shape;354;g365d7afd70c_0_604"/>
          <p:cNvSpPr txBox="1"/>
          <p:nvPr>
            <p:ph type="title"/>
          </p:nvPr>
        </p:nvSpPr>
        <p:spPr>
          <a:xfrm>
            <a:off x="423375" y="1629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US" sz="2900">
                <a:latin typeface="Calibri"/>
                <a:ea typeface="Calibri"/>
                <a:cs typeface="Calibri"/>
                <a:sym typeface="Calibri"/>
              </a:rPr>
              <a:t>Port Scanning Techniques</a:t>
            </a:r>
            <a:endParaRPr sz="2900">
              <a:latin typeface="Calibri"/>
              <a:ea typeface="Calibri"/>
              <a:cs typeface="Calibri"/>
              <a:sym typeface="Calibri"/>
            </a:endParaRPr>
          </a:p>
          <a:p>
            <a:pPr indent="0" lvl="0" marL="0" rtl="0" algn="l">
              <a:lnSpc>
                <a:spcPct val="100000"/>
              </a:lnSpc>
              <a:spcBef>
                <a:spcPts val="0"/>
              </a:spcBef>
              <a:spcAft>
                <a:spcPts val="0"/>
              </a:spcAft>
              <a:buSzPts val="3000"/>
              <a:buNone/>
            </a:pPr>
            <a:r>
              <a:t/>
            </a:r>
            <a:endParaRPr sz="2400"/>
          </a:p>
        </p:txBody>
      </p:sp>
      <p:sp>
        <p:nvSpPr>
          <p:cNvPr id="355" name="Google Shape;355;g365d7afd70c_0_604"/>
          <p:cNvSpPr txBox="1"/>
          <p:nvPr>
            <p:ph idx="1" type="subTitle"/>
          </p:nvPr>
        </p:nvSpPr>
        <p:spPr>
          <a:xfrm>
            <a:off x="332775" y="700050"/>
            <a:ext cx="8724300" cy="374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2800"/>
              <a:buNone/>
            </a:pPr>
            <a:r>
              <a:rPr lang="en-US" sz="1100">
                <a:solidFill>
                  <a:srgbClr val="000000"/>
                </a:solidFill>
                <a:latin typeface="Arial"/>
                <a:ea typeface="Arial"/>
                <a:cs typeface="Arial"/>
                <a:sym typeface="Arial"/>
              </a:rPr>
              <a:t>Port scanning techniques are further categorized as described below. This categorization is based on the type of protocol used for communication in the network.</a:t>
            </a:r>
            <a:endParaRPr sz="1100">
              <a:solidFill>
                <a:srgbClr val="000000"/>
              </a:solidFill>
              <a:latin typeface="Arial"/>
              <a:ea typeface="Arial"/>
              <a:cs typeface="Arial"/>
              <a:sym typeface="Arial"/>
            </a:endParaRPr>
          </a:p>
          <a:p>
            <a:pPr indent="0" lvl="0" marL="0" rtl="0" algn="l">
              <a:lnSpc>
                <a:spcPct val="100000"/>
              </a:lnSpc>
              <a:spcBef>
                <a:spcPts val="1400"/>
              </a:spcBef>
              <a:spcAft>
                <a:spcPts val="0"/>
              </a:spcAft>
              <a:buSzPts val="2800"/>
              <a:buNone/>
            </a:pPr>
            <a:r>
              <a:rPr b="1" lang="en-US" sz="1300">
                <a:solidFill>
                  <a:srgbClr val="000000"/>
                </a:solidFill>
                <a:latin typeface="Arial"/>
                <a:ea typeface="Arial"/>
                <a:cs typeface="Arial"/>
                <a:sym typeface="Arial"/>
              </a:rPr>
              <a:t>TCP Scanning:</a:t>
            </a:r>
            <a:endParaRPr b="1" sz="1300">
              <a:solidFill>
                <a:srgbClr val="000000"/>
              </a:solidFill>
              <a:latin typeface="Arial"/>
              <a:ea typeface="Arial"/>
              <a:cs typeface="Arial"/>
              <a:sym typeface="Arial"/>
            </a:endParaRPr>
          </a:p>
          <a:p>
            <a:pPr indent="-298450" lvl="0" marL="457200" rtl="0" algn="l">
              <a:lnSpc>
                <a:spcPct val="100000"/>
              </a:lnSpc>
              <a:spcBef>
                <a:spcPts val="1200"/>
              </a:spcBef>
              <a:spcAft>
                <a:spcPts val="0"/>
              </a:spcAft>
              <a:buClr>
                <a:srgbClr val="000000"/>
              </a:buClr>
              <a:buSzPts val="1100"/>
              <a:buFont typeface="Arial"/>
              <a:buChar char="●"/>
            </a:pPr>
            <a:r>
              <a:rPr b="1" lang="en-US" sz="1100">
                <a:solidFill>
                  <a:srgbClr val="000000"/>
                </a:solidFill>
                <a:latin typeface="Arial"/>
                <a:ea typeface="Arial"/>
                <a:cs typeface="Arial"/>
                <a:sym typeface="Arial"/>
              </a:rPr>
              <a:t>Open TCP Scanning Methods</a:t>
            </a:r>
            <a:endParaRPr b="1" sz="1100">
              <a:solidFill>
                <a:srgbClr val="000000"/>
              </a:solidFill>
              <a:latin typeface="Arial"/>
              <a:ea typeface="Arial"/>
              <a:cs typeface="Arial"/>
              <a:sym typeface="Arial"/>
            </a:endParaRPr>
          </a:p>
          <a:p>
            <a:pPr indent="-298450" lvl="1" marL="914400" rtl="0" algn="l">
              <a:lnSpc>
                <a:spcPct val="100000"/>
              </a:lnSpc>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TCP Connect/Full Open Scan</a:t>
            </a:r>
            <a:endParaRPr sz="1100">
              <a:solidFill>
                <a:srgbClr val="000000"/>
              </a:solidFill>
              <a:latin typeface="Arial"/>
              <a:ea typeface="Arial"/>
              <a:cs typeface="Arial"/>
              <a:sym typeface="Arial"/>
            </a:endParaRPr>
          </a:p>
          <a:p>
            <a:pPr indent="-298450" lvl="0" marL="457200" rtl="0" algn="l">
              <a:lnSpc>
                <a:spcPct val="100000"/>
              </a:lnSpc>
              <a:spcBef>
                <a:spcPts val="0"/>
              </a:spcBef>
              <a:spcAft>
                <a:spcPts val="0"/>
              </a:spcAft>
              <a:buClr>
                <a:srgbClr val="000000"/>
              </a:buClr>
              <a:buSzPts val="1100"/>
              <a:buFont typeface="Arial"/>
              <a:buChar char="●"/>
            </a:pPr>
            <a:r>
              <a:rPr b="1" lang="en-US" sz="1100">
                <a:solidFill>
                  <a:srgbClr val="000000"/>
                </a:solidFill>
                <a:latin typeface="Arial"/>
                <a:ea typeface="Arial"/>
                <a:cs typeface="Arial"/>
                <a:sym typeface="Arial"/>
              </a:rPr>
              <a:t>Stealth TCP Scanning Methods</a:t>
            </a:r>
            <a:br>
              <a:rPr b="1" lang="en-US"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98450" lvl="1" marL="914400" rtl="0" algn="l">
              <a:lnSpc>
                <a:spcPct val="100000"/>
              </a:lnSpc>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Half-open Scan</a:t>
            </a:r>
            <a:endParaRPr sz="1100">
              <a:solidFill>
                <a:srgbClr val="000000"/>
              </a:solidFill>
              <a:latin typeface="Arial"/>
              <a:ea typeface="Arial"/>
              <a:cs typeface="Arial"/>
              <a:sym typeface="Arial"/>
            </a:endParaRPr>
          </a:p>
          <a:p>
            <a:pPr indent="-298450" lvl="1" marL="914400" rtl="0" algn="l">
              <a:lnSpc>
                <a:spcPct val="100000"/>
              </a:lnSpc>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Inverse TCP Flag Scan</a:t>
            </a:r>
            <a:br>
              <a:rPr lang="en-U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2" marL="1371600" rtl="0" algn="l">
              <a:lnSpc>
                <a:spcPct val="90000"/>
              </a:lnSpc>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Xmas Scan</a:t>
            </a:r>
            <a:endParaRPr sz="1100">
              <a:solidFill>
                <a:srgbClr val="000000"/>
              </a:solidFill>
              <a:latin typeface="Arial"/>
              <a:ea typeface="Arial"/>
              <a:cs typeface="Arial"/>
              <a:sym typeface="Arial"/>
            </a:endParaRPr>
          </a:p>
          <a:p>
            <a:pPr indent="-298450" lvl="2" marL="1371600" rtl="0" algn="l">
              <a:lnSpc>
                <a:spcPct val="90000"/>
              </a:lnSpc>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FIN Scan</a:t>
            </a:r>
            <a:endParaRPr sz="1100">
              <a:solidFill>
                <a:srgbClr val="000000"/>
              </a:solidFill>
              <a:latin typeface="Arial"/>
              <a:ea typeface="Arial"/>
              <a:cs typeface="Arial"/>
              <a:sym typeface="Arial"/>
            </a:endParaRPr>
          </a:p>
          <a:p>
            <a:pPr indent="-298450" lvl="2" marL="1371600" rtl="0" algn="l">
              <a:lnSpc>
                <a:spcPct val="90000"/>
              </a:lnSpc>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NULL Scan</a:t>
            </a:r>
            <a:endParaRPr sz="1100">
              <a:solidFill>
                <a:srgbClr val="000000"/>
              </a:solidFill>
              <a:latin typeface="Arial"/>
              <a:ea typeface="Arial"/>
              <a:cs typeface="Arial"/>
              <a:sym typeface="Arial"/>
            </a:endParaRPr>
          </a:p>
          <a:p>
            <a:pPr indent="-298450" lvl="2" marL="1371600" rtl="0" algn="l">
              <a:lnSpc>
                <a:spcPct val="90000"/>
              </a:lnSpc>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Maimon Scan</a:t>
            </a:r>
            <a:br>
              <a:rPr lang="en-U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1" marL="914400" rtl="0" algn="l">
              <a:lnSpc>
                <a:spcPct val="100000"/>
              </a:lnSpc>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ACK Flag Probe Scan</a:t>
            </a:r>
            <a:endParaRPr sz="1100">
              <a:solidFill>
                <a:srgbClr val="000000"/>
              </a:solidFill>
              <a:latin typeface="Arial"/>
              <a:ea typeface="Arial"/>
              <a:cs typeface="Arial"/>
              <a:sym typeface="Arial"/>
            </a:endParaRPr>
          </a:p>
          <a:p>
            <a:pPr indent="-298450" lvl="1" marL="914400" rtl="0" algn="l">
              <a:lnSpc>
                <a:spcPct val="100000"/>
              </a:lnSpc>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TTL-Based Scan</a:t>
            </a:r>
            <a:endParaRPr sz="1100">
              <a:solidFill>
                <a:srgbClr val="000000"/>
              </a:solidFill>
              <a:latin typeface="Arial"/>
              <a:ea typeface="Arial"/>
              <a:cs typeface="Arial"/>
              <a:sym typeface="Arial"/>
            </a:endParaRPr>
          </a:p>
          <a:p>
            <a:pPr indent="-298450" lvl="1" marL="914400" rtl="0" algn="l">
              <a:lnSpc>
                <a:spcPct val="100000"/>
              </a:lnSpc>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Window Scan</a:t>
            </a:r>
            <a:endParaRPr sz="1100">
              <a:solidFill>
                <a:srgbClr val="000000"/>
              </a:solidFill>
              <a:latin typeface="Arial"/>
              <a:ea typeface="Arial"/>
              <a:cs typeface="Arial"/>
              <a:sym typeface="Arial"/>
            </a:endParaRPr>
          </a:p>
          <a:p>
            <a:pPr indent="-298450" lvl="0" marL="457200" rtl="0" algn="l">
              <a:lnSpc>
                <a:spcPct val="90000"/>
              </a:lnSpc>
              <a:spcBef>
                <a:spcPts val="0"/>
              </a:spcBef>
              <a:spcAft>
                <a:spcPts val="0"/>
              </a:spcAft>
              <a:buClr>
                <a:srgbClr val="000000"/>
              </a:buClr>
              <a:buSzPts val="1100"/>
              <a:buFont typeface="Times New Roman"/>
              <a:buChar char="●"/>
            </a:pPr>
            <a:r>
              <a:rPr b="1" lang="en-US" sz="1100">
                <a:solidFill>
                  <a:srgbClr val="000000"/>
                </a:solidFill>
                <a:latin typeface="Times New Roman"/>
                <a:ea typeface="Times New Roman"/>
                <a:cs typeface="Times New Roman"/>
                <a:sym typeface="Times New Roman"/>
              </a:rPr>
              <a:t>Third Party and Spoofed TCP Scanning Methods</a:t>
            </a:r>
            <a:br>
              <a:rPr b="1" lang="en-US" sz="1100">
                <a:solidFill>
                  <a:srgbClr val="000000"/>
                </a:solidFill>
                <a:latin typeface="Times New Roman"/>
                <a:ea typeface="Times New Roman"/>
                <a:cs typeface="Times New Roman"/>
                <a:sym typeface="Times New Roman"/>
              </a:rPr>
            </a:br>
            <a:endParaRPr b="1" sz="1100">
              <a:solidFill>
                <a:srgbClr val="000000"/>
              </a:solidFill>
              <a:latin typeface="Times New Roman"/>
              <a:ea typeface="Times New Roman"/>
              <a:cs typeface="Times New Roman"/>
              <a:sym typeface="Times New Roman"/>
            </a:endParaRPr>
          </a:p>
          <a:p>
            <a:pPr indent="-298450" lvl="1" marL="914400" rtl="0" algn="l">
              <a:lnSpc>
                <a:spcPct val="90000"/>
              </a:lnSpc>
              <a:spcBef>
                <a:spcPts val="0"/>
              </a:spcBef>
              <a:spcAft>
                <a:spcPts val="0"/>
              </a:spcAft>
              <a:buClr>
                <a:srgbClr val="000000"/>
              </a:buClr>
              <a:buSzPts val="1100"/>
              <a:buFont typeface="Times New Roman"/>
              <a:buChar char="○"/>
            </a:pPr>
            <a:r>
              <a:rPr lang="en-US" sz="1100">
                <a:solidFill>
                  <a:srgbClr val="000000"/>
                </a:solidFill>
                <a:latin typeface="Times New Roman"/>
                <a:ea typeface="Times New Roman"/>
                <a:cs typeface="Times New Roman"/>
                <a:sym typeface="Times New Roman"/>
              </a:rPr>
              <a:t>IDLE/IP ID Header Scan</a:t>
            </a:r>
            <a:endParaRPr sz="1100">
              <a:solidFill>
                <a:srgbClr val="000000"/>
              </a:solidFill>
              <a:latin typeface="Times New Roman"/>
              <a:ea typeface="Times New Roman"/>
              <a:cs typeface="Times New Roman"/>
              <a:sym typeface="Times New Roman"/>
            </a:endParaRPr>
          </a:p>
          <a:p>
            <a:pPr indent="0" lvl="0" marL="914400" rtl="0" algn="l">
              <a:lnSpc>
                <a:spcPct val="90000"/>
              </a:lnSpc>
              <a:spcBef>
                <a:spcPts val="0"/>
              </a:spcBef>
              <a:spcAft>
                <a:spcPts val="0"/>
              </a:spcAft>
              <a:buSzPts val="2800"/>
              <a:buNone/>
            </a:pPr>
            <a:br>
              <a:rPr lang="en-U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139700" rtl="0" algn="just">
              <a:lnSpc>
                <a:spcPct val="115000"/>
              </a:lnSpc>
              <a:spcBef>
                <a:spcPts val="0"/>
              </a:spcBef>
              <a:spcAft>
                <a:spcPts val="0"/>
              </a:spcAft>
              <a:buSzPts val="2800"/>
              <a:buNone/>
            </a:pPr>
            <a:r>
              <a:t/>
            </a:r>
            <a:endParaRPr sz="1200"/>
          </a:p>
        </p:txBody>
      </p:sp>
      <p:sp>
        <p:nvSpPr>
          <p:cNvPr id="356" name="Google Shape;356;g365d7afd70c_0_604"/>
          <p:cNvSpPr txBox="1"/>
          <p:nvPr/>
        </p:nvSpPr>
        <p:spPr>
          <a:xfrm>
            <a:off x="4731125" y="1331100"/>
            <a:ext cx="5107200" cy="408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400"/>
              </a:spcBef>
              <a:spcAft>
                <a:spcPts val="0"/>
              </a:spcAft>
              <a:buClr>
                <a:srgbClr val="000000"/>
              </a:buClr>
              <a:buSzPts val="1100"/>
              <a:buFont typeface="Arial"/>
              <a:buNone/>
            </a:pPr>
            <a:r>
              <a:rPr b="1" i="0" lang="en-US" sz="1100" u="none" cap="none" strike="noStrike">
                <a:solidFill>
                  <a:srgbClr val="000000"/>
                </a:solidFill>
                <a:latin typeface="Times New Roman"/>
                <a:ea typeface="Times New Roman"/>
                <a:cs typeface="Times New Roman"/>
                <a:sym typeface="Times New Roman"/>
              </a:rPr>
              <a:t>UDP Scanning:</a:t>
            </a:r>
            <a:endParaRPr b="1" i="0" sz="1100" u="none" cap="none" strike="noStrike">
              <a:solidFill>
                <a:srgbClr val="000000"/>
              </a:solidFill>
              <a:latin typeface="Times New Roman"/>
              <a:ea typeface="Times New Roman"/>
              <a:cs typeface="Times New Roman"/>
              <a:sym typeface="Times New Roman"/>
            </a:endParaRPr>
          </a:p>
          <a:p>
            <a:pPr indent="-298450" lvl="0" marL="457200" marR="0" rtl="0" algn="l">
              <a:lnSpc>
                <a:spcPct val="100000"/>
              </a:lnSpc>
              <a:spcBef>
                <a:spcPts val="1200"/>
              </a:spcBef>
              <a:spcAft>
                <a:spcPts val="0"/>
              </a:spcAft>
              <a:buClr>
                <a:srgbClr val="000000"/>
              </a:buClr>
              <a:buSzPts val="1100"/>
              <a:buFont typeface="Times New Roman"/>
              <a:buChar char="●"/>
            </a:pPr>
            <a:r>
              <a:rPr b="0" i="0" lang="en-US" sz="1100" u="none" cap="none" strike="noStrike">
                <a:solidFill>
                  <a:srgbClr val="000000"/>
                </a:solidFill>
                <a:latin typeface="Times New Roman"/>
                <a:ea typeface="Times New Roman"/>
                <a:cs typeface="Times New Roman"/>
                <a:sym typeface="Times New Roman"/>
              </a:rPr>
              <a:t>UDP Scanning</a:t>
            </a:r>
            <a:endParaRPr b="0" i="0" sz="1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400"/>
              </a:spcBef>
              <a:spcAft>
                <a:spcPts val="0"/>
              </a:spcAft>
              <a:buClr>
                <a:srgbClr val="000000"/>
              </a:buClr>
              <a:buSzPts val="1100"/>
              <a:buFont typeface="Arial"/>
              <a:buNone/>
            </a:pPr>
            <a:r>
              <a:rPr b="1" i="0" lang="en-US" sz="1100" u="none" cap="none" strike="noStrike">
                <a:solidFill>
                  <a:srgbClr val="000000"/>
                </a:solidFill>
                <a:latin typeface="Times New Roman"/>
                <a:ea typeface="Times New Roman"/>
                <a:cs typeface="Times New Roman"/>
                <a:sym typeface="Times New Roman"/>
              </a:rPr>
              <a:t>SCTP Scanning:</a:t>
            </a:r>
            <a:endParaRPr b="1" i="0" sz="1100" u="none" cap="none" strike="noStrike">
              <a:solidFill>
                <a:srgbClr val="000000"/>
              </a:solidFill>
              <a:latin typeface="Times New Roman"/>
              <a:ea typeface="Times New Roman"/>
              <a:cs typeface="Times New Roman"/>
              <a:sym typeface="Times New Roman"/>
            </a:endParaRPr>
          </a:p>
          <a:p>
            <a:pPr indent="-298450" lvl="0" marL="457200" marR="0" rtl="0" algn="l">
              <a:lnSpc>
                <a:spcPct val="100000"/>
              </a:lnSpc>
              <a:spcBef>
                <a:spcPts val="1200"/>
              </a:spcBef>
              <a:spcAft>
                <a:spcPts val="0"/>
              </a:spcAft>
              <a:buClr>
                <a:srgbClr val="000000"/>
              </a:buClr>
              <a:buSzPts val="1100"/>
              <a:buFont typeface="Times New Roman"/>
              <a:buChar char="●"/>
            </a:pPr>
            <a:r>
              <a:rPr b="0" i="0" lang="en-US" sz="1100" u="none" cap="none" strike="noStrike">
                <a:solidFill>
                  <a:srgbClr val="000000"/>
                </a:solidFill>
                <a:latin typeface="Times New Roman"/>
                <a:ea typeface="Times New Roman"/>
                <a:cs typeface="Times New Roman"/>
                <a:sym typeface="Times New Roman"/>
              </a:rPr>
              <a:t>SCTP INIT Scanning</a:t>
            </a:r>
            <a:endParaRPr b="0" i="0" sz="1100" u="none" cap="none" strike="noStrike">
              <a:solidFill>
                <a:srgbClr val="000000"/>
              </a:solidFill>
              <a:latin typeface="Times New Roman"/>
              <a:ea typeface="Times New Roman"/>
              <a:cs typeface="Times New Roman"/>
              <a:sym typeface="Times New Roman"/>
            </a:endParaRPr>
          </a:p>
          <a:p>
            <a:pPr indent="-298450" lvl="0" marL="457200" marR="0" rtl="0" algn="l">
              <a:lnSpc>
                <a:spcPct val="100000"/>
              </a:lnSpc>
              <a:spcBef>
                <a:spcPts val="0"/>
              </a:spcBef>
              <a:spcAft>
                <a:spcPts val="0"/>
              </a:spcAft>
              <a:buClr>
                <a:srgbClr val="000000"/>
              </a:buClr>
              <a:buSzPts val="1100"/>
              <a:buFont typeface="Times New Roman"/>
              <a:buChar char="●"/>
            </a:pPr>
            <a:r>
              <a:rPr b="0" i="0" lang="en-US" sz="1100" u="none" cap="none" strike="noStrike">
                <a:solidFill>
                  <a:srgbClr val="000000"/>
                </a:solidFill>
                <a:latin typeface="Times New Roman"/>
                <a:ea typeface="Times New Roman"/>
                <a:cs typeface="Times New Roman"/>
                <a:sym typeface="Times New Roman"/>
              </a:rPr>
              <a:t>SCTP COOKIE/ECHO Scanning</a:t>
            </a:r>
            <a:endParaRPr b="0" i="0" sz="1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400"/>
              </a:spcBef>
              <a:spcAft>
                <a:spcPts val="0"/>
              </a:spcAft>
              <a:buClr>
                <a:srgbClr val="000000"/>
              </a:buClr>
              <a:buSzPts val="1100"/>
              <a:buFont typeface="Arial"/>
              <a:buNone/>
            </a:pPr>
            <a:r>
              <a:rPr b="1" i="0" lang="en-US" sz="1100" u="none" cap="none" strike="noStrike">
                <a:solidFill>
                  <a:srgbClr val="000000"/>
                </a:solidFill>
                <a:latin typeface="Times New Roman"/>
                <a:ea typeface="Times New Roman"/>
                <a:cs typeface="Times New Roman"/>
                <a:sym typeface="Times New Roman"/>
              </a:rPr>
              <a:t>SSDP Scanning:</a:t>
            </a:r>
            <a:endParaRPr b="1" i="0" sz="1100" u="none" cap="none" strike="noStrike">
              <a:solidFill>
                <a:srgbClr val="000000"/>
              </a:solidFill>
              <a:latin typeface="Times New Roman"/>
              <a:ea typeface="Times New Roman"/>
              <a:cs typeface="Times New Roman"/>
              <a:sym typeface="Times New Roman"/>
            </a:endParaRPr>
          </a:p>
          <a:p>
            <a:pPr indent="-298450" lvl="0" marL="457200" marR="0" rtl="0" algn="l">
              <a:lnSpc>
                <a:spcPct val="100000"/>
              </a:lnSpc>
              <a:spcBef>
                <a:spcPts val="1200"/>
              </a:spcBef>
              <a:spcAft>
                <a:spcPts val="0"/>
              </a:spcAft>
              <a:buClr>
                <a:srgbClr val="000000"/>
              </a:buClr>
              <a:buSzPts val="1100"/>
              <a:buFont typeface="Times New Roman"/>
              <a:buChar char="●"/>
            </a:pPr>
            <a:r>
              <a:rPr b="0" i="0" lang="en-US" sz="1100" u="none" cap="none" strike="noStrike">
                <a:solidFill>
                  <a:srgbClr val="000000"/>
                </a:solidFill>
                <a:latin typeface="Times New Roman"/>
                <a:ea typeface="Times New Roman"/>
                <a:cs typeface="Times New Roman"/>
                <a:sym typeface="Times New Roman"/>
              </a:rPr>
              <a:t>SSDP and List Scanning</a:t>
            </a:r>
            <a:endParaRPr b="0" i="0" sz="11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400"/>
              </a:spcBef>
              <a:spcAft>
                <a:spcPts val="0"/>
              </a:spcAft>
              <a:buClr>
                <a:srgbClr val="000000"/>
              </a:buClr>
              <a:buSzPts val="1100"/>
              <a:buFont typeface="Arial"/>
              <a:buNone/>
            </a:pPr>
            <a:r>
              <a:rPr b="1" i="0" lang="en-US" sz="1100" u="none" cap="none" strike="noStrike">
                <a:solidFill>
                  <a:srgbClr val="000000"/>
                </a:solidFill>
                <a:latin typeface="Times New Roman"/>
                <a:ea typeface="Times New Roman"/>
                <a:cs typeface="Times New Roman"/>
                <a:sym typeface="Times New Roman"/>
              </a:rPr>
              <a:t>IPv6 Scanning:</a:t>
            </a:r>
            <a:endParaRPr b="1" i="0" sz="1100" u="none" cap="none" strike="noStrike">
              <a:solidFill>
                <a:srgbClr val="000000"/>
              </a:solidFill>
              <a:latin typeface="Times New Roman"/>
              <a:ea typeface="Times New Roman"/>
              <a:cs typeface="Times New Roman"/>
              <a:sym typeface="Times New Roman"/>
            </a:endParaRPr>
          </a:p>
          <a:p>
            <a:pPr indent="-298450" lvl="0" marL="457200" marR="0" rtl="0" algn="l">
              <a:lnSpc>
                <a:spcPct val="100000"/>
              </a:lnSpc>
              <a:spcBef>
                <a:spcPts val="1200"/>
              </a:spcBef>
              <a:spcAft>
                <a:spcPts val="0"/>
              </a:spcAft>
              <a:buClr>
                <a:srgbClr val="000000"/>
              </a:buClr>
              <a:buSzPts val="1100"/>
              <a:buFont typeface="Times New Roman"/>
              <a:buChar char="●"/>
            </a:pPr>
            <a:r>
              <a:rPr b="0" i="0" lang="en-US" sz="1100" u="none" cap="none" strike="noStrike">
                <a:solidFill>
                  <a:srgbClr val="000000"/>
                </a:solidFill>
                <a:latin typeface="Times New Roman"/>
                <a:ea typeface="Times New Roman"/>
                <a:cs typeface="Times New Roman"/>
                <a:sym typeface="Times New Roman"/>
              </a:rPr>
              <a:t>IPv6 Scanning</a:t>
            </a:r>
            <a:endParaRPr b="0" i="0" sz="1100" u="none" cap="none" strike="noStrike">
              <a:solidFill>
                <a:srgbClr val="000000"/>
              </a:solidFill>
              <a:latin typeface="Times New Roman"/>
              <a:ea typeface="Times New Roman"/>
              <a:cs typeface="Times New Roman"/>
              <a:sym typeface="Times New Roman"/>
            </a:endParaRPr>
          </a:p>
          <a:p>
            <a:pPr indent="0" lvl="0" marL="914400" marR="0" rtl="0" algn="just">
              <a:lnSpc>
                <a:spcPct val="100000"/>
              </a:lnSpc>
              <a:spcBef>
                <a:spcPts val="1200"/>
              </a:spcBef>
              <a:spcAft>
                <a:spcPts val="0"/>
              </a:spcAft>
              <a:buClr>
                <a:srgbClr val="000000"/>
              </a:buClr>
              <a:buSzPts val="1100"/>
              <a:buFont typeface="Arial"/>
              <a:buNone/>
            </a:pPr>
            <a:r>
              <a:t/>
            </a:r>
            <a:endParaRPr b="0" i="0" sz="1100" u="none" cap="none" strike="noStrike">
              <a:solidFill>
                <a:schemeClr val="dk1"/>
              </a:solidFill>
              <a:latin typeface="Times New Roman"/>
              <a:ea typeface="Times New Roman"/>
              <a:cs typeface="Times New Roman"/>
              <a:sym typeface="Times New Roman"/>
            </a:endParaRPr>
          </a:p>
          <a:p>
            <a:pPr indent="0" lvl="0" marL="139700" marR="0" rtl="0" algn="just">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Times New Roman"/>
              <a:ea typeface="Times New Roman"/>
              <a:cs typeface="Times New Roman"/>
              <a:sym typeface="Times New Roman"/>
            </a:endParaRPr>
          </a:p>
          <a:p>
            <a:pPr indent="0" lvl="0" marL="139700" marR="0" rtl="0" algn="just">
              <a:lnSpc>
                <a:spcPct val="100000"/>
              </a:lnSpc>
              <a:spcBef>
                <a:spcPts val="0"/>
              </a:spcBef>
              <a:spcAft>
                <a:spcPts val="0"/>
              </a:spcAft>
              <a:buClr>
                <a:srgbClr val="000000"/>
              </a:buClr>
              <a:buSzPts val="1100"/>
              <a:buFont typeface="Arial"/>
              <a:buNone/>
            </a:pPr>
            <a:r>
              <a:t/>
            </a:r>
            <a:endParaRPr b="1" i="0" sz="1100" u="none" cap="none" strike="noStrike">
              <a:solidFill>
                <a:schemeClr val="dk1"/>
              </a:solidFill>
              <a:latin typeface="Times New Roman"/>
              <a:ea typeface="Times New Roman"/>
              <a:cs typeface="Times New Roman"/>
              <a:sym typeface="Times New Roman"/>
            </a:endParaRPr>
          </a:p>
          <a:p>
            <a:pPr indent="0" lvl="0" marL="139700" marR="0" rtl="0" algn="just">
              <a:lnSpc>
                <a:spcPct val="115000"/>
              </a:lnSpc>
              <a:spcBef>
                <a:spcPts val="0"/>
              </a:spcBef>
              <a:spcAft>
                <a:spcPts val="0"/>
              </a:spcAft>
              <a:buClr>
                <a:srgbClr val="000000"/>
              </a:buClr>
              <a:buSzPts val="1100"/>
              <a:buFont typeface="Arial"/>
              <a:buNone/>
            </a:pPr>
            <a:r>
              <a:t/>
            </a:r>
            <a:endParaRPr b="1" i="0" sz="1100" u="none" cap="none" strike="noStrike">
              <a:solidFill>
                <a:schemeClr val="dk1"/>
              </a:solidFill>
              <a:latin typeface="Times New Roman"/>
              <a:ea typeface="Times New Roman"/>
              <a:cs typeface="Times New Roman"/>
              <a:sym typeface="Times New Roman"/>
            </a:endParaRPr>
          </a:p>
          <a:p>
            <a:pPr indent="0" lvl="0" marL="139700" marR="0" rtl="0" algn="just">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Times New Roman"/>
              <a:ea typeface="Times New Roman"/>
              <a:cs typeface="Times New Roman"/>
              <a:sym typeface="Times New Roman"/>
            </a:endParaRPr>
          </a:p>
          <a:p>
            <a:pPr indent="0" lvl="0" marL="139700" marR="0" rtl="0" algn="just">
              <a:lnSpc>
                <a:spcPct val="115000"/>
              </a:lnSpc>
              <a:spcBef>
                <a:spcPts val="0"/>
              </a:spcBef>
              <a:spcAft>
                <a:spcPts val="0"/>
              </a:spcAft>
              <a:buClr>
                <a:srgbClr val="000000"/>
              </a:buClr>
              <a:buSzPts val="1100"/>
              <a:buFont typeface="Arial"/>
              <a:buNone/>
            </a:pPr>
            <a:r>
              <a:t/>
            </a:r>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65d7afd70c_0_2661"/>
          <p:cNvSpPr txBox="1"/>
          <p:nvPr>
            <p:ph type="title"/>
          </p:nvPr>
        </p:nvSpPr>
        <p:spPr>
          <a:xfrm>
            <a:off x="423375" y="1629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US" sz="2900">
                <a:latin typeface="Calibri"/>
                <a:ea typeface="Calibri"/>
                <a:cs typeface="Calibri"/>
                <a:sym typeface="Calibri"/>
              </a:rPr>
              <a:t>Port Scanning Techniques (Ping Scan)</a:t>
            </a:r>
            <a:endParaRPr sz="2900">
              <a:latin typeface="Calibri"/>
              <a:ea typeface="Calibri"/>
              <a:cs typeface="Calibri"/>
              <a:sym typeface="Calibri"/>
            </a:endParaRPr>
          </a:p>
          <a:p>
            <a:pPr indent="0" lvl="0" marL="0" rtl="0" algn="l">
              <a:lnSpc>
                <a:spcPct val="100000"/>
              </a:lnSpc>
              <a:spcBef>
                <a:spcPts val="0"/>
              </a:spcBef>
              <a:spcAft>
                <a:spcPts val="0"/>
              </a:spcAft>
              <a:buSzPts val="3000"/>
              <a:buNone/>
            </a:pPr>
            <a:r>
              <a:t/>
            </a:r>
            <a:endParaRPr sz="2400"/>
          </a:p>
        </p:txBody>
      </p:sp>
      <p:pic>
        <p:nvPicPr>
          <p:cNvPr id="362" name="Google Shape;362;g365d7afd70c_0_2661"/>
          <p:cNvPicPr preferRelativeResize="0"/>
          <p:nvPr/>
        </p:nvPicPr>
        <p:blipFill rotWithShape="1">
          <a:blip r:embed="rId3">
            <a:alphaModFix/>
          </a:blip>
          <a:srcRect b="0" l="0" r="0" t="18962"/>
          <a:stretch/>
        </p:blipFill>
        <p:spPr>
          <a:xfrm>
            <a:off x="643850" y="1490250"/>
            <a:ext cx="7483523" cy="2380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65d7afd70c_0_2668"/>
          <p:cNvSpPr txBox="1"/>
          <p:nvPr>
            <p:ph type="title"/>
          </p:nvPr>
        </p:nvSpPr>
        <p:spPr>
          <a:xfrm>
            <a:off x="423375" y="1629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US" sz="2900">
                <a:latin typeface="Calibri"/>
                <a:ea typeface="Calibri"/>
                <a:cs typeface="Calibri"/>
                <a:sym typeface="Calibri"/>
              </a:rPr>
              <a:t>Port Scanning Techniques (SYN Scan)</a:t>
            </a:r>
            <a:endParaRPr sz="2900">
              <a:latin typeface="Calibri"/>
              <a:ea typeface="Calibri"/>
              <a:cs typeface="Calibri"/>
              <a:sym typeface="Calibri"/>
            </a:endParaRPr>
          </a:p>
          <a:p>
            <a:pPr indent="0" lvl="0" marL="0" rtl="0" algn="l">
              <a:lnSpc>
                <a:spcPct val="100000"/>
              </a:lnSpc>
              <a:spcBef>
                <a:spcPts val="0"/>
              </a:spcBef>
              <a:spcAft>
                <a:spcPts val="0"/>
              </a:spcAft>
              <a:buSzPts val="3000"/>
              <a:buNone/>
            </a:pPr>
            <a:r>
              <a:t/>
            </a:r>
            <a:endParaRPr sz="2400"/>
          </a:p>
        </p:txBody>
      </p:sp>
      <p:pic>
        <p:nvPicPr>
          <p:cNvPr id="368" name="Google Shape;368;g365d7afd70c_0_2668"/>
          <p:cNvPicPr preferRelativeResize="0"/>
          <p:nvPr/>
        </p:nvPicPr>
        <p:blipFill rotWithShape="1">
          <a:blip r:embed="rId3">
            <a:alphaModFix/>
          </a:blip>
          <a:srcRect b="0" l="0" r="0" t="0"/>
          <a:stretch/>
        </p:blipFill>
        <p:spPr>
          <a:xfrm>
            <a:off x="889775" y="1170150"/>
            <a:ext cx="6919307" cy="26774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65d7afd70c_0_2674"/>
          <p:cNvSpPr txBox="1"/>
          <p:nvPr>
            <p:ph type="title"/>
          </p:nvPr>
        </p:nvSpPr>
        <p:spPr>
          <a:xfrm>
            <a:off x="423375" y="1629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US" sz="2900">
                <a:latin typeface="Calibri"/>
                <a:ea typeface="Calibri"/>
                <a:cs typeface="Calibri"/>
                <a:sym typeface="Calibri"/>
              </a:rPr>
              <a:t>Port Scanning Techniques (TCP Connect Scan)</a:t>
            </a:r>
            <a:endParaRPr sz="2900">
              <a:latin typeface="Calibri"/>
              <a:ea typeface="Calibri"/>
              <a:cs typeface="Calibri"/>
              <a:sym typeface="Calibri"/>
            </a:endParaRPr>
          </a:p>
          <a:p>
            <a:pPr indent="0" lvl="0" marL="0" rtl="0" algn="l">
              <a:lnSpc>
                <a:spcPct val="100000"/>
              </a:lnSpc>
              <a:spcBef>
                <a:spcPts val="0"/>
              </a:spcBef>
              <a:spcAft>
                <a:spcPts val="0"/>
              </a:spcAft>
              <a:buSzPts val="3000"/>
              <a:buNone/>
            </a:pPr>
            <a:r>
              <a:t/>
            </a:r>
            <a:endParaRPr sz="2400"/>
          </a:p>
        </p:txBody>
      </p:sp>
      <p:pic>
        <p:nvPicPr>
          <p:cNvPr id="374" name="Google Shape;374;g365d7afd70c_0_2674"/>
          <p:cNvPicPr preferRelativeResize="0"/>
          <p:nvPr/>
        </p:nvPicPr>
        <p:blipFill rotWithShape="1">
          <a:blip r:embed="rId3">
            <a:alphaModFix/>
          </a:blip>
          <a:srcRect b="0" l="0" r="0" t="0"/>
          <a:stretch/>
        </p:blipFill>
        <p:spPr>
          <a:xfrm>
            <a:off x="1338300" y="1177375"/>
            <a:ext cx="6315450" cy="25956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365d7afd70c_0_2680"/>
          <p:cNvSpPr txBox="1"/>
          <p:nvPr>
            <p:ph type="title"/>
          </p:nvPr>
        </p:nvSpPr>
        <p:spPr>
          <a:xfrm>
            <a:off x="423375" y="1629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US" sz="2900">
                <a:latin typeface="Calibri"/>
                <a:ea typeface="Calibri"/>
                <a:cs typeface="Calibri"/>
                <a:sym typeface="Calibri"/>
              </a:rPr>
              <a:t>Port Scanning Techniques (UDP  Scan)</a:t>
            </a:r>
            <a:endParaRPr sz="2900">
              <a:latin typeface="Calibri"/>
              <a:ea typeface="Calibri"/>
              <a:cs typeface="Calibri"/>
              <a:sym typeface="Calibri"/>
            </a:endParaRPr>
          </a:p>
          <a:p>
            <a:pPr indent="0" lvl="0" marL="0" rtl="0" algn="l">
              <a:lnSpc>
                <a:spcPct val="100000"/>
              </a:lnSpc>
              <a:spcBef>
                <a:spcPts val="0"/>
              </a:spcBef>
              <a:spcAft>
                <a:spcPts val="0"/>
              </a:spcAft>
              <a:buSzPts val="3000"/>
              <a:buNone/>
            </a:pPr>
            <a:r>
              <a:t/>
            </a:r>
            <a:endParaRPr sz="2400"/>
          </a:p>
        </p:txBody>
      </p:sp>
      <p:pic>
        <p:nvPicPr>
          <p:cNvPr id="380" name="Google Shape;380;g365d7afd70c_0_2680"/>
          <p:cNvPicPr preferRelativeResize="0"/>
          <p:nvPr/>
        </p:nvPicPr>
        <p:blipFill rotWithShape="1">
          <a:blip r:embed="rId3">
            <a:alphaModFix/>
          </a:blip>
          <a:srcRect b="0" l="0" r="0" t="0"/>
          <a:stretch/>
        </p:blipFill>
        <p:spPr>
          <a:xfrm>
            <a:off x="1234075" y="1069763"/>
            <a:ext cx="6511199" cy="30039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65d7afd70c_0_2686"/>
          <p:cNvSpPr txBox="1"/>
          <p:nvPr>
            <p:ph type="title"/>
          </p:nvPr>
        </p:nvSpPr>
        <p:spPr>
          <a:xfrm>
            <a:off x="423375" y="16290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US" sz="2900">
                <a:latin typeface="Calibri"/>
                <a:ea typeface="Calibri"/>
                <a:cs typeface="Calibri"/>
                <a:sym typeface="Calibri"/>
              </a:rPr>
              <a:t>Port Scanning Techniques (Stealth  Scan)</a:t>
            </a:r>
            <a:endParaRPr sz="2900">
              <a:latin typeface="Calibri"/>
              <a:ea typeface="Calibri"/>
              <a:cs typeface="Calibri"/>
              <a:sym typeface="Calibri"/>
            </a:endParaRPr>
          </a:p>
          <a:p>
            <a:pPr indent="0" lvl="0" marL="0" rtl="0" algn="l">
              <a:lnSpc>
                <a:spcPct val="100000"/>
              </a:lnSpc>
              <a:spcBef>
                <a:spcPts val="0"/>
              </a:spcBef>
              <a:spcAft>
                <a:spcPts val="0"/>
              </a:spcAft>
              <a:buSzPts val="3000"/>
              <a:buNone/>
            </a:pPr>
            <a:r>
              <a:t/>
            </a:r>
            <a:endParaRPr sz="2400"/>
          </a:p>
        </p:txBody>
      </p:sp>
      <p:pic>
        <p:nvPicPr>
          <p:cNvPr id="386" name="Google Shape;386;g365d7afd70c_0_2686"/>
          <p:cNvPicPr preferRelativeResize="0"/>
          <p:nvPr/>
        </p:nvPicPr>
        <p:blipFill rotWithShape="1">
          <a:blip r:embed="rId3">
            <a:alphaModFix/>
          </a:blip>
          <a:srcRect b="0" l="0" r="0" t="0"/>
          <a:stretch/>
        </p:blipFill>
        <p:spPr>
          <a:xfrm>
            <a:off x="831925" y="1258750"/>
            <a:ext cx="6988224" cy="2582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365d7afd70c_0_613"/>
          <p:cNvSpPr txBox="1"/>
          <p:nvPr>
            <p:ph type="title"/>
          </p:nvPr>
        </p:nvSpPr>
        <p:spPr>
          <a:xfrm>
            <a:off x="720000" y="3365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900">
                <a:latin typeface="Calibri"/>
                <a:ea typeface="Calibri"/>
                <a:cs typeface="Calibri"/>
                <a:sym typeface="Calibri"/>
              </a:rPr>
              <a:t>Network Mapping</a:t>
            </a:r>
            <a:endParaRPr sz="2400"/>
          </a:p>
        </p:txBody>
      </p:sp>
      <p:sp>
        <p:nvSpPr>
          <p:cNvPr id="392" name="Google Shape;392;g365d7afd70c_0_613"/>
          <p:cNvSpPr txBox="1"/>
          <p:nvPr>
            <p:ph idx="1" type="subTitle"/>
          </p:nvPr>
        </p:nvSpPr>
        <p:spPr>
          <a:xfrm>
            <a:off x="720000" y="873050"/>
            <a:ext cx="7704000" cy="3743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000"/>
              </a:spcBef>
              <a:spcAft>
                <a:spcPts val="0"/>
              </a:spcAft>
              <a:buSzPts val="2800"/>
              <a:buNone/>
            </a:pPr>
            <a:r>
              <a:rPr lang="en-US">
                <a:latin typeface="Times New Roman"/>
                <a:ea typeface="Times New Roman"/>
                <a:cs typeface="Times New Roman"/>
                <a:sym typeface="Times New Roman"/>
              </a:rPr>
              <a:t>Network mapping is the process of discovering all entities linked to a network. Network mapping solutions visualize physical and virtual networks and provide in-depth visibility into enterprise IT infrastructure. Organizations use network mapping to simplify network monitoring and swiftly pinpoint network faults with network mapping tools.</a:t>
            </a:r>
            <a:endParaRPr>
              <a:latin typeface="Times New Roman"/>
              <a:ea typeface="Times New Roman"/>
              <a:cs typeface="Times New Roman"/>
              <a:sym typeface="Times New Roman"/>
            </a:endParaRPr>
          </a:p>
          <a:p>
            <a:pPr indent="0" lvl="0" marL="0" rtl="0" algn="just">
              <a:lnSpc>
                <a:spcPct val="115000"/>
              </a:lnSpc>
              <a:spcBef>
                <a:spcPts val="1000"/>
              </a:spcBef>
              <a:spcAft>
                <a:spcPts val="0"/>
              </a:spcAft>
              <a:buSzPts val="2800"/>
              <a:buNone/>
            </a:pPr>
            <a:r>
              <a:t/>
            </a:r>
            <a:endParaRPr/>
          </a:p>
          <a:p>
            <a:pPr indent="0" lvl="0" marL="914400" rtl="0" algn="just">
              <a:lnSpc>
                <a:spcPct val="115000"/>
              </a:lnSpc>
              <a:spcBef>
                <a:spcPts val="1000"/>
              </a:spcBef>
              <a:spcAft>
                <a:spcPts val="0"/>
              </a:spcAft>
              <a:buSzPts val="2800"/>
              <a:buNone/>
            </a:pPr>
            <a:r>
              <a:t/>
            </a:r>
            <a:endParaRPr sz="1200"/>
          </a:p>
          <a:p>
            <a:pPr indent="0" lvl="0" marL="139700" rtl="0" algn="just">
              <a:lnSpc>
                <a:spcPct val="115000"/>
              </a:lnSpc>
              <a:spcBef>
                <a:spcPts val="0"/>
              </a:spcBef>
              <a:spcAft>
                <a:spcPts val="0"/>
              </a:spcAft>
              <a:buSzPts val="2800"/>
              <a:buNone/>
            </a:pPr>
            <a:r>
              <a:t/>
            </a:r>
            <a:endParaRPr sz="1200"/>
          </a:p>
          <a:p>
            <a:pPr indent="0" lvl="0" marL="139700" rtl="0" algn="just">
              <a:lnSpc>
                <a:spcPct val="115000"/>
              </a:lnSpc>
              <a:spcBef>
                <a:spcPts val="0"/>
              </a:spcBef>
              <a:spcAft>
                <a:spcPts val="0"/>
              </a:spcAft>
              <a:buSzPts val="2800"/>
              <a:buNone/>
            </a:pPr>
            <a:r>
              <a:t/>
            </a:r>
            <a:endParaRPr b="1" sz="1200"/>
          </a:p>
          <a:p>
            <a:pPr indent="0" lvl="0" marL="139700" rtl="0" algn="just">
              <a:lnSpc>
                <a:spcPct val="115000"/>
              </a:lnSpc>
              <a:spcBef>
                <a:spcPts val="0"/>
              </a:spcBef>
              <a:spcAft>
                <a:spcPts val="0"/>
              </a:spcAft>
              <a:buSzPts val="2800"/>
              <a:buNone/>
            </a:pPr>
            <a:r>
              <a:t/>
            </a:r>
            <a:endParaRPr b="1" sz="1200"/>
          </a:p>
          <a:p>
            <a:pPr indent="0" lvl="0" marL="139700" rtl="0" algn="just">
              <a:lnSpc>
                <a:spcPct val="115000"/>
              </a:lnSpc>
              <a:spcBef>
                <a:spcPts val="0"/>
              </a:spcBef>
              <a:spcAft>
                <a:spcPts val="0"/>
              </a:spcAft>
              <a:buSzPts val="2800"/>
              <a:buNone/>
            </a:pPr>
            <a:r>
              <a:t/>
            </a:r>
            <a:endParaRPr sz="1200"/>
          </a:p>
          <a:p>
            <a:pPr indent="0" lvl="0" marL="139700" rtl="0" algn="just">
              <a:lnSpc>
                <a:spcPct val="115000"/>
              </a:lnSpc>
              <a:spcBef>
                <a:spcPts val="0"/>
              </a:spcBef>
              <a:spcAft>
                <a:spcPts val="0"/>
              </a:spcAft>
              <a:buSzPts val="2800"/>
              <a:buNone/>
            </a:pPr>
            <a:r>
              <a:t/>
            </a:r>
            <a:endParaRPr sz="1200"/>
          </a:p>
        </p:txBody>
      </p:sp>
      <p:sp>
        <p:nvSpPr>
          <p:cNvPr id="393" name="Google Shape;393;g365d7afd70c_0_613"/>
          <p:cNvSpPr txBox="1"/>
          <p:nvPr/>
        </p:nvSpPr>
        <p:spPr>
          <a:xfrm>
            <a:off x="720000" y="2298450"/>
            <a:ext cx="3844800" cy="1868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Network mapping helps IT teams discover and visualize network connectivity by generating a network map. This map contains network diagrams, flowcharts, device inventories, and topology detection. These visual aids and materials are helpful for numerous purposes, including network security and maintenance.</a:t>
            </a:r>
            <a:endParaRPr b="0" i="0" sz="1400" u="none" cap="none" strike="noStrike">
              <a:solidFill>
                <a:srgbClr val="000000"/>
              </a:solidFill>
              <a:latin typeface="Times New Roman"/>
              <a:ea typeface="Times New Roman"/>
              <a:cs typeface="Times New Roman"/>
              <a:sym typeface="Times New Roman"/>
            </a:endParaRPr>
          </a:p>
        </p:txBody>
      </p:sp>
      <p:pic>
        <p:nvPicPr>
          <p:cNvPr id="394" name="Google Shape;394;g365d7afd70c_0_613"/>
          <p:cNvPicPr preferRelativeResize="0"/>
          <p:nvPr/>
        </p:nvPicPr>
        <p:blipFill rotWithShape="1">
          <a:blip r:embed="rId3">
            <a:alphaModFix/>
          </a:blip>
          <a:srcRect b="0" l="0" r="0" t="0"/>
          <a:stretch/>
        </p:blipFill>
        <p:spPr>
          <a:xfrm>
            <a:off x="4684425" y="1873675"/>
            <a:ext cx="4011025" cy="2777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g3040e058fe1_1_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3. Gaining Access (Exploitation) :</a:t>
            </a:r>
            <a:endParaRPr sz="2400"/>
          </a:p>
          <a:p>
            <a:pPr indent="0" lvl="0" marL="0" rtl="0" algn="l">
              <a:lnSpc>
                <a:spcPct val="100000"/>
              </a:lnSpc>
              <a:spcBef>
                <a:spcPts val="0"/>
              </a:spcBef>
              <a:spcAft>
                <a:spcPts val="0"/>
              </a:spcAft>
              <a:buSzPts val="3000"/>
              <a:buNone/>
            </a:pPr>
            <a:r>
              <a:t/>
            </a:r>
            <a:endParaRPr sz="2400"/>
          </a:p>
        </p:txBody>
      </p:sp>
      <p:sp>
        <p:nvSpPr>
          <p:cNvPr id="400" name="Google Shape;400;g3040e058fe1_1_21"/>
          <p:cNvSpPr txBox="1"/>
          <p:nvPr>
            <p:ph idx="1" type="subTitle"/>
          </p:nvPr>
        </p:nvSpPr>
        <p:spPr>
          <a:xfrm>
            <a:off x="748950" y="665575"/>
            <a:ext cx="7555800" cy="3425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t/>
            </a:r>
            <a:endParaRPr b="1"/>
          </a:p>
          <a:p>
            <a:pPr indent="-317500" lvl="0" marL="914400" rtl="0" algn="just">
              <a:lnSpc>
                <a:spcPct val="100000"/>
              </a:lnSpc>
              <a:spcBef>
                <a:spcPts val="0"/>
              </a:spcBef>
              <a:spcAft>
                <a:spcPts val="0"/>
              </a:spcAft>
              <a:buClr>
                <a:schemeClr val="dk2"/>
              </a:buClr>
              <a:buSzPts val="1400"/>
              <a:buFont typeface="Times New Roman"/>
              <a:buChar char="■"/>
            </a:pPr>
            <a:r>
              <a:rPr b="1" lang="en-US">
                <a:solidFill>
                  <a:srgbClr val="980000"/>
                </a:solidFill>
                <a:latin typeface="Times New Roman"/>
                <a:ea typeface="Times New Roman"/>
                <a:cs typeface="Times New Roman"/>
                <a:sym typeface="Times New Roman"/>
              </a:rPr>
              <a:t>Exploiting Vulnerabilities:</a:t>
            </a:r>
            <a:r>
              <a:rPr lang="en-US">
                <a:latin typeface="Times New Roman"/>
                <a:ea typeface="Times New Roman"/>
                <a:cs typeface="Times New Roman"/>
                <a:sym typeface="Times New Roman"/>
              </a:rPr>
              <a:t> This phase involves attempting to exploit the identified vulnerabilities to gain access to the target system. Techniques may include exploiting known vulnerabilities in software, social engineering attacks, and bypassing authentication mechanisms.</a:t>
            </a:r>
            <a:endParaRPr>
              <a:latin typeface="Times New Roman"/>
              <a:ea typeface="Times New Roman"/>
              <a:cs typeface="Times New Roman"/>
              <a:sym typeface="Times New Roman"/>
            </a:endParaRPr>
          </a:p>
          <a:p>
            <a:pPr indent="-317500" lvl="0" marL="914400" rtl="0" algn="just">
              <a:lnSpc>
                <a:spcPct val="100000"/>
              </a:lnSpc>
              <a:spcBef>
                <a:spcPts val="0"/>
              </a:spcBef>
              <a:spcAft>
                <a:spcPts val="0"/>
              </a:spcAft>
              <a:buClr>
                <a:schemeClr val="dk2"/>
              </a:buClr>
              <a:buSzPts val="1400"/>
              <a:buFont typeface="Times New Roman"/>
              <a:buChar char="■"/>
            </a:pPr>
            <a:r>
              <a:rPr b="1" lang="en-US">
                <a:solidFill>
                  <a:srgbClr val="980000"/>
                </a:solidFill>
                <a:latin typeface="Times New Roman"/>
                <a:ea typeface="Times New Roman"/>
                <a:cs typeface="Times New Roman"/>
                <a:sym typeface="Times New Roman"/>
              </a:rPr>
              <a:t>Privilege Escalation:</a:t>
            </a:r>
            <a:r>
              <a:rPr lang="en-US">
                <a:latin typeface="Times New Roman"/>
                <a:ea typeface="Times New Roman"/>
                <a:cs typeface="Times New Roman"/>
                <a:sym typeface="Times New Roman"/>
              </a:rPr>
              <a:t> Once initial access is gained, the ethical hacker attempts to gain higher-level privileges (e.g., from a standard user to administrator) to gain deeper access to the system.</a:t>
            </a:r>
            <a:endParaRPr>
              <a:latin typeface="Times New Roman"/>
              <a:ea typeface="Times New Roman"/>
              <a:cs typeface="Times New Roman"/>
              <a:sym typeface="Times New Roman"/>
            </a:endParaRPr>
          </a:p>
          <a:p>
            <a:pPr indent="0" lvl="0" marL="914400" rtl="0" algn="just">
              <a:lnSpc>
                <a:spcPct val="100000"/>
              </a:lnSpc>
              <a:spcBef>
                <a:spcPts val="0"/>
              </a:spcBef>
              <a:spcAft>
                <a:spcPts val="0"/>
              </a:spcAft>
              <a:buSzPts val="2800"/>
              <a:buNone/>
            </a:pPr>
            <a:r>
              <a:t/>
            </a:r>
            <a:endParaRPr>
              <a:latin typeface="Times New Roman"/>
              <a:ea typeface="Times New Roman"/>
              <a:cs typeface="Times New Roman"/>
              <a:sym typeface="Times New Roman"/>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t/>
            </a:r>
            <a:endParaRPr b="1"/>
          </a:p>
          <a:p>
            <a:pPr indent="0" lvl="0" marL="139700" rtl="0" algn="just">
              <a:lnSpc>
                <a:spcPct val="115000"/>
              </a:lnSpc>
              <a:spcBef>
                <a:spcPts val="0"/>
              </a:spcBef>
              <a:spcAft>
                <a:spcPts val="0"/>
              </a:spcAft>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365e1d6be76_0_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4. Maintaining Access</a:t>
            </a:r>
            <a:endParaRPr sz="2400"/>
          </a:p>
        </p:txBody>
      </p:sp>
      <p:sp>
        <p:nvSpPr>
          <p:cNvPr id="406" name="Google Shape;406;g365e1d6be76_0_1"/>
          <p:cNvSpPr txBox="1"/>
          <p:nvPr>
            <p:ph idx="1" type="subTitle"/>
          </p:nvPr>
        </p:nvSpPr>
        <p:spPr>
          <a:xfrm>
            <a:off x="748950" y="665575"/>
            <a:ext cx="7555800" cy="3425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2800"/>
              <a:buNone/>
            </a:pPr>
            <a:r>
              <a:t/>
            </a:r>
            <a:endParaRPr/>
          </a:p>
          <a:p>
            <a:pPr indent="0" lvl="0" marL="0" rtl="0" algn="just">
              <a:lnSpc>
                <a:spcPct val="115000"/>
              </a:lnSpc>
              <a:spcBef>
                <a:spcPts val="0"/>
              </a:spcBef>
              <a:spcAft>
                <a:spcPts val="0"/>
              </a:spcAft>
              <a:buSzPts val="2800"/>
              <a:buNone/>
            </a:pPr>
            <a:r>
              <a:t/>
            </a:r>
            <a:endParaRPr b="1"/>
          </a:p>
          <a:p>
            <a:pPr indent="0" lvl="0" marL="139700" rtl="0" algn="just">
              <a:lnSpc>
                <a:spcPct val="115000"/>
              </a:lnSpc>
              <a:spcBef>
                <a:spcPts val="0"/>
              </a:spcBef>
              <a:spcAft>
                <a:spcPts val="0"/>
              </a:spcAft>
              <a:buClr>
                <a:srgbClr val="000000"/>
              </a:buClr>
              <a:buSzPts val="2800"/>
              <a:buFont typeface="Arial"/>
              <a:buNone/>
            </a:pPr>
            <a:r>
              <a:rPr lang="en-US"/>
              <a:t>After successfully gaining access and escalating privileges to the target system, attackers ensure that high levels of access are maintained to perform malicious activities such as executing malicious applications and stealing, hiding, or tampering with sensitive system files. Ensure continued access by creating backdoors or installing persistent tools. </a:t>
            </a:r>
            <a:endParaRPr/>
          </a:p>
          <a:p>
            <a:pPr indent="0" lvl="0" marL="914400" rtl="0" algn="just">
              <a:lnSpc>
                <a:spcPct val="100000"/>
              </a:lnSpc>
              <a:spcBef>
                <a:spcPts val="0"/>
              </a:spcBef>
              <a:spcAft>
                <a:spcPts val="0"/>
              </a:spcAft>
              <a:buSzPts val="2800"/>
              <a:buNone/>
            </a:pPr>
            <a:r>
              <a:t/>
            </a:r>
            <a:endParaRPr b="1">
              <a:solidFill>
                <a:srgbClr val="980000"/>
              </a:solidFill>
              <a:latin typeface="Times New Roman"/>
              <a:ea typeface="Times New Roman"/>
              <a:cs typeface="Times New Roman"/>
              <a:sym typeface="Times New Roman"/>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t/>
            </a:r>
            <a:endParaRPr b="1"/>
          </a:p>
          <a:p>
            <a:pPr indent="0" lvl="0" marL="139700" rtl="0" algn="just">
              <a:lnSpc>
                <a:spcPct val="115000"/>
              </a:lnSpc>
              <a:spcBef>
                <a:spcPts val="0"/>
              </a:spcBef>
              <a:spcAft>
                <a:spcPts val="0"/>
              </a:spcAft>
              <a:buSzPts val="28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5. Covering Tracks</a:t>
            </a:r>
            <a:endParaRPr/>
          </a:p>
        </p:txBody>
      </p:sp>
      <p:sp>
        <p:nvSpPr>
          <p:cNvPr id="412" name="Google Shape;412;p8"/>
          <p:cNvSpPr txBox="1"/>
          <p:nvPr>
            <p:ph idx="1" type="subTitle"/>
          </p:nvPr>
        </p:nvSpPr>
        <p:spPr>
          <a:xfrm>
            <a:off x="720000" y="955150"/>
            <a:ext cx="7473024" cy="3743325"/>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t/>
            </a:r>
            <a:endParaRPr b="1"/>
          </a:p>
          <a:p>
            <a:pPr indent="0" lvl="0" marL="139700" rtl="0" algn="just">
              <a:lnSpc>
                <a:spcPct val="115000"/>
              </a:lnSpc>
              <a:spcBef>
                <a:spcPts val="0"/>
              </a:spcBef>
              <a:spcAft>
                <a:spcPts val="0"/>
              </a:spcAft>
              <a:buSzPts val="2800"/>
              <a:buNone/>
            </a:pPr>
            <a:r>
              <a:rPr lang="en-US"/>
              <a:t>No thief wants to get caught. An intelligent hacker always clears all evidence so that in the later point of time, no one will find any traces leading to him</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365d7afd70c_0_87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Example System Hacking (Linux)</a:t>
            </a:r>
            <a:endParaRPr/>
          </a:p>
        </p:txBody>
      </p:sp>
      <p:sp>
        <p:nvSpPr>
          <p:cNvPr id="418" name="Google Shape;418;g365d7afd70c_0_877"/>
          <p:cNvSpPr txBox="1"/>
          <p:nvPr>
            <p:ph idx="1" type="subTitle"/>
          </p:nvPr>
        </p:nvSpPr>
        <p:spPr>
          <a:xfrm>
            <a:off x="720000" y="955150"/>
            <a:ext cx="7473000" cy="3743400"/>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rPr lang="en-US"/>
              <a:t>Imaginate we have a website </a:t>
            </a:r>
            <a:r>
              <a:rPr lang="en-US" u="sng">
                <a:solidFill>
                  <a:schemeClr val="hlink"/>
                </a:solidFill>
                <a:hlinkClick r:id="rId3"/>
              </a:rPr>
              <a:t>https://test.daffodilvarsity.edu.bd</a:t>
            </a:r>
            <a:r>
              <a:rPr lang="en-US"/>
              <a:t> and behind it a Linux system is running. Our goal is to gain unauthorize assess to this system. Let’s move forward with the </a:t>
            </a:r>
            <a:r>
              <a:rPr lang="en-US" sz="1400"/>
              <a:t>System Hacking Process.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365d7afd70c_0_11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Reconnaissance: </a:t>
            </a:r>
            <a:endParaRPr/>
          </a:p>
        </p:txBody>
      </p:sp>
      <p:sp>
        <p:nvSpPr>
          <p:cNvPr id="424" name="Google Shape;424;g365d7afd70c_0_1131"/>
          <p:cNvSpPr txBox="1"/>
          <p:nvPr>
            <p:ph idx="1" type="subTitle"/>
          </p:nvPr>
        </p:nvSpPr>
        <p:spPr>
          <a:xfrm>
            <a:off x="720000" y="955150"/>
            <a:ext cx="7473000" cy="3743400"/>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rPr lang="en-US"/>
              <a:t>Let’s ping the domain name to find out the IP address of the server behind the domain.</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t/>
            </a:r>
            <a:endParaRPr/>
          </a:p>
        </p:txBody>
      </p:sp>
      <p:pic>
        <p:nvPicPr>
          <p:cNvPr id="425" name="Google Shape;425;g365d7afd70c_0_1131"/>
          <p:cNvPicPr preferRelativeResize="0"/>
          <p:nvPr/>
        </p:nvPicPr>
        <p:blipFill rotWithShape="1">
          <a:blip r:embed="rId3">
            <a:alphaModFix/>
          </a:blip>
          <a:srcRect b="0" l="0" r="0" t="0"/>
          <a:stretch/>
        </p:blipFill>
        <p:spPr>
          <a:xfrm>
            <a:off x="1744662" y="1689099"/>
            <a:ext cx="5654675" cy="296021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65d7afd70c_0_138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Scanning and Enumeration: </a:t>
            </a:r>
            <a:endParaRPr/>
          </a:p>
        </p:txBody>
      </p:sp>
      <p:sp>
        <p:nvSpPr>
          <p:cNvPr id="431" name="Google Shape;431;g365d7afd70c_0_1386"/>
          <p:cNvSpPr txBox="1"/>
          <p:nvPr>
            <p:ph idx="1" type="subTitle"/>
          </p:nvPr>
        </p:nvSpPr>
        <p:spPr>
          <a:xfrm>
            <a:off x="720000" y="955150"/>
            <a:ext cx="7473000" cy="3743400"/>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rPr lang="en-US"/>
              <a:t>Scan the IP (192.168.134.142) with a port scanner. We are using Zenmap to find out open ports on the server.</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t/>
            </a:r>
            <a:endParaRPr/>
          </a:p>
        </p:txBody>
      </p:sp>
      <p:pic>
        <p:nvPicPr>
          <p:cNvPr id="432" name="Google Shape;432;g365d7afd70c_0_1386"/>
          <p:cNvPicPr preferRelativeResize="0"/>
          <p:nvPr/>
        </p:nvPicPr>
        <p:blipFill rotWithShape="1">
          <a:blip r:embed="rId3">
            <a:alphaModFix/>
          </a:blip>
          <a:srcRect b="0" l="0" r="0" t="0"/>
          <a:stretch/>
        </p:blipFill>
        <p:spPr>
          <a:xfrm>
            <a:off x="4456512" y="1605674"/>
            <a:ext cx="4398946" cy="3148632"/>
          </a:xfrm>
          <a:prstGeom prst="rect">
            <a:avLst/>
          </a:prstGeom>
          <a:noFill/>
          <a:ln>
            <a:noFill/>
          </a:ln>
        </p:spPr>
      </p:pic>
      <p:pic>
        <p:nvPicPr>
          <p:cNvPr id="433" name="Google Shape;433;g365d7afd70c_0_1386"/>
          <p:cNvPicPr preferRelativeResize="0"/>
          <p:nvPr/>
        </p:nvPicPr>
        <p:blipFill rotWithShape="1">
          <a:blip r:embed="rId4">
            <a:alphaModFix/>
          </a:blip>
          <a:srcRect b="0" l="0" r="0" t="0"/>
          <a:stretch/>
        </p:blipFill>
        <p:spPr>
          <a:xfrm>
            <a:off x="548886" y="1918506"/>
            <a:ext cx="3676650" cy="2152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g365d7afd70c_0_164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Vulnerability Analysis</a:t>
            </a:r>
            <a:endParaRPr/>
          </a:p>
        </p:txBody>
      </p:sp>
      <p:sp>
        <p:nvSpPr>
          <p:cNvPr id="439" name="Google Shape;439;g365d7afd70c_0_1642"/>
          <p:cNvSpPr txBox="1"/>
          <p:nvPr>
            <p:ph idx="1" type="subTitle"/>
          </p:nvPr>
        </p:nvSpPr>
        <p:spPr>
          <a:xfrm>
            <a:off x="720000" y="955150"/>
            <a:ext cx="7473000" cy="3743400"/>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rPr lang="en-US"/>
              <a:t>Search internet to find out is there any common vulnerability already exposed or not. In this case we found a vulnerability and exploit of this version of FTP software currently this Linux system is using. </a:t>
            </a:r>
            <a:endParaRPr/>
          </a:p>
          <a:p>
            <a:pPr indent="0" lvl="0" marL="139700" rtl="0" algn="just">
              <a:lnSpc>
                <a:spcPct val="115000"/>
              </a:lnSpc>
              <a:spcBef>
                <a:spcPts val="0"/>
              </a:spcBef>
              <a:spcAft>
                <a:spcPts val="0"/>
              </a:spcAft>
              <a:buSzPts val="2800"/>
              <a:buNone/>
            </a:pPr>
            <a:r>
              <a:t/>
            </a:r>
            <a:endParaRPr/>
          </a:p>
          <a:p>
            <a:pPr indent="0" lvl="0" marL="139700" rtl="0" algn="just">
              <a:lnSpc>
                <a:spcPct val="115000"/>
              </a:lnSpc>
              <a:spcBef>
                <a:spcPts val="0"/>
              </a:spcBef>
              <a:spcAft>
                <a:spcPts val="0"/>
              </a:spcAft>
              <a:buSzPts val="2800"/>
              <a:buNone/>
            </a:pPr>
            <a:r>
              <a:t/>
            </a:r>
            <a:endParaRPr/>
          </a:p>
        </p:txBody>
      </p:sp>
      <p:pic>
        <p:nvPicPr>
          <p:cNvPr id="440" name="Google Shape;440;g365d7afd70c_0_1642"/>
          <p:cNvPicPr preferRelativeResize="0"/>
          <p:nvPr/>
        </p:nvPicPr>
        <p:blipFill rotWithShape="1">
          <a:blip r:embed="rId3">
            <a:alphaModFix/>
          </a:blip>
          <a:srcRect b="0" l="0" r="0" t="0"/>
          <a:stretch/>
        </p:blipFill>
        <p:spPr>
          <a:xfrm>
            <a:off x="775222" y="1903862"/>
            <a:ext cx="7703999" cy="279615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g365d7afd70c_0_189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Gaining Access</a:t>
            </a:r>
            <a:endParaRPr/>
          </a:p>
        </p:txBody>
      </p:sp>
      <p:sp>
        <p:nvSpPr>
          <p:cNvPr id="446" name="Google Shape;446;g365d7afd70c_0_1897"/>
          <p:cNvSpPr txBox="1"/>
          <p:nvPr>
            <p:ph idx="1" type="subTitle"/>
          </p:nvPr>
        </p:nvSpPr>
        <p:spPr>
          <a:xfrm>
            <a:off x="720000" y="955150"/>
            <a:ext cx="7473000" cy="3743400"/>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rPr lang="en-US"/>
              <a:t>We read the exploit details of rapid7. The exploit is based on Metasploit Framework (A set of exploitations tools) require a</a:t>
            </a:r>
            <a:endParaRPr/>
          </a:p>
          <a:p>
            <a:pPr indent="0" lvl="0" marL="139700" rtl="0" algn="just">
              <a:lnSpc>
                <a:spcPct val="115000"/>
              </a:lnSpc>
              <a:spcBef>
                <a:spcPts val="0"/>
              </a:spcBef>
              <a:spcAft>
                <a:spcPts val="0"/>
              </a:spcAft>
              <a:buSzPts val="2800"/>
              <a:buNone/>
            </a:pPr>
            <a:r>
              <a:rPr lang="en-US"/>
              <a:t> https://www.rapid7.com/db/modules/exploit/unix/ftp/vsftpd_234_backdoor/ </a:t>
            </a:r>
            <a:endParaRPr/>
          </a:p>
          <a:p>
            <a:pPr indent="0" lvl="0" marL="139700" rtl="0" algn="just">
              <a:lnSpc>
                <a:spcPct val="115000"/>
              </a:lnSpc>
              <a:spcBef>
                <a:spcPts val="0"/>
              </a:spcBef>
              <a:spcAft>
                <a:spcPts val="0"/>
              </a:spcAft>
              <a:buSzPts val="2800"/>
              <a:buNone/>
            </a:pPr>
            <a:r>
              <a:t/>
            </a:r>
            <a:endParaRPr/>
          </a:p>
        </p:txBody>
      </p:sp>
      <p:pic>
        <p:nvPicPr>
          <p:cNvPr id="447" name="Google Shape;447;g365d7afd70c_0_1897"/>
          <p:cNvPicPr preferRelativeResize="0"/>
          <p:nvPr/>
        </p:nvPicPr>
        <p:blipFill rotWithShape="1">
          <a:blip r:embed="rId3">
            <a:alphaModFix/>
          </a:blip>
          <a:srcRect b="0" l="0" r="0" t="0"/>
          <a:stretch/>
        </p:blipFill>
        <p:spPr>
          <a:xfrm>
            <a:off x="1940929" y="1958454"/>
            <a:ext cx="5262142" cy="285515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65d7afd70c_0_215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Gaining Access (Exploit)</a:t>
            </a:r>
            <a:endParaRPr/>
          </a:p>
        </p:txBody>
      </p:sp>
      <p:sp>
        <p:nvSpPr>
          <p:cNvPr id="453" name="Google Shape;453;g365d7afd70c_0_2152"/>
          <p:cNvSpPr txBox="1"/>
          <p:nvPr>
            <p:ph idx="1" type="subTitle"/>
          </p:nvPr>
        </p:nvSpPr>
        <p:spPr>
          <a:xfrm>
            <a:off x="720000" y="955150"/>
            <a:ext cx="7473000" cy="3743400"/>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rPr lang="en-US"/>
              <a:t>Using Metasploit to gain unauthorized access (Access Gained)</a:t>
            </a:r>
            <a:endParaRPr/>
          </a:p>
        </p:txBody>
      </p:sp>
      <p:pic>
        <p:nvPicPr>
          <p:cNvPr id="454" name="Google Shape;454;g365d7afd70c_0_2152"/>
          <p:cNvPicPr preferRelativeResize="0"/>
          <p:nvPr/>
        </p:nvPicPr>
        <p:blipFill rotWithShape="1">
          <a:blip r:embed="rId3">
            <a:alphaModFix/>
          </a:blip>
          <a:srcRect b="0" l="0" r="0" t="0"/>
          <a:stretch/>
        </p:blipFill>
        <p:spPr>
          <a:xfrm>
            <a:off x="1691580" y="1385247"/>
            <a:ext cx="5841660" cy="363712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g365d7afd70c_0_240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US" sz="2400"/>
              <a:t>Now we can process</a:t>
            </a:r>
            <a:endParaRPr/>
          </a:p>
        </p:txBody>
      </p:sp>
      <p:sp>
        <p:nvSpPr>
          <p:cNvPr id="460" name="Google Shape;460;g365d7afd70c_0_2407"/>
          <p:cNvSpPr txBox="1"/>
          <p:nvPr>
            <p:ph idx="1" type="subTitle"/>
          </p:nvPr>
        </p:nvSpPr>
        <p:spPr>
          <a:xfrm>
            <a:off x="720000" y="955150"/>
            <a:ext cx="7473000" cy="3743400"/>
          </a:xfrm>
          <a:prstGeom prst="rect">
            <a:avLst/>
          </a:prstGeom>
          <a:noFill/>
          <a:ln>
            <a:noFill/>
          </a:ln>
        </p:spPr>
        <p:txBody>
          <a:bodyPr anchorCtr="0" anchor="t" bIns="91425" lIns="91425" spcFirstLastPara="1" rIns="91425" wrap="square" tIns="91425">
            <a:noAutofit/>
          </a:bodyPr>
          <a:lstStyle/>
          <a:p>
            <a:pPr indent="0" lvl="0" marL="139700" rtl="0" algn="just">
              <a:lnSpc>
                <a:spcPct val="115000"/>
              </a:lnSpc>
              <a:spcBef>
                <a:spcPts val="0"/>
              </a:spcBef>
              <a:spcAft>
                <a:spcPts val="0"/>
              </a:spcAft>
              <a:buSzPts val="2800"/>
              <a:buNone/>
            </a:pPr>
            <a:r>
              <a:rPr b="1" lang="en-US"/>
              <a:t>Maintaining Access, Privilege Escalation, Covering Tracks, Data Collection, Malicious Actions and Persistence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17"/>
          <p:cNvSpPr txBox="1"/>
          <p:nvPr>
            <p:ph type="ctrTitle"/>
          </p:nvPr>
        </p:nvSpPr>
        <p:spPr>
          <a:xfrm>
            <a:off x="1096850" y="1066800"/>
            <a:ext cx="6435111" cy="2076024"/>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5200"/>
              <a:buNone/>
            </a:pPr>
            <a:r>
              <a:rPr lang="en-US" sz="6000"/>
              <a:t>Thanks!</a:t>
            </a:r>
            <a:endParaRPr sz="4000">
              <a:solidFill>
                <a:schemeClr val="dk2"/>
              </a:solidFill>
            </a:endParaRPr>
          </a:p>
        </p:txBody>
      </p:sp>
      <p:grpSp>
        <p:nvGrpSpPr>
          <p:cNvPr id="466" name="Google Shape;466;p17"/>
          <p:cNvGrpSpPr/>
          <p:nvPr/>
        </p:nvGrpSpPr>
        <p:grpSpPr>
          <a:xfrm>
            <a:off x="1096850" y="3242811"/>
            <a:ext cx="3936684" cy="134070"/>
            <a:chOff x="1096850" y="3242811"/>
            <a:chExt cx="3936684" cy="134070"/>
          </a:xfrm>
        </p:grpSpPr>
        <p:cxnSp>
          <p:nvCxnSpPr>
            <p:cNvPr id="467" name="Google Shape;467;p17"/>
            <p:cNvCxnSpPr/>
            <p:nvPr/>
          </p:nvCxnSpPr>
          <p:spPr>
            <a:xfrm>
              <a:off x="1096850" y="3309850"/>
              <a:ext cx="3840600" cy="0"/>
            </a:xfrm>
            <a:prstGeom prst="straightConnector1">
              <a:avLst/>
            </a:prstGeom>
            <a:noFill/>
            <a:ln cap="flat" cmpd="sng" w="9525">
              <a:solidFill>
                <a:schemeClr val="dk2"/>
              </a:solidFill>
              <a:prstDash val="solid"/>
              <a:round/>
              <a:headEnd len="sm" w="sm" type="none"/>
              <a:tailEnd len="sm" w="sm" type="none"/>
            </a:ln>
          </p:spPr>
        </p:cxnSp>
        <p:grpSp>
          <p:nvGrpSpPr>
            <p:cNvPr id="468" name="Google Shape;468;p17"/>
            <p:cNvGrpSpPr/>
            <p:nvPr/>
          </p:nvGrpSpPr>
          <p:grpSpPr>
            <a:xfrm>
              <a:off x="4899464" y="3242811"/>
              <a:ext cx="134070" cy="134070"/>
              <a:chOff x="8382514" y="1084976"/>
              <a:chExt cx="265800" cy="265800"/>
            </a:xfrm>
          </p:grpSpPr>
          <p:sp>
            <p:nvSpPr>
              <p:cNvPr id="469" name="Google Shape;469;p17"/>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7"/>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71" name="Google Shape;471;p17"/>
          <p:cNvGrpSpPr/>
          <p:nvPr/>
        </p:nvGrpSpPr>
        <p:grpSpPr>
          <a:xfrm>
            <a:off x="8017432" y="-313900"/>
            <a:ext cx="134070" cy="1891363"/>
            <a:chOff x="8017432" y="-313900"/>
            <a:chExt cx="134070" cy="1891363"/>
          </a:xfrm>
        </p:grpSpPr>
        <p:sp>
          <p:nvSpPr>
            <p:cNvPr id="472" name="Google Shape;472;p17"/>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3" name="Google Shape;473;p17"/>
            <p:cNvCxnSpPr/>
            <p:nvPr/>
          </p:nvCxnSpPr>
          <p:spPr>
            <a:xfrm>
              <a:off x="8084450" y="-313900"/>
              <a:ext cx="0" cy="1795200"/>
            </a:xfrm>
            <a:prstGeom prst="straightConnector1">
              <a:avLst/>
            </a:prstGeom>
            <a:noFill/>
            <a:ln cap="flat" cmpd="sng" w="9525">
              <a:solidFill>
                <a:schemeClr val="dk2"/>
              </a:solidFill>
              <a:prstDash val="solid"/>
              <a:round/>
              <a:headEnd len="sm" w="sm" type="none"/>
              <a:tailEnd len="sm" w="sm" type="none"/>
            </a:ln>
          </p:spPr>
        </p:cxnSp>
        <p:sp>
          <p:nvSpPr>
            <p:cNvPr id="474" name="Google Shape;474;p17"/>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5" name="Google Shape;475;p17"/>
          <p:cNvGrpSpPr/>
          <p:nvPr/>
        </p:nvGrpSpPr>
        <p:grpSpPr>
          <a:xfrm>
            <a:off x="6309526" y="957475"/>
            <a:ext cx="3504715" cy="5119205"/>
            <a:chOff x="6309526" y="836950"/>
            <a:chExt cx="3504715" cy="5119205"/>
          </a:xfrm>
        </p:grpSpPr>
        <p:sp>
          <p:nvSpPr>
            <p:cNvPr id="476" name="Google Shape;476;p17"/>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7" name="Google Shape;477;p17"/>
            <p:cNvGrpSpPr/>
            <p:nvPr/>
          </p:nvGrpSpPr>
          <p:grpSpPr>
            <a:xfrm>
              <a:off x="7728436" y="3524084"/>
              <a:ext cx="134004" cy="134004"/>
              <a:chOff x="8356813" y="1074288"/>
              <a:chExt cx="351900" cy="351900"/>
            </a:xfrm>
          </p:grpSpPr>
          <p:sp>
            <p:nvSpPr>
              <p:cNvPr id="478" name="Google Shape;478;p1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7"/>
              <p:cNvSpPr/>
              <p:nvPr/>
            </p:nvSpPr>
            <p:spPr>
              <a:xfrm>
                <a:off x="8406497" y="1123972"/>
                <a:ext cx="252600" cy="252600"/>
              </a:xfrm>
              <a:prstGeom prst="ellipse">
                <a:avLst/>
              </a:pr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0" name="Google Shape;480;p17"/>
            <p:cNvGrpSpPr/>
            <p:nvPr/>
          </p:nvGrpSpPr>
          <p:grpSpPr>
            <a:xfrm>
              <a:off x="7344361" y="3150259"/>
              <a:ext cx="134004" cy="134004"/>
              <a:chOff x="8356813" y="1074288"/>
              <a:chExt cx="351900" cy="351900"/>
            </a:xfrm>
          </p:grpSpPr>
          <p:sp>
            <p:nvSpPr>
              <p:cNvPr id="481" name="Google Shape;481;p1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7"/>
              <p:cNvSpPr/>
              <p:nvPr/>
            </p:nvSpPr>
            <p:spPr>
              <a:xfrm>
                <a:off x="8406497" y="1123972"/>
                <a:ext cx="252600" cy="252600"/>
              </a:xfrm>
              <a:prstGeom prst="ellipse">
                <a:avLst/>
              </a:pr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3" name="Google Shape;483;p17"/>
            <p:cNvGrpSpPr/>
            <p:nvPr/>
          </p:nvGrpSpPr>
          <p:grpSpPr>
            <a:xfrm>
              <a:off x="8337811" y="2464059"/>
              <a:ext cx="134004" cy="134004"/>
              <a:chOff x="8356813" y="1074288"/>
              <a:chExt cx="351900" cy="351900"/>
            </a:xfrm>
          </p:grpSpPr>
          <p:sp>
            <p:nvSpPr>
              <p:cNvPr id="484" name="Google Shape;484;p1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17"/>
              <p:cNvSpPr/>
              <p:nvPr/>
            </p:nvSpPr>
            <p:spPr>
              <a:xfrm>
                <a:off x="8406497" y="1123972"/>
                <a:ext cx="252600" cy="252600"/>
              </a:xfrm>
              <a:prstGeom prst="ellipse">
                <a:avLst/>
              </a:prstGeom>
              <a:gradFill>
                <a:gsLst>
                  <a:gs pos="0">
                    <a:srgbClr val="9900FF">
                      <a:alpha val="45098"/>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6" name="Google Shape;486;p17"/>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