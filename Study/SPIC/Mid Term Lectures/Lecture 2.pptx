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Roboto"/>
      <p:regular r:id="rId22"/>
      <p:bold r:id="rId23"/>
      <p:italic r:id="rId24"/>
      <p:boldItalic r:id="rId25"/>
    </p:embeddedFont>
    <p:embeddedFont>
      <p:font typeface="Tahoma"/>
      <p:regular r:id="rId26"/>
      <p:bold r:id="rId27"/>
    </p:embeddedFont>
    <p:embeddedFont>
      <p:font typeface="IBM Plex Mono"/>
      <p:regular r:id="rId28"/>
      <p:bold r:id="rId29"/>
      <p:italic r:id="rId30"/>
      <p:boldItalic r:id="rId31"/>
    </p:embeddedFont>
    <p:embeddedFont>
      <p:font typeface="Gill Sans"/>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jHs34LtSnJYPykC7b5G94GlwRWa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Tahoma-regular.fntdata"/><Relationship Id="rId25" Type="http://schemas.openxmlformats.org/officeDocument/2006/relationships/font" Target="fonts/Roboto-boldItalic.fntdata"/><Relationship Id="rId28" Type="http://schemas.openxmlformats.org/officeDocument/2006/relationships/font" Target="fonts/IBMPlexMono-regular.fntdata"/><Relationship Id="rId27" Type="http://schemas.openxmlformats.org/officeDocument/2006/relationships/font" Target="fonts/Tahoma-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BMPlexMon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Mono-boldItalic.fntdata"/><Relationship Id="rId30" Type="http://schemas.openxmlformats.org/officeDocument/2006/relationships/font" Target="fonts/IBMPlexMono-italic.fntdata"/><Relationship Id="rId11" Type="http://schemas.openxmlformats.org/officeDocument/2006/relationships/slide" Target="slides/slide5.xml"/><Relationship Id="rId33" Type="http://schemas.openxmlformats.org/officeDocument/2006/relationships/font" Target="fonts/GillSans-bold.fntdata"/><Relationship Id="rId10" Type="http://schemas.openxmlformats.org/officeDocument/2006/relationships/slide" Target="slides/slide4.xml"/><Relationship Id="rId32" Type="http://schemas.openxmlformats.org/officeDocument/2006/relationships/font" Target="fonts/GillSans-regular.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9-16T13:21:58.644">
    <p:pos x="6000" y="0"/>
    <p:text>https://www.linkedin.com/pulse/security-vs-privacy-whats-difference-niharika-srivastav/</p:text>
    <p:extLst>
      <p:ext uri="{C676402C-5697-4E1C-873F-D02D1690AC5C}">
        <p15:threadingInfo timeZoneBias="0"/>
      </p:ext>
      <p:ext uri="http://customooxmlschemas.google.com/">
        <go:slidesCustomData xmlns:go="http://customooxmlschemas.google.com/" commentPostId="AAABrLRi4L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bda25c5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bbda25c5c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d9a76c35b_0_42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7d9a76c35b_0_42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f98f0ae4d_0_36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7f98f0ae4d_0_36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f98f0ae4d_0_29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37f98f0ae4d_0_29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f98f0ae4d_0_27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37f98f0ae4d_0_27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7f98f0ae4d_0_26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37f98f0ae4d_0_26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f98f0ae4d_0_30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g37f98f0ae4d_0_30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f98f0ae4d_0_32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7f98f0ae4d_0_32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16d8cfdd53_0_4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316d8cfdd53_0_4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7d9a76c35b_0_40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g37d9a76c35b_0_40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7f98f0ae4d_0_334: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g37f98f0ae4d_0_33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7d9a76c35b_0_41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7d9a76c35b_0_41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d9a76c35b_0_42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7d9a76c35b_0_4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6de89795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6de897956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c34c55794_0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gbc34c55794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bbda25c5c6_0_17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bbda25c5c6_0_17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bbda25c5c6_0_17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g305d2edbf8d_0_219"/>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9" name="Google Shape;19;g305d2edbf8d_0_219"/>
          <p:cNvSpPr txBox="1"/>
          <p:nvPr>
            <p:ph idx="1" type="body"/>
          </p:nvPr>
        </p:nvSpPr>
        <p:spPr>
          <a:xfrm>
            <a:off x="7112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0" name="Google Shape;20;g305d2edbf8d_0_219"/>
          <p:cNvSpPr txBox="1"/>
          <p:nvPr>
            <p:ph idx="2" type="body"/>
          </p:nvPr>
        </p:nvSpPr>
        <p:spPr>
          <a:xfrm>
            <a:off x="59944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1" name="Google Shape;21;g305d2edbf8d_0_21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305d2edbf8d_0_219"/>
          <p:cNvSpPr txBox="1"/>
          <p:nvPr>
            <p:ph idx="11" type="ftr"/>
          </p:nvPr>
        </p:nvSpPr>
        <p:spPr>
          <a:xfrm>
            <a:off x="7376583" y="6467475"/>
            <a:ext cx="3860700" cy="2874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g305d2edbf8d_0_219"/>
          <p:cNvSpPr txBox="1"/>
          <p:nvPr>
            <p:ph idx="12" type="sldNum"/>
          </p:nvPr>
        </p:nvSpPr>
        <p:spPr>
          <a:xfrm>
            <a:off x="11099800" y="6462712"/>
            <a:ext cx="901500" cy="276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4-</a:t>
            </a:r>
            <a:fld id="{00000000-1234-1234-1234-123412341234}" type="slidenum">
              <a:rPr lang="en-US"/>
              <a:t>‹#›</a:t>
            </a:fld>
            <a:endParaRPr sz="1300">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bbda25c5c6_0_1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bbda25c5c6_0_1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7" name="Google Shape;27;gbbda25c5c6_0_17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gbbda25c5c6_0_185"/>
          <p:cNvSpPr txBox="1"/>
          <p:nvPr>
            <p:ph type="title"/>
          </p:nvPr>
        </p:nvSpPr>
        <p:spPr>
          <a:xfrm>
            <a:off x="609600" y="274637"/>
            <a:ext cx="10972800" cy="1143300"/>
          </a:xfrm>
          <a:prstGeom prst="rect">
            <a:avLst/>
          </a:prstGeom>
          <a:noFill/>
          <a:ln>
            <a:noFill/>
          </a:ln>
        </p:spPr>
        <p:txBody>
          <a:bodyPr anchorCtr="0" anchor="t" bIns="60925" lIns="121900" spcFirstLastPara="1" rIns="121900" wrap="square" tIns="60925">
            <a:noAutofit/>
          </a:bodyPr>
          <a:lstStyle>
            <a:lvl1pPr lvl="0"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1pPr>
            <a:lvl2pPr lvl="1"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2pPr>
            <a:lvl3pPr lvl="2"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3pPr>
            <a:lvl4pPr lvl="3"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4pPr>
            <a:lvl5pPr lvl="4"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5pPr>
            <a:lvl6pPr lvl="5"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6pPr>
            <a:lvl7pPr lvl="6"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7pPr>
            <a:lvl8pPr lvl="7"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8pPr>
            <a:lvl9pPr lvl="8"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9pPr>
          </a:lstStyle>
          <a:p/>
        </p:txBody>
      </p:sp>
      <p:sp>
        <p:nvSpPr>
          <p:cNvPr id="30" name="Google Shape;30;gbbda25c5c6_0_185"/>
          <p:cNvSpPr txBox="1"/>
          <p:nvPr>
            <p:ph idx="1" type="body"/>
          </p:nvPr>
        </p:nvSpPr>
        <p:spPr>
          <a:xfrm>
            <a:off x="609600" y="1600200"/>
            <a:ext cx="10972800" cy="4526100"/>
          </a:xfrm>
          <a:prstGeom prst="rect">
            <a:avLst/>
          </a:prstGeom>
          <a:noFill/>
          <a:ln>
            <a:noFill/>
          </a:ln>
        </p:spPr>
        <p:txBody>
          <a:bodyPr anchorCtr="0" anchor="t" bIns="60925" lIns="121900" spcFirstLastPara="1" rIns="121900" wrap="square" tIns="60925">
            <a:noAutofit/>
          </a:bodyPr>
          <a:lstStyle>
            <a:lvl1pPr indent="-393700" lvl="0" marL="457200" marR="0" algn="l">
              <a:lnSpc>
                <a:spcPct val="115000"/>
              </a:lnSpc>
              <a:spcBef>
                <a:spcPts val="900"/>
              </a:spcBef>
              <a:spcAft>
                <a:spcPts val="0"/>
              </a:spcAft>
              <a:buClr>
                <a:schemeClr val="folHlink"/>
              </a:buClr>
              <a:buSzPts val="2600"/>
              <a:buFont typeface="Noto Sans Symbols"/>
              <a:buChar char="■"/>
              <a:defRPr b="0" i="0" sz="4300" u="none" cap="none" strike="noStrike">
                <a:solidFill>
                  <a:schemeClr val="dk1"/>
                </a:solidFill>
                <a:latin typeface="Tahoma"/>
                <a:ea typeface="Tahoma"/>
                <a:cs typeface="Tahoma"/>
                <a:sym typeface="Tahoma"/>
              </a:defRPr>
            </a:lvl1pPr>
            <a:lvl2pPr indent="-361950" lvl="1" marL="914400" marR="0" algn="l">
              <a:lnSpc>
                <a:spcPct val="115000"/>
              </a:lnSpc>
              <a:spcBef>
                <a:spcPts val="700"/>
              </a:spcBef>
              <a:spcAft>
                <a:spcPts val="0"/>
              </a:spcAft>
              <a:buClr>
                <a:schemeClr val="hlink"/>
              </a:buClr>
              <a:buSzPts val="2100"/>
              <a:buFont typeface="Noto Sans Symbols"/>
              <a:buChar char="■"/>
              <a:defRPr b="0" i="0" sz="3700" u="none" cap="none" strike="noStrike">
                <a:solidFill>
                  <a:schemeClr val="dk1"/>
                </a:solidFill>
                <a:latin typeface="Tahoma"/>
                <a:ea typeface="Tahoma"/>
                <a:cs typeface="Tahoma"/>
                <a:sym typeface="Tahoma"/>
              </a:defRPr>
            </a:lvl2pPr>
            <a:lvl3pPr indent="-330200" lvl="2" marL="1371600" marR="0" algn="l">
              <a:lnSpc>
                <a:spcPct val="115000"/>
              </a:lnSpc>
              <a:spcBef>
                <a:spcPts val="600"/>
              </a:spcBef>
              <a:spcAft>
                <a:spcPts val="0"/>
              </a:spcAft>
              <a:buClr>
                <a:schemeClr val="folHlink"/>
              </a:buClr>
              <a:buSzPts val="1600"/>
              <a:buFont typeface="Noto Sans Symbols"/>
              <a:buChar char="■"/>
              <a:defRPr b="0" i="0" sz="3200" u="none" cap="none" strike="noStrike">
                <a:solidFill>
                  <a:schemeClr val="dk1"/>
                </a:solidFill>
                <a:latin typeface="Tahoma"/>
                <a:ea typeface="Tahoma"/>
                <a:cs typeface="Tahoma"/>
                <a:sym typeface="Tahoma"/>
              </a:defRPr>
            </a:lvl3pPr>
            <a:lvl4pPr indent="-323850" lvl="3" marL="1828800" marR="0" algn="l">
              <a:lnSpc>
                <a:spcPct val="115000"/>
              </a:lnSpc>
              <a:spcBef>
                <a:spcPts val="500"/>
              </a:spcBef>
              <a:spcAft>
                <a:spcPts val="0"/>
              </a:spcAft>
              <a:buClr>
                <a:schemeClr val="accent2"/>
              </a:buClr>
              <a:buSzPts val="1500"/>
              <a:buFont typeface="Noto Sans Symbols"/>
              <a:buChar char="■"/>
              <a:defRPr b="0" i="0" sz="2700" u="none" cap="none" strike="noStrike">
                <a:solidFill>
                  <a:schemeClr val="dk1"/>
                </a:solidFill>
                <a:latin typeface="Tahoma"/>
                <a:ea typeface="Tahoma"/>
                <a:cs typeface="Tahoma"/>
                <a:sym typeface="Tahoma"/>
              </a:defRPr>
            </a:lvl4pPr>
            <a:lvl5pPr indent="-311150" lvl="4" marL="22860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5pPr>
            <a:lvl6pPr indent="-311150" lvl="5" marL="27432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6pPr>
            <a:lvl7pPr indent="-311150" lvl="6" marL="32004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7pPr>
            <a:lvl8pPr indent="-311150" lvl="7" marL="36576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8pPr>
            <a:lvl9pPr indent="-311150" lvl="8" marL="41148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9pPr>
          </a:lstStyle>
          <a:p/>
        </p:txBody>
      </p:sp>
      <p:sp>
        <p:nvSpPr>
          <p:cNvPr id="31" name="Google Shape;31;gbbda25c5c6_0_185"/>
          <p:cNvSpPr txBox="1"/>
          <p:nvPr>
            <p:ph idx="12" type="sldNum"/>
          </p:nvPr>
        </p:nvSpPr>
        <p:spPr>
          <a:xfrm>
            <a:off x="-101600" y="6400800"/>
            <a:ext cx="2540100" cy="457200"/>
          </a:xfrm>
          <a:prstGeom prst="rect">
            <a:avLst/>
          </a:prstGeom>
          <a:noFill/>
          <a:ln>
            <a:noFill/>
          </a:ln>
        </p:spPr>
        <p:txBody>
          <a:bodyPr anchorCtr="0" anchor="b" bIns="60925" lIns="121900" spcFirstLastPara="1" rIns="121900" wrap="square" tIns="60925">
            <a:noAutofit/>
          </a:bodyPr>
          <a:lstStyle>
            <a:lvl1pPr indent="0" lvl="0"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19.</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2" name="Shape 32"/>
        <p:cNvGrpSpPr/>
        <p:nvPr/>
      </p:nvGrpSpPr>
      <p:grpSpPr>
        <a:xfrm>
          <a:off x="0" y="0"/>
          <a:ext cx="0" cy="0"/>
          <a:chOff x="0" y="0"/>
          <a:chExt cx="0" cy="0"/>
        </a:xfrm>
      </p:grpSpPr>
      <p:sp>
        <p:nvSpPr>
          <p:cNvPr id="33" name="Google Shape;33;g31d3c0017c5_0_529"/>
          <p:cNvSpPr txBox="1"/>
          <p:nvPr>
            <p:ph type="title"/>
          </p:nvPr>
        </p:nvSpPr>
        <p:spPr>
          <a:xfrm>
            <a:off x="960000" y="593367"/>
            <a:ext cx="102720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4" name="Google Shape;34;g31d3c0017c5_0_529"/>
          <p:cNvSpPr txBox="1"/>
          <p:nvPr>
            <p:ph idx="1" type="subTitle"/>
          </p:nvPr>
        </p:nvSpPr>
        <p:spPr>
          <a:xfrm>
            <a:off x="950967" y="2722033"/>
            <a:ext cx="7437900" cy="808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 name="Google Shape;35;g31d3c0017c5_0_529"/>
          <p:cNvSpPr txBox="1"/>
          <p:nvPr>
            <p:ph idx="2" type="subTitle"/>
          </p:nvPr>
        </p:nvSpPr>
        <p:spPr>
          <a:xfrm>
            <a:off x="950967" y="4488867"/>
            <a:ext cx="7437900" cy="856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6" name="Google Shape;36;g31d3c0017c5_0_529"/>
          <p:cNvSpPr txBox="1"/>
          <p:nvPr>
            <p:ph idx="3" type="subTitle"/>
          </p:nvPr>
        </p:nvSpPr>
        <p:spPr>
          <a:xfrm>
            <a:off x="950967" y="2239200"/>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sp>
        <p:nvSpPr>
          <p:cNvPr id="37" name="Google Shape;37;g31d3c0017c5_0_529"/>
          <p:cNvSpPr txBox="1"/>
          <p:nvPr>
            <p:ph idx="4" type="subTitle"/>
          </p:nvPr>
        </p:nvSpPr>
        <p:spPr>
          <a:xfrm>
            <a:off x="950967" y="4054067"/>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grpSp>
        <p:nvGrpSpPr>
          <p:cNvPr id="38" name="Google Shape;38;g31d3c0017c5_0_529"/>
          <p:cNvGrpSpPr/>
          <p:nvPr/>
        </p:nvGrpSpPr>
        <p:grpSpPr>
          <a:xfrm flipH="1" rot="-5400000">
            <a:off x="8318749" y="1376864"/>
            <a:ext cx="6695881" cy="6352440"/>
            <a:chOff x="4571989" y="2268213"/>
            <a:chExt cx="5022034" cy="4764449"/>
          </a:xfrm>
        </p:grpSpPr>
        <p:pic>
          <p:nvPicPr>
            <p:cNvPr id="39" name="Google Shape;39;g31d3c0017c5_0_529"/>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40" name="Google Shape;40;g31d3c0017c5_0_529"/>
            <p:cNvGrpSpPr/>
            <p:nvPr/>
          </p:nvGrpSpPr>
          <p:grpSpPr>
            <a:xfrm rot="10800000">
              <a:off x="4571989" y="2268213"/>
              <a:ext cx="5022034" cy="4764449"/>
              <a:chOff x="-494405" y="-1584825"/>
              <a:chExt cx="4397193" cy="4171657"/>
            </a:xfrm>
          </p:grpSpPr>
          <p:grpSp>
            <p:nvGrpSpPr>
              <p:cNvPr id="41" name="Google Shape;41;g31d3c0017c5_0_529"/>
              <p:cNvGrpSpPr/>
              <p:nvPr/>
            </p:nvGrpSpPr>
            <p:grpSpPr>
              <a:xfrm>
                <a:off x="245875" y="-51824"/>
                <a:ext cx="208200" cy="1824700"/>
                <a:chOff x="1040050" y="3812126"/>
                <a:chExt cx="208200" cy="1824700"/>
              </a:xfrm>
            </p:grpSpPr>
            <p:sp>
              <p:nvSpPr>
                <p:cNvPr id="42" name="Google Shape;42;g31d3c0017c5_0_52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3529"/>
                      </a:srgbClr>
                    </a:gs>
                    <a:gs pos="100000">
                      <a:srgbClr val="FFFFFF">
                        <a:alpha val="43529"/>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 name="Google Shape;43;g31d3c0017c5_0_52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3529"/>
                      </a:srgbClr>
                    </a:gs>
                    <a:gs pos="78000">
                      <a:srgbClr val="F5F8FF">
                        <a:alpha val="43529"/>
                      </a:srgbClr>
                    </a:gs>
                    <a:gs pos="100000">
                      <a:srgbClr val="F5F8FF">
                        <a:alpha val="43529"/>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4" name="Google Shape;44;g31d3c0017c5_0_529"/>
              <p:cNvGrpSpPr/>
              <p:nvPr/>
            </p:nvGrpSpPr>
            <p:grpSpPr>
              <a:xfrm rot="-8100000">
                <a:off x="540898" y="-1172741"/>
                <a:ext cx="2552124" cy="3347490"/>
                <a:chOff x="2976325" y="908175"/>
                <a:chExt cx="4028179" cy="5283555"/>
              </a:xfrm>
            </p:grpSpPr>
            <p:sp>
              <p:nvSpPr>
                <p:cNvPr id="45" name="Google Shape;45;g31d3c0017c5_0_52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6" name="Google Shape;46;g31d3c0017c5_0_52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7" name="Google Shape;47;g31d3c0017c5_0_52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8" name="Google Shape;48;g31d3c0017c5_0_529"/>
              <p:cNvGrpSpPr/>
              <p:nvPr/>
            </p:nvGrpSpPr>
            <p:grpSpPr>
              <a:xfrm>
                <a:off x="-1" y="621223"/>
                <a:ext cx="699940" cy="478601"/>
                <a:chOff x="39723" y="4349022"/>
                <a:chExt cx="1061964" cy="726143"/>
              </a:xfrm>
            </p:grpSpPr>
            <p:grpSp>
              <p:nvGrpSpPr>
                <p:cNvPr id="49" name="Google Shape;49;g31d3c0017c5_0_529"/>
                <p:cNvGrpSpPr/>
                <p:nvPr/>
              </p:nvGrpSpPr>
              <p:grpSpPr>
                <a:xfrm rot="2700000">
                  <a:off x="140502" y="4460925"/>
                  <a:ext cx="524584" cy="502337"/>
                  <a:chOff x="1189791" y="-1767331"/>
                  <a:chExt cx="904284" cy="865933"/>
                </a:xfrm>
              </p:grpSpPr>
              <p:sp>
                <p:nvSpPr>
                  <p:cNvPr id="50" name="Google Shape;5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5098"/>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51" name="Google Shape;51;g31d3c0017c5_0_529"/>
                  <p:cNvGrpSpPr/>
                  <p:nvPr/>
                </p:nvGrpSpPr>
                <p:grpSpPr>
                  <a:xfrm>
                    <a:off x="1232795" y="-1740829"/>
                    <a:ext cx="717622" cy="717393"/>
                    <a:chOff x="1483457" y="3953671"/>
                    <a:chExt cx="717622" cy="717393"/>
                  </a:xfrm>
                </p:grpSpPr>
                <p:sp>
                  <p:nvSpPr>
                    <p:cNvPr id="52" name="Google Shape;5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 name="Google Shape;5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 name="Google Shape;5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 name="Google Shape;5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57" name="Google Shape;5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3137"/>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58" name="Google Shape;58;g31d3c0017c5_0_529"/>
              <p:cNvGrpSpPr/>
              <p:nvPr/>
            </p:nvGrpSpPr>
            <p:grpSpPr>
              <a:xfrm>
                <a:off x="955673" y="14"/>
                <a:ext cx="592576" cy="405260"/>
                <a:chOff x="39723" y="4349022"/>
                <a:chExt cx="1061964" cy="726143"/>
              </a:xfrm>
            </p:grpSpPr>
            <p:grpSp>
              <p:nvGrpSpPr>
                <p:cNvPr id="59" name="Google Shape;59;g31d3c0017c5_0_529"/>
                <p:cNvGrpSpPr/>
                <p:nvPr/>
              </p:nvGrpSpPr>
              <p:grpSpPr>
                <a:xfrm rot="2700000">
                  <a:off x="140502" y="4460925"/>
                  <a:ext cx="524584" cy="502337"/>
                  <a:chOff x="1189791" y="-1767331"/>
                  <a:chExt cx="904284" cy="865933"/>
                </a:xfrm>
              </p:grpSpPr>
              <p:sp>
                <p:nvSpPr>
                  <p:cNvPr id="60" name="Google Shape;6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5098"/>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61" name="Google Shape;61;g31d3c0017c5_0_529"/>
                  <p:cNvGrpSpPr/>
                  <p:nvPr/>
                </p:nvGrpSpPr>
                <p:grpSpPr>
                  <a:xfrm>
                    <a:off x="1232795" y="-1740829"/>
                    <a:ext cx="717622" cy="717393"/>
                    <a:chOff x="1483457" y="3953671"/>
                    <a:chExt cx="717622" cy="717393"/>
                  </a:xfrm>
                </p:grpSpPr>
                <p:sp>
                  <p:nvSpPr>
                    <p:cNvPr id="62" name="Google Shape;6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 name="Google Shape;6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 name="Google Shape;6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 name="Google Shape;6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67" name="Google Shape;6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3137"/>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68" name="Google Shape;68;g31d3c0017c5_0_529"/>
              <p:cNvGrpSpPr/>
              <p:nvPr/>
            </p:nvGrpSpPr>
            <p:grpSpPr>
              <a:xfrm>
                <a:off x="441574" y="-36652"/>
                <a:ext cx="699940" cy="478601"/>
                <a:chOff x="39723" y="4349022"/>
                <a:chExt cx="1061964" cy="726143"/>
              </a:xfrm>
            </p:grpSpPr>
            <p:grpSp>
              <p:nvGrpSpPr>
                <p:cNvPr id="69" name="Google Shape;69;g31d3c0017c5_0_529"/>
                <p:cNvGrpSpPr/>
                <p:nvPr/>
              </p:nvGrpSpPr>
              <p:grpSpPr>
                <a:xfrm rot="2700000">
                  <a:off x="140502" y="4460925"/>
                  <a:ext cx="524584" cy="502337"/>
                  <a:chOff x="1189791" y="-1767331"/>
                  <a:chExt cx="904284" cy="865933"/>
                </a:xfrm>
              </p:grpSpPr>
              <p:sp>
                <p:nvSpPr>
                  <p:cNvPr id="70" name="Google Shape;7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5098"/>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71" name="Google Shape;71;g31d3c0017c5_0_529"/>
                  <p:cNvGrpSpPr/>
                  <p:nvPr/>
                </p:nvGrpSpPr>
                <p:grpSpPr>
                  <a:xfrm>
                    <a:off x="1232795" y="-1740829"/>
                    <a:ext cx="717622" cy="717393"/>
                    <a:chOff x="1483457" y="3953671"/>
                    <a:chExt cx="717622" cy="717393"/>
                  </a:xfrm>
                </p:grpSpPr>
                <p:sp>
                  <p:nvSpPr>
                    <p:cNvPr id="72" name="Google Shape;7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 name="Google Shape;7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5" name="Google Shape;7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6" name="Google Shape;7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529"/>
                          </a:srgbClr>
                        </a:gs>
                        <a:gs pos="100000">
                          <a:srgbClr val="FFFFFF">
                            <a:alpha val="43529"/>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77" name="Google Shape;7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3137"/>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78" name="Google Shape;78;g31d3c0017c5_0_529"/>
              <p:cNvGrpSpPr/>
              <p:nvPr/>
            </p:nvGrpSpPr>
            <p:grpSpPr>
              <a:xfrm>
                <a:off x="-494405" y="-252396"/>
                <a:ext cx="1741563" cy="1288563"/>
                <a:chOff x="-494405" y="-252396"/>
                <a:chExt cx="1741563" cy="1288563"/>
              </a:xfrm>
            </p:grpSpPr>
            <p:sp>
              <p:nvSpPr>
                <p:cNvPr id="79" name="Google Shape;79;g31d3c0017c5_0_52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0" name="Google Shape;80;g31d3c0017c5_0_52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grpSp>
          <p:nvGrpSpPr>
            <p:cNvPr id="81" name="Google Shape;81;g31d3c0017c5_0_529"/>
            <p:cNvGrpSpPr/>
            <p:nvPr/>
          </p:nvGrpSpPr>
          <p:grpSpPr>
            <a:xfrm>
              <a:off x="5643425" y="4968525"/>
              <a:ext cx="439200" cy="439100"/>
              <a:chOff x="1101075" y="2142375"/>
              <a:chExt cx="439200" cy="439100"/>
            </a:xfrm>
          </p:grpSpPr>
          <p:sp>
            <p:nvSpPr>
              <p:cNvPr id="82" name="Google Shape;82;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3137"/>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3" name="Google Shape;83;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3137"/>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pic>
        <p:nvPicPr>
          <p:cNvPr id="84" name="Google Shape;84;g31d3c0017c5_0_529"/>
          <p:cNvPicPr preferRelativeResize="0"/>
          <p:nvPr/>
        </p:nvPicPr>
        <p:blipFill rotWithShape="1">
          <a:blip r:embed="rId2">
            <a:alphaModFix/>
          </a:blip>
          <a:srcRect b="26177" l="16960" r="7121" t="24718"/>
          <a:stretch/>
        </p:blipFill>
        <p:spPr>
          <a:xfrm rot="5400000">
            <a:off x="-1910466" y="1177267"/>
            <a:ext cx="3255933" cy="2484998"/>
          </a:xfrm>
          <a:prstGeom prst="rect">
            <a:avLst/>
          </a:prstGeom>
          <a:noFill/>
          <a:ln>
            <a:noFill/>
          </a:ln>
        </p:spPr>
      </p:pic>
      <p:grpSp>
        <p:nvGrpSpPr>
          <p:cNvPr id="85" name="Google Shape;85;g31d3c0017c5_0_529"/>
          <p:cNvGrpSpPr/>
          <p:nvPr/>
        </p:nvGrpSpPr>
        <p:grpSpPr>
          <a:xfrm rot="10800000">
            <a:off x="8061112" y="317406"/>
            <a:ext cx="6078471" cy="178796"/>
            <a:chOff x="796100" y="3019701"/>
            <a:chExt cx="4558967" cy="134100"/>
          </a:xfrm>
        </p:grpSpPr>
        <p:sp>
          <p:nvSpPr>
            <p:cNvPr id="86" name="Google Shape;86;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87" name="Google Shape;87;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88" name="Google Shape;88;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89" name="Google Shape;89;g31d3c0017c5_0_529"/>
          <p:cNvGrpSpPr/>
          <p:nvPr/>
        </p:nvGrpSpPr>
        <p:grpSpPr>
          <a:xfrm>
            <a:off x="-1524962" y="5234388"/>
            <a:ext cx="6078471" cy="2023665"/>
            <a:chOff x="-1143750" y="3849687"/>
            <a:chExt cx="4558967" cy="1517787"/>
          </a:xfrm>
        </p:grpSpPr>
        <p:grpSp>
          <p:nvGrpSpPr>
            <p:cNvPr id="90" name="Google Shape;90;g31d3c0017c5_0_529"/>
            <p:cNvGrpSpPr/>
            <p:nvPr/>
          </p:nvGrpSpPr>
          <p:grpSpPr>
            <a:xfrm rot="5400000">
              <a:off x="-805838" y="4155104"/>
              <a:ext cx="1517787" cy="906953"/>
              <a:chOff x="-55500" y="4835979"/>
              <a:chExt cx="1517787" cy="906953"/>
            </a:xfrm>
          </p:grpSpPr>
          <p:sp>
            <p:nvSpPr>
              <p:cNvPr id="91" name="Google Shape;91;g31d3c0017c5_0_52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843"/>
                    </a:srgbClr>
                  </a:gs>
                  <a:gs pos="22000">
                    <a:srgbClr val="F5F8FF">
                      <a:alpha val="27843"/>
                    </a:srgbClr>
                  </a:gs>
                  <a:gs pos="45000">
                    <a:srgbClr val="FFFFFF">
                      <a:alpha val="27843"/>
                    </a:srgbClr>
                  </a:gs>
                  <a:gs pos="100000">
                    <a:srgbClr val="0C0A9E">
                      <a:alpha val="27843"/>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2" name="Google Shape;92;g31d3c0017c5_0_52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6666"/>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1d3c0017c5_0_52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843"/>
                    </a:srgbClr>
                  </a:gs>
                  <a:gs pos="22000">
                    <a:srgbClr val="F5F8FF">
                      <a:alpha val="27843"/>
                    </a:srgbClr>
                  </a:gs>
                  <a:gs pos="45000">
                    <a:srgbClr val="FFFFFF">
                      <a:alpha val="27843"/>
                    </a:srgbClr>
                  </a:gs>
                  <a:gs pos="100000">
                    <a:srgbClr val="0C0A9E">
                      <a:alpha val="27843"/>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4" name="Google Shape;94;g31d3c0017c5_0_52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6666"/>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95" name="Google Shape;95;g31d3c0017c5_0_529"/>
            <p:cNvGrpSpPr/>
            <p:nvPr/>
          </p:nvGrpSpPr>
          <p:grpSpPr>
            <a:xfrm>
              <a:off x="-549966" y="3946425"/>
              <a:ext cx="2833357" cy="1421047"/>
              <a:chOff x="-677366" y="4067275"/>
              <a:chExt cx="2833357" cy="1421047"/>
            </a:xfrm>
          </p:grpSpPr>
          <p:sp>
            <p:nvSpPr>
              <p:cNvPr id="96" name="Google Shape;96;g31d3c0017c5_0_52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3137"/>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97" name="Google Shape;97;g31d3c0017c5_0_529"/>
              <p:cNvGrpSpPr/>
              <p:nvPr/>
            </p:nvGrpSpPr>
            <p:grpSpPr>
              <a:xfrm>
                <a:off x="317735" y="4614472"/>
                <a:ext cx="161977" cy="161940"/>
                <a:chOff x="1101075" y="2142375"/>
                <a:chExt cx="439200" cy="439100"/>
              </a:xfrm>
            </p:grpSpPr>
            <p:sp>
              <p:nvSpPr>
                <p:cNvPr id="98" name="Google Shape;98;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3137"/>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9" name="Google Shape;99;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3137"/>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100" name="Google Shape;100;g31d3c0017c5_0_529"/>
              <p:cNvGrpSpPr/>
              <p:nvPr/>
            </p:nvGrpSpPr>
            <p:grpSpPr>
              <a:xfrm rot="10800000">
                <a:off x="1700151" y="5032693"/>
                <a:ext cx="161977" cy="161940"/>
                <a:chOff x="1101075" y="2142375"/>
                <a:chExt cx="439200" cy="439100"/>
              </a:xfrm>
            </p:grpSpPr>
            <p:sp>
              <p:nvSpPr>
                <p:cNvPr id="101" name="Google Shape;101;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3137"/>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2" name="Google Shape;102;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3137"/>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103" name="Google Shape;103;g31d3c0017c5_0_529"/>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104" name="Google Shape;104;g31d3c0017c5_0_529"/>
            <p:cNvGrpSpPr/>
            <p:nvPr/>
          </p:nvGrpSpPr>
          <p:grpSpPr>
            <a:xfrm>
              <a:off x="-1143750" y="4741576"/>
              <a:ext cx="4558967" cy="134100"/>
              <a:chOff x="796100" y="3019701"/>
              <a:chExt cx="4558967" cy="134100"/>
            </a:xfrm>
          </p:grpSpPr>
          <p:sp>
            <p:nvSpPr>
              <p:cNvPr id="105" name="Google Shape;105;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106" name="Google Shape;106;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07" name="Google Shape;107;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gbbda25c5c6_0_18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gbbda25c5c6_0_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gbbda25c5c6_0_18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gbbda25c5c6_0_192"/>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5" name="Google Shape;115;gbbda25c5c6_0_192"/>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gbbda25c5c6_0_19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8" name="Google Shape;118;gbbda25c5c6_0_19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19" name="Google Shape;119;gbbda25c5c6_0_19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0" name="Google Shape;120;gbbda25c5c6_0_19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gbbda25c5c6_0_20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23" name="Google Shape;123;gbbda25c5c6_0_20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4" name="Google Shape;124;gbbda25c5c6_0_200"/>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5" name="Shape 125"/>
        <p:cNvGrpSpPr/>
        <p:nvPr/>
      </p:nvGrpSpPr>
      <p:grpSpPr>
        <a:xfrm>
          <a:off x="0" y="0"/>
          <a:ext cx="0" cy="0"/>
          <a:chOff x="0" y="0"/>
          <a:chExt cx="0" cy="0"/>
        </a:xfrm>
      </p:grpSpPr>
      <p:sp>
        <p:nvSpPr>
          <p:cNvPr id="126" name="Google Shape;126;gbbda25c5c6_0_20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27" name="Google Shape;127;gbbda25c5c6_0_204"/>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sp>
        <p:nvSpPr>
          <p:cNvPr id="129" name="Google Shape;129;gbbda25c5c6_0_20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0" name="Google Shape;130;gbbda25c5c6_0_20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1" name="Google Shape;131;gbbda25c5c6_0_20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gbbda25c5c6_0_20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3" name="Google Shape;133;gbbda25c5c6_0_207"/>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 name="Shape 134"/>
        <p:cNvGrpSpPr/>
        <p:nvPr/>
      </p:nvGrpSpPr>
      <p:grpSpPr>
        <a:xfrm>
          <a:off x="0" y="0"/>
          <a:ext cx="0" cy="0"/>
          <a:chOff x="0" y="0"/>
          <a:chExt cx="0" cy="0"/>
        </a:xfrm>
      </p:grpSpPr>
      <p:sp>
        <p:nvSpPr>
          <p:cNvPr id="135" name="Google Shape;135;gbbda25c5c6_0_2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36" name="Google Shape;136;gbbda25c5c6_0_21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7" name="Shape 137"/>
        <p:cNvGrpSpPr/>
        <p:nvPr/>
      </p:nvGrpSpPr>
      <p:grpSpPr>
        <a:xfrm>
          <a:off x="0" y="0"/>
          <a:ext cx="0" cy="0"/>
          <a:chOff x="0" y="0"/>
          <a:chExt cx="0" cy="0"/>
        </a:xfrm>
      </p:grpSpPr>
      <p:sp>
        <p:nvSpPr>
          <p:cNvPr id="138" name="Google Shape;138;gbbda25c5c6_0_21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39" name="Google Shape;139;gbbda25c5c6_0_21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140" name="Google Shape;140;gbbda25c5c6_0_216"/>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45" name="Shape 145"/>
        <p:cNvGrpSpPr/>
        <p:nvPr/>
      </p:nvGrpSpPr>
      <p:grpSpPr>
        <a:xfrm>
          <a:off x="0" y="0"/>
          <a:ext cx="0" cy="0"/>
          <a:chOff x="0" y="0"/>
          <a:chExt cx="0" cy="0"/>
        </a:xfrm>
      </p:grpSpPr>
      <p:sp>
        <p:nvSpPr>
          <p:cNvPr id="146" name="Google Shape;146;gbc34c55794_0_173"/>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7" name="Shape 147"/>
        <p:cNvGrpSpPr/>
        <p:nvPr/>
      </p:nvGrpSpPr>
      <p:grpSpPr>
        <a:xfrm>
          <a:off x="0" y="0"/>
          <a:ext cx="0" cy="0"/>
          <a:chOff x="0" y="0"/>
          <a:chExt cx="0" cy="0"/>
        </a:xfrm>
      </p:grpSpPr>
      <p:sp>
        <p:nvSpPr>
          <p:cNvPr id="148" name="Google Shape;148;gbc34c55794_0_13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gbc34c55794_0_13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50" name="Google Shape;150;gbc34c55794_0_1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bc34c55794_0_13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3" name="Google Shape;153;gbc34c55794_0_1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4" name="Shape 154"/>
        <p:cNvGrpSpPr/>
        <p:nvPr/>
      </p:nvGrpSpPr>
      <p:grpSpPr>
        <a:xfrm>
          <a:off x="0" y="0"/>
          <a:ext cx="0" cy="0"/>
          <a:chOff x="0" y="0"/>
          <a:chExt cx="0" cy="0"/>
        </a:xfrm>
      </p:grpSpPr>
      <p:sp>
        <p:nvSpPr>
          <p:cNvPr id="155" name="Google Shape;155;gbc34c55794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6" name="Google Shape;156;gbc34c55794_0_13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57" name="Google Shape;157;gbc34c55794_0_1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8" name="Shape 158"/>
        <p:cNvGrpSpPr/>
        <p:nvPr/>
      </p:nvGrpSpPr>
      <p:grpSpPr>
        <a:xfrm>
          <a:off x="0" y="0"/>
          <a:ext cx="0" cy="0"/>
          <a:chOff x="0" y="0"/>
          <a:chExt cx="0" cy="0"/>
        </a:xfrm>
      </p:grpSpPr>
      <p:sp>
        <p:nvSpPr>
          <p:cNvPr id="159" name="Google Shape;159;gbc34c55794_0_1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0" name="Google Shape;160;gbc34c55794_0_14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1" name="Google Shape;161;gbc34c55794_0_143"/>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2" name="Google Shape;162;gbc34c55794_0_14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gbc34c55794_0_14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5" name="Google Shape;165;gbc34c55794_0_1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6" name="Shape 166"/>
        <p:cNvGrpSpPr/>
        <p:nvPr/>
      </p:nvGrpSpPr>
      <p:grpSpPr>
        <a:xfrm>
          <a:off x="0" y="0"/>
          <a:ext cx="0" cy="0"/>
          <a:chOff x="0" y="0"/>
          <a:chExt cx="0" cy="0"/>
        </a:xfrm>
      </p:grpSpPr>
      <p:sp>
        <p:nvSpPr>
          <p:cNvPr id="167" name="Google Shape;167;gbc34c55794_0_151"/>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8" name="Google Shape;168;gbc34c55794_0_151"/>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9" name="Google Shape;169;gbc34c55794_0_1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0" name="Shape 170"/>
        <p:cNvGrpSpPr/>
        <p:nvPr/>
      </p:nvGrpSpPr>
      <p:grpSpPr>
        <a:xfrm>
          <a:off x="0" y="0"/>
          <a:ext cx="0" cy="0"/>
          <a:chOff x="0" y="0"/>
          <a:chExt cx="0" cy="0"/>
        </a:xfrm>
      </p:grpSpPr>
      <p:sp>
        <p:nvSpPr>
          <p:cNvPr id="171" name="Google Shape;171;gbc34c55794_0_155"/>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72" name="Google Shape;172;gbc34c55794_0_1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3" name="Shape 173"/>
        <p:cNvGrpSpPr/>
        <p:nvPr/>
      </p:nvGrpSpPr>
      <p:grpSpPr>
        <a:xfrm>
          <a:off x="0" y="0"/>
          <a:ext cx="0" cy="0"/>
          <a:chOff x="0" y="0"/>
          <a:chExt cx="0" cy="0"/>
        </a:xfrm>
      </p:grpSpPr>
      <p:sp>
        <p:nvSpPr>
          <p:cNvPr id="174" name="Google Shape;174;gbc34c55794_0_1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bc34c55794_0_158"/>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76" name="Google Shape;176;gbc34c55794_0_158"/>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7" name="Google Shape;177;gbc34c55794_0_158"/>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78" name="Google Shape;178;gbc34c55794_0_1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gbc34c55794_0_164"/>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81" name="Google Shape;181;gbc34c55794_0_1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sp>
        <p:nvSpPr>
          <p:cNvPr id="183" name="Google Shape;183;gbc34c55794_0_167"/>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84" name="Google Shape;184;gbc34c55794_0_167"/>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185" name="Google Shape;185;gbc34c55794_0_16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gbc34c55794_0_17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188" name="Shape 188"/>
        <p:cNvGrpSpPr/>
        <p:nvPr/>
      </p:nvGrpSpPr>
      <p:grpSpPr>
        <a:xfrm>
          <a:off x="0" y="0"/>
          <a:ext cx="0" cy="0"/>
          <a:chOff x="0" y="0"/>
          <a:chExt cx="0" cy="0"/>
        </a:xfrm>
      </p:grpSpPr>
      <p:sp>
        <p:nvSpPr>
          <p:cNvPr id="189" name="Google Shape;189;gbc34c55794_0_175"/>
          <p:cNvSpPr txBox="1"/>
          <p:nvPr>
            <p:ph idx="1" type="body"/>
          </p:nvPr>
        </p:nvSpPr>
        <p:spPr>
          <a:xfrm>
            <a:off x="517092" y="974040"/>
            <a:ext cx="11157900" cy="231300"/>
          </a:xfrm>
          <a:prstGeom prst="rect">
            <a:avLst/>
          </a:prstGeom>
          <a:noFill/>
          <a:ln>
            <a:noFill/>
          </a:ln>
        </p:spPr>
        <p:txBody>
          <a:bodyPr anchorCtr="0" anchor="ctr" bIns="0" lIns="0" spcFirstLastPara="1" rIns="0" wrap="square" tIns="0">
            <a:noAutofit/>
          </a:bodyPr>
          <a:lstStyle>
            <a:lvl1pPr indent="-228600" lvl="0" marL="457200" marR="0" algn="l">
              <a:lnSpc>
                <a:spcPct val="115000"/>
              </a:lnSpc>
              <a:spcBef>
                <a:spcPts val="300"/>
              </a:spcBef>
              <a:spcAft>
                <a:spcPts val="0"/>
              </a:spcAft>
              <a:buClr>
                <a:srgbClr val="7F7F7F"/>
              </a:buClr>
              <a:buSzPts val="1500"/>
              <a:buFont typeface="Arial"/>
              <a:buNone/>
              <a:defRPr b="0" i="0" sz="1500" u="none" cap="none" strike="noStrike">
                <a:solidFill>
                  <a:srgbClr val="7F7F7F"/>
                </a:solidFill>
                <a:latin typeface="Roboto"/>
                <a:ea typeface="Roboto"/>
                <a:cs typeface="Roboto"/>
                <a:sym typeface="Roboto"/>
              </a:defRPr>
            </a:lvl1pPr>
            <a:lvl2pPr indent="-228600" lvl="1" marL="914400" marR="0" algn="l">
              <a:lnSpc>
                <a:spcPct val="115000"/>
              </a:lnSpc>
              <a:spcBef>
                <a:spcPts val="2100"/>
              </a:spcBef>
              <a:spcAft>
                <a:spcPts val="0"/>
              </a:spcAft>
              <a:buClr>
                <a:schemeClr val="dk1"/>
              </a:buClr>
              <a:buSzPts val="1600"/>
              <a:buFont typeface="Arial"/>
              <a:buNone/>
              <a:defRPr b="0" i="0" sz="1600" u="none" cap="none" strike="noStrike">
                <a:solidFill>
                  <a:schemeClr val="dk1"/>
                </a:solidFill>
                <a:latin typeface="Roboto"/>
                <a:ea typeface="Roboto"/>
                <a:cs typeface="Roboto"/>
                <a:sym typeface="Roboto"/>
              </a:defRPr>
            </a:lvl2pPr>
            <a:lvl3pPr indent="-228600" lvl="2" marL="1371600" marR="0" algn="l">
              <a:lnSpc>
                <a:spcPct val="115000"/>
              </a:lnSpc>
              <a:spcBef>
                <a:spcPts val="2100"/>
              </a:spcBef>
              <a:spcAft>
                <a:spcPts val="0"/>
              </a:spcAft>
              <a:buClr>
                <a:schemeClr val="dk1"/>
              </a:buClr>
              <a:buSzPts val="1300"/>
              <a:buFont typeface="Arial"/>
              <a:buNone/>
              <a:defRPr b="0" i="0" sz="1300" u="none" cap="none" strike="noStrike">
                <a:solidFill>
                  <a:schemeClr val="dk1"/>
                </a:solidFill>
                <a:latin typeface="Roboto"/>
                <a:ea typeface="Roboto"/>
                <a:cs typeface="Roboto"/>
                <a:sym typeface="Roboto"/>
              </a:defRPr>
            </a:lvl3pPr>
            <a:lvl4pPr indent="-228600" lvl="3" marL="18288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4pPr>
            <a:lvl5pPr indent="-228600" lvl="4" marL="22860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5pPr>
            <a:lvl6pPr indent="-228600" lvl="5" marL="27432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6pPr>
            <a:lvl7pPr indent="-228600" lvl="6" marL="32004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7pPr>
            <a:lvl8pPr indent="-228600" lvl="7" marL="36576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8pPr>
            <a:lvl9pPr indent="-228600" lvl="8" marL="4114800" marR="0" algn="l">
              <a:lnSpc>
                <a:spcPct val="115000"/>
              </a:lnSpc>
              <a:spcBef>
                <a:spcPts val="2100"/>
              </a:spcBef>
              <a:spcAft>
                <a:spcPts val="2100"/>
              </a:spcAft>
              <a:buClr>
                <a:schemeClr val="dk1"/>
              </a:buClr>
              <a:buSzPts val="1200"/>
              <a:buFont typeface="Arial"/>
              <a:buNone/>
              <a:defRPr b="0" i="0" sz="1200" u="none" cap="none" strike="noStrike">
                <a:solidFill>
                  <a:schemeClr val="dk1"/>
                </a:solidFill>
                <a:latin typeface="Roboto"/>
                <a:ea typeface="Roboto"/>
                <a:cs typeface="Roboto"/>
                <a:sym typeface="Roboto"/>
              </a:defRPr>
            </a:lvl9pPr>
          </a:lstStyle>
          <a:p/>
        </p:txBody>
      </p:sp>
      <p:sp>
        <p:nvSpPr>
          <p:cNvPr id="190" name="Google Shape;190;gbc34c55794_0_175"/>
          <p:cNvSpPr txBox="1"/>
          <p:nvPr>
            <p:ph type="title"/>
          </p:nvPr>
        </p:nvSpPr>
        <p:spPr>
          <a:xfrm>
            <a:off x="517092" y="376815"/>
            <a:ext cx="11157900" cy="546000"/>
          </a:xfrm>
          <a:prstGeom prst="rect">
            <a:avLst/>
          </a:prstGeom>
          <a:noFill/>
          <a:ln>
            <a:noFill/>
          </a:ln>
        </p:spPr>
        <p:txBody>
          <a:bodyPr anchorCtr="0" anchor="ctr" bIns="0" lIns="0" spcFirstLastPara="1" rIns="0" wrap="square" tIns="0">
            <a:noAutofit/>
          </a:bodyPr>
          <a:lstStyle>
            <a:lvl1pPr lvl="0" marR="0" algn="l">
              <a:lnSpc>
                <a:spcPct val="100000"/>
              </a:lnSpc>
              <a:spcBef>
                <a:spcPts val="0"/>
              </a:spcBef>
              <a:spcAft>
                <a:spcPts val="0"/>
              </a:spcAft>
              <a:buClr>
                <a:srgbClr val="5B5B5B"/>
              </a:buClr>
              <a:buSzPts val="3700"/>
              <a:buFont typeface="Roboto"/>
              <a:buNone/>
              <a:defRPr b="0" i="0" sz="37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3700"/>
              <a:buNone/>
              <a:defRPr sz="2400"/>
            </a:lvl2pPr>
            <a:lvl3pPr lvl="2" algn="l">
              <a:lnSpc>
                <a:spcPct val="100000"/>
              </a:lnSpc>
              <a:spcBef>
                <a:spcPts val="0"/>
              </a:spcBef>
              <a:spcAft>
                <a:spcPts val="0"/>
              </a:spcAft>
              <a:buSzPts val="3700"/>
              <a:buNone/>
              <a:defRPr sz="2400"/>
            </a:lvl3pPr>
            <a:lvl4pPr lvl="3" algn="l">
              <a:lnSpc>
                <a:spcPct val="100000"/>
              </a:lnSpc>
              <a:spcBef>
                <a:spcPts val="0"/>
              </a:spcBef>
              <a:spcAft>
                <a:spcPts val="0"/>
              </a:spcAft>
              <a:buSzPts val="3700"/>
              <a:buNone/>
              <a:defRPr sz="2400"/>
            </a:lvl4pPr>
            <a:lvl5pPr lvl="4" algn="l">
              <a:lnSpc>
                <a:spcPct val="100000"/>
              </a:lnSpc>
              <a:spcBef>
                <a:spcPts val="0"/>
              </a:spcBef>
              <a:spcAft>
                <a:spcPts val="0"/>
              </a:spcAft>
              <a:buSzPts val="3700"/>
              <a:buNone/>
              <a:defRPr sz="2400"/>
            </a:lvl5pPr>
            <a:lvl6pPr lvl="5" algn="l">
              <a:lnSpc>
                <a:spcPct val="100000"/>
              </a:lnSpc>
              <a:spcBef>
                <a:spcPts val="0"/>
              </a:spcBef>
              <a:spcAft>
                <a:spcPts val="0"/>
              </a:spcAft>
              <a:buSzPts val="3700"/>
              <a:buNone/>
              <a:defRPr sz="2400"/>
            </a:lvl6pPr>
            <a:lvl7pPr lvl="6" algn="l">
              <a:lnSpc>
                <a:spcPct val="100000"/>
              </a:lnSpc>
              <a:spcBef>
                <a:spcPts val="0"/>
              </a:spcBef>
              <a:spcAft>
                <a:spcPts val="0"/>
              </a:spcAft>
              <a:buSzPts val="3700"/>
              <a:buNone/>
              <a:defRPr sz="2400"/>
            </a:lvl7pPr>
            <a:lvl8pPr lvl="7" algn="l">
              <a:lnSpc>
                <a:spcPct val="100000"/>
              </a:lnSpc>
              <a:spcBef>
                <a:spcPts val="0"/>
              </a:spcBef>
              <a:spcAft>
                <a:spcPts val="0"/>
              </a:spcAft>
              <a:buSzPts val="3700"/>
              <a:buNone/>
              <a:defRPr sz="2400"/>
            </a:lvl8pPr>
            <a:lvl9pPr lvl="8" algn="l">
              <a:lnSpc>
                <a:spcPct val="100000"/>
              </a:lnSpc>
              <a:spcBef>
                <a:spcPts val="0"/>
              </a:spcBef>
              <a:spcAft>
                <a:spcPts val="0"/>
              </a:spcAft>
              <a:buSzPts val="3700"/>
              <a:buNone/>
              <a:defRPr sz="2400"/>
            </a:lvl9pPr>
          </a:lstStyle>
          <a:p/>
        </p:txBody>
      </p:sp>
      <p:sp>
        <p:nvSpPr>
          <p:cNvPr id="191" name="Google Shape;191;gbc34c55794_0_175"/>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1.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bbda25c5c6_0_1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bbda25c5c6_0_1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bbda25c5c6_0_171"/>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1" name="Shape 141"/>
        <p:cNvGrpSpPr/>
        <p:nvPr/>
      </p:nvGrpSpPr>
      <p:grpSpPr>
        <a:xfrm>
          <a:off x="0" y="0"/>
          <a:ext cx="0" cy="0"/>
          <a:chOff x="0" y="0"/>
          <a:chExt cx="0" cy="0"/>
        </a:xfrm>
      </p:grpSpPr>
      <p:sp>
        <p:nvSpPr>
          <p:cNvPr id="142" name="Google Shape;142;gbc34c55794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43" name="Google Shape;143;gbc34c55794_0_12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44" name="Google Shape;144;gbc34c55794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mc:AlternateContent>
    <mc:Choice Requires="p14">
      <p:transition spd="slow" p14:dur="10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3.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bbda25c5c6_0_54"/>
          <p:cNvSpPr/>
          <p:nvPr/>
        </p:nvSpPr>
        <p:spPr>
          <a:xfrm>
            <a:off x="885150" y="2491975"/>
            <a:ext cx="11110500" cy="1438500"/>
          </a:xfrm>
          <a:prstGeom prst="roundRect">
            <a:avLst>
              <a:gd fmla="val 16667" name="adj"/>
            </a:avLst>
          </a:prstGeom>
          <a:solidFill>
            <a:schemeClr val="accent3"/>
          </a:solidFill>
          <a:ln>
            <a:noFill/>
          </a:ln>
          <a:effectLst>
            <a:outerShdw blurRad="57150" rotWithShape="0" algn="bl" dir="5400000" dist="19050">
              <a:srgbClr val="000000">
                <a:alpha val="46274"/>
              </a:srgbClr>
            </a:outerShdw>
          </a:effectLst>
        </p:spPr>
        <p:txBody>
          <a:bodyPr anchorCtr="0" anchor="ctr" bIns="121900" lIns="121900" spcFirstLastPara="1" rIns="121900" wrap="square" tIns="121900">
            <a:noAutofit/>
          </a:bodyPr>
          <a:lstStyle/>
          <a:p>
            <a:pPr indent="0" lvl="0" marL="0" marR="0" rtl="0" algn="ctr">
              <a:lnSpc>
                <a:spcPct val="85000"/>
              </a:lnSpc>
              <a:spcBef>
                <a:spcPts val="0"/>
              </a:spcBef>
              <a:spcAft>
                <a:spcPts val="0"/>
              </a:spcAft>
              <a:buClr>
                <a:srgbClr val="262626"/>
              </a:buClr>
              <a:buSzPts val="8000"/>
              <a:buFont typeface="Calibri"/>
              <a:buNone/>
            </a:pPr>
            <a:r>
              <a:rPr b="1" i="0" lang="en-US" sz="3600" u="none" cap="none" strike="noStrike">
                <a:solidFill>
                  <a:schemeClr val="lt1"/>
                </a:solidFill>
                <a:latin typeface="Calibri"/>
                <a:ea typeface="Calibri"/>
                <a:cs typeface="Calibri"/>
                <a:sym typeface="Calibri"/>
              </a:rPr>
              <a:t>Security Principles of Information Security</a:t>
            </a:r>
            <a:endParaRPr b="1" i="0" sz="3600" u="none" cap="none" strike="noStrike">
              <a:solidFill>
                <a:schemeClr val="lt1"/>
              </a:solidFill>
              <a:latin typeface="Arial"/>
              <a:ea typeface="Arial"/>
              <a:cs typeface="Arial"/>
              <a:sym typeface="Arial"/>
            </a:endParaRPr>
          </a:p>
        </p:txBody>
      </p:sp>
      <p:sp>
        <p:nvSpPr>
          <p:cNvPr id="197" name="Google Shape;197;gbbda25c5c6_0_54"/>
          <p:cNvSpPr txBox="1"/>
          <p:nvPr/>
        </p:nvSpPr>
        <p:spPr>
          <a:xfrm>
            <a:off x="4345750" y="4092550"/>
            <a:ext cx="3950700" cy="603300"/>
          </a:xfrm>
          <a:prstGeom prst="rect">
            <a:avLst/>
          </a:prstGeom>
          <a:noFill/>
          <a:ln>
            <a:noFill/>
          </a:ln>
        </p:spPr>
        <p:txBody>
          <a:bodyPr anchorCtr="0" anchor="t" bIns="91425" lIns="91425" spcFirstLastPara="1" rIns="91425" wrap="square" tIns="91425">
            <a:spAutoFit/>
          </a:bodyPr>
          <a:lstStyle/>
          <a:p>
            <a:pPr indent="0" lvl="0" marL="0" rtl="0" algn="ctr">
              <a:lnSpc>
                <a:spcPct val="85000"/>
              </a:lnSpc>
              <a:spcBef>
                <a:spcPts val="0"/>
              </a:spcBef>
              <a:spcAft>
                <a:spcPts val="0"/>
              </a:spcAft>
              <a:buNone/>
            </a:pPr>
            <a:r>
              <a:rPr b="1" lang="en-US" sz="3200">
                <a:solidFill>
                  <a:srgbClr val="78909C"/>
                </a:solidFill>
                <a:latin typeface="Times New Roman"/>
                <a:ea typeface="Times New Roman"/>
                <a:cs typeface="Times New Roman"/>
                <a:sym typeface="Times New Roman"/>
              </a:rPr>
              <a:t>Lecture 2</a:t>
            </a:r>
            <a:endParaRPr b="1" sz="3200">
              <a:solidFill>
                <a:srgbClr val="78909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7d9a76c35b_0_42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Principles of Information Security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03" name="Google Shape;203;g37d9a76c35b_0_428"/>
          <p:cNvSpPr txBox="1"/>
          <p:nvPr/>
        </p:nvSpPr>
        <p:spPr>
          <a:xfrm>
            <a:off x="536875" y="435575"/>
            <a:ext cx="11598900" cy="6274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Confidentiality: </a:t>
            </a:r>
            <a:r>
              <a:rPr b="0" i="0" lang="en-US" sz="1800" u="none" cap="none" strike="noStrike">
                <a:solidFill>
                  <a:schemeClr val="dk2"/>
                </a:solidFill>
                <a:latin typeface="Times New Roman"/>
                <a:ea typeface="Times New Roman"/>
                <a:cs typeface="Times New Roman"/>
                <a:sym typeface="Times New Roman"/>
              </a:rPr>
              <a:t>Ensuring information is accessible only to authorized users.</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Integrity: </a:t>
            </a:r>
            <a:r>
              <a:rPr b="0" i="0" lang="en-US" sz="1800" u="none" cap="none" strike="noStrike">
                <a:solidFill>
                  <a:schemeClr val="dk2"/>
                </a:solidFill>
                <a:latin typeface="Times New Roman"/>
                <a:ea typeface="Times New Roman"/>
                <a:cs typeface="Times New Roman"/>
                <a:sym typeface="Times New Roman"/>
              </a:rPr>
              <a:t>Protecting data from unauthorized changes to keep it accurate and reliable.</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Availability: </a:t>
            </a:r>
            <a:r>
              <a:rPr b="0" i="0" lang="en-US" sz="1800" u="none" cap="none" strike="noStrike">
                <a:solidFill>
                  <a:schemeClr val="dk2"/>
                </a:solidFill>
                <a:latin typeface="Times New Roman"/>
                <a:ea typeface="Times New Roman"/>
                <a:cs typeface="Times New Roman"/>
                <a:sym typeface="Times New Roman"/>
              </a:rPr>
              <a:t>Making sure systems and data are accessible when needed.</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Authenticity: </a:t>
            </a:r>
            <a:r>
              <a:rPr b="0" i="0" lang="en-US" sz="1800" u="none" cap="none" strike="noStrike">
                <a:solidFill>
                  <a:schemeClr val="dk2"/>
                </a:solidFill>
                <a:latin typeface="Times New Roman"/>
                <a:ea typeface="Times New Roman"/>
                <a:cs typeface="Times New Roman"/>
                <a:sym typeface="Times New Roman"/>
              </a:rPr>
              <a:t>Verifying the genuineness and origin of information or users.</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Non-repudiation: </a:t>
            </a:r>
            <a:r>
              <a:rPr b="0" i="0" lang="en-US" sz="1800" u="none" cap="none" strike="noStrike">
                <a:solidFill>
                  <a:schemeClr val="dk2"/>
                </a:solidFill>
                <a:latin typeface="Times New Roman"/>
                <a:ea typeface="Times New Roman"/>
                <a:cs typeface="Times New Roman"/>
                <a:sym typeface="Times New Roman"/>
              </a:rPr>
              <a:t>Making sure someone cannot deny doing an action, like signing a document or sending a message.</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Accountability: </a:t>
            </a:r>
            <a:r>
              <a:rPr b="0" i="0" lang="en-US" sz="1800" u="none" cap="none" strike="noStrike">
                <a:solidFill>
                  <a:schemeClr val="dk2"/>
                </a:solidFill>
                <a:latin typeface="Times New Roman"/>
                <a:ea typeface="Times New Roman"/>
                <a:cs typeface="Times New Roman"/>
                <a:sym typeface="Times New Roman"/>
              </a:rPr>
              <a:t>Holding users responsible for their actions via logs and monitoring.</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Privacy: </a:t>
            </a:r>
            <a:r>
              <a:rPr b="0" i="0" lang="en-US" sz="1800" u="none" cap="none" strike="noStrike">
                <a:solidFill>
                  <a:schemeClr val="dk2"/>
                </a:solidFill>
                <a:latin typeface="Times New Roman"/>
                <a:ea typeface="Times New Roman"/>
                <a:cs typeface="Times New Roman"/>
                <a:sym typeface="Times New Roman"/>
              </a:rPr>
              <a:t>Safeguarding personal or sensitive data from misuse or overexposure.</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Least Privilege: </a:t>
            </a:r>
            <a:r>
              <a:rPr b="0" i="0" lang="en-US" sz="1800" u="none" cap="none" strike="noStrike">
                <a:solidFill>
                  <a:schemeClr val="dk2"/>
                </a:solidFill>
                <a:latin typeface="Times New Roman"/>
                <a:ea typeface="Times New Roman"/>
                <a:cs typeface="Times New Roman"/>
                <a:sym typeface="Times New Roman"/>
              </a:rPr>
              <a:t>Giving users only the minimum access required for their tasks.</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Defense-in-Depth:</a:t>
            </a:r>
            <a:r>
              <a:rPr b="0" i="0" lang="en-US" sz="1800" u="none" cap="none" strike="noStrike">
                <a:solidFill>
                  <a:schemeClr val="dk2"/>
                </a:solidFill>
                <a:latin typeface="Times New Roman"/>
                <a:ea typeface="Times New Roman"/>
                <a:cs typeface="Times New Roman"/>
                <a:sym typeface="Times New Roman"/>
              </a:rPr>
              <a:t> Applying multiple layers of security controls for protection.</a:t>
            </a:r>
            <a:endParaRPr b="0" i="0" sz="1800" u="none" cap="none" strike="noStrike">
              <a:solidFill>
                <a:schemeClr val="dk2"/>
              </a:solidFill>
              <a:latin typeface="Times New Roman"/>
              <a:ea typeface="Times New Roman"/>
              <a:cs typeface="Times New Roman"/>
              <a:sym typeface="Times New Roman"/>
            </a:endParaRPr>
          </a:p>
          <a:p>
            <a:pPr indent="-393700" lvl="0" marL="457200" marR="0" rtl="0" algn="just">
              <a:lnSpc>
                <a:spcPct val="100000"/>
              </a:lnSpc>
              <a:spcBef>
                <a:spcPts val="1000"/>
              </a:spcBef>
              <a:spcAft>
                <a:spcPts val="0"/>
              </a:spcAft>
              <a:buClr>
                <a:schemeClr val="accent3"/>
              </a:buClr>
              <a:buSzPts val="2600"/>
              <a:buFont typeface="Times New Roman"/>
              <a:buChar char="■"/>
            </a:pPr>
            <a:r>
              <a:rPr b="1" i="0" lang="en-US" sz="1800" u="none" cap="none" strike="noStrike">
                <a:solidFill>
                  <a:schemeClr val="dk2"/>
                </a:solidFill>
                <a:latin typeface="Times New Roman"/>
                <a:ea typeface="Times New Roman"/>
                <a:cs typeface="Times New Roman"/>
                <a:sym typeface="Times New Roman"/>
              </a:rPr>
              <a:t>Risk Management: </a:t>
            </a:r>
            <a:r>
              <a:rPr b="0" i="0" lang="en-US" sz="1800" u="none" cap="none" strike="noStrike">
                <a:solidFill>
                  <a:schemeClr val="dk2"/>
                </a:solidFill>
                <a:latin typeface="Times New Roman"/>
                <a:ea typeface="Times New Roman"/>
                <a:cs typeface="Times New Roman"/>
                <a:sym typeface="Times New Roman"/>
              </a:rPr>
              <a:t>Identifying, assessing, and mitigating potential security risks</a:t>
            </a:r>
            <a:endParaRPr b="0" i="0" sz="1800" u="none" cap="none" strike="noStrike">
              <a:solidFill>
                <a:schemeClr val="dk2"/>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1" i="0" sz="2200" u="none" cap="none" strike="noStrike">
              <a:solidFill>
                <a:srgbClr val="98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7f98f0ae4d_0_36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Non-Repudiation</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09" name="Google Shape;209;g37f98f0ae4d_0_360"/>
          <p:cNvSpPr txBox="1"/>
          <p:nvPr/>
        </p:nvSpPr>
        <p:spPr>
          <a:xfrm>
            <a:off x="455850" y="1189100"/>
            <a:ext cx="5976600" cy="336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1" i="0" lang="en-US" sz="2200" u="none" cap="none" strike="noStrike">
                <a:solidFill>
                  <a:srgbClr val="980000"/>
                </a:solidFill>
                <a:latin typeface="Times New Roman"/>
                <a:ea typeface="Times New Roman"/>
                <a:cs typeface="Times New Roman"/>
                <a:sym typeface="Times New Roman"/>
              </a:rPr>
              <a:t>Repudiation</a:t>
            </a:r>
            <a:r>
              <a:rPr b="0" i="0" lang="en-US" sz="2200" u="none" cap="none" strike="noStrike">
                <a:solidFill>
                  <a:schemeClr val="dk1"/>
                </a:solidFill>
                <a:latin typeface="Times New Roman"/>
                <a:ea typeface="Times New Roman"/>
                <a:cs typeface="Times New Roman"/>
                <a:sym typeface="Times New Roman"/>
              </a:rPr>
              <a:t> in cybersecurity refers to the denial by a party of having performed a particular action, such as sending a message, initiating a transaction, or making changes to a system. This can be problematic in cases where sensitive data is exchanged, and there’s a need to verify that specific actions were performed by the authorized individual or system. </a:t>
            </a:r>
            <a:endParaRPr b="0" i="0" sz="2200" u="none" cap="none" strike="noStrike">
              <a:solidFill>
                <a:srgbClr val="000000"/>
              </a:solidFill>
              <a:latin typeface="Times New Roman"/>
              <a:ea typeface="Times New Roman"/>
              <a:cs typeface="Times New Roman"/>
              <a:sym typeface="Times New Roman"/>
            </a:endParaRPr>
          </a:p>
        </p:txBody>
      </p:sp>
      <p:pic>
        <p:nvPicPr>
          <p:cNvPr id="210" name="Google Shape;210;g37f98f0ae4d_0_360"/>
          <p:cNvPicPr preferRelativeResize="0"/>
          <p:nvPr/>
        </p:nvPicPr>
        <p:blipFill rotWithShape="1">
          <a:blip r:embed="rId3">
            <a:alphaModFix/>
          </a:blip>
          <a:srcRect b="30279" l="5377" r="8577" t="28671"/>
          <a:stretch/>
        </p:blipFill>
        <p:spPr>
          <a:xfrm>
            <a:off x="6628650" y="2101475"/>
            <a:ext cx="5451876" cy="1950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7f98f0ae4d_0_299"/>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Non-Repudiation</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6" name="Google Shape;216;g37f98f0ae4d_0_299"/>
          <p:cNvSpPr txBox="1"/>
          <p:nvPr/>
        </p:nvSpPr>
        <p:spPr>
          <a:xfrm>
            <a:off x="425450" y="1206250"/>
            <a:ext cx="11396400" cy="5012700"/>
          </a:xfrm>
          <a:prstGeom prst="rect">
            <a:avLst/>
          </a:prstGeom>
          <a:noFill/>
          <a:ln>
            <a:noFill/>
          </a:ln>
        </p:spPr>
        <p:txBody>
          <a:bodyPr anchorCtr="0" anchor="t" bIns="91425" lIns="91425" spcFirstLastPara="1" rIns="91425" wrap="square" tIns="91425">
            <a:spAutoFit/>
          </a:bodyPr>
          <a:lstStyle/>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The principle of non-repudiation ensures that the sender of the message cannot later deny that he sent that message and that the recipient of the message cannot deny that he received the message. </a:t>
            </a:r>
            <a:r>
              <a:rPr b="0" i="0" lang="en-US" sz="2300" u="none" cap="none" strike="noStrike">
                <a:solidFill>
                  <a:schemeClr val="dk1"/>
                </a:solidFill>
                <a:latin typeface="Times New Roman"/>
                <a:ea typeface="Times New Roman"/>
                <a:cs typeface="Times New Roman"/>
                <a:sym typeface="Times New Roman"/>
              </a:rPr>
              <a:t>In other words, we can say that after sending or receiving any message, the party cannot later deny having done so, nor can they deny the content or accuracy of the message.</a:t>
            </a:r>
            <a:endParaRPr b="0" i="0" sz="2300" u="none" cap="none" strike="noStrike">
              <a:solidFill>
                <a:schemeClr val="dk1"/>
              </a:solidFill>
              <a:latin typeface="Times New Roman"/>
              <a:ea typeface="Times New Roman"/>
              <a:cs typeface="Times New Roman"/>
              <a:sym typeface="Times New Roman"/>
            </a:endParaRPr>
          </a:p>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chemeClr val="dk1"/>
                </a:solidFill>
                <a:latin typeface="Times New Roman"/>
                <a:ea typeface="Times New Roman"/>
                <a:cs typeface="Times New Roman"/>
                <a:sym typeface="Times New Roman"/>
              </a:rPr>
              <a:t>For example, a handwritten signature ensures non-repudiation because the signer cannot deny the agreement. Another example: if an individual sends an email or initiates a transaction, non-repudiation ensures they cannot later claim non-involvement.</a:t>
            </a:r>
            <a:endParaRPr b="0" i="0" sz="2300" u="none" cap="none" strike="noStrike">
              <a:solidFill>
                <a:schemeClr val="dk1"/>
              </a:solidFill>
              <a:latin typeface="Times New Roman"/>
              <a:ea typeface="Times New Roman"/>
              <a:cs typeface="Times New Roman"/>
              <a:sym typeface="Times New Roman"/>
            </a:endParaRPr>
          </a:p>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chemeClr val="dk1"/>
                </a:solidFill>
                <a:latin typeface="Times New Roman"/>
                <a:ea typeface="Times New Roman"/>
                <a:cs typeface="Times New Roman"/>
                <a:sym typeface="Times New Roman"/>
              </a:rPr>
              <a:t>Any individual or organization uses a digital signature, encryption, audit logs, and time-stamping to ensure non-repudiation</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7f98f0ae4d_0_27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Digital Signatures for Non-Repudiation</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22" name="Google Shape;222;g37f98f0ae4d_0_270"/>
          <p:cNvSpPr txBox="1"/>
          <p:nvPr/>
        </p:nvSpPr>
        <p:spPr>
          <a:xfrm>
            <a:off x="121525" y="959875"/>
            <a:ext cx="12070500" cy="11082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When a digital document is signed, a hash function generates a fixed-size string of bytes—a digest that uniquely represents the document’s contents. This hash is then encrypted with the signer’s private key, creating a digital signature. </a:t>
            </a:r>
            <a:endParaRPr b="0" i="0" sz="2400" u="none" cap="none" strike="noStrike">
              <a:solidFill>
                <a:srgbClr val="000000"/>
              </a:solidFill>
              <a:latin typeface="Times New Roman"/>
              <a:ea typeface="Times New Roman"/>
              <a:cs typeface="Times New Roman"/>
              <a:sym typeface="Times New Roman"/>
            </a:endParaRPr>
          </a:p>
        </p:txBody>
      </p:sp>
      <p:pic>
        <p:nvPicPr>
          <p:cNvPr descr="https://miro.medium.com/max/1748/1*lCkX_EApzHu8hgwxJDY1Nw.png" id="223" name="Google Shape;223;g37f98f0ae4d_0_270"/>
          <p:cNvPicPr preferRelativeResize="0"/>
          <p:nvPr/>
        </p:nvPicPr>
        <p:blipFill rotWithShape="1">
          <a:blip r:embed="rId3">
            <a:alphaModFix/>
          </a:blip>
          <a:srcRect b="0" l="0" r="0" t="0"/>
          <a:stretch/>
        </p:blipFill>
        <p:spPr>
          <a:xfrm>
            <a:off x="384925" y="2301050"/>
            <a:ext cx="7516476" cy="4234850"/>
          </a:xfrm>
          <a:prstGeom prst="rect">
            <a:avLst/>
          </a:prstGeom>
          <a:noFill/>
          <a:ln cap="flat" cmpd="sng" w="9525">
            <a:solidFill>
              <a:schemeClr val="dk2"/>
            </a:solidFill>
            <a:prstDash val="solid"/>
            <a:round/>
            <a:headEnd len="sm" w="sm" type="none"/>
            <a:tailEnd len="sm" w="sm" type="none"/>
          </a:ln>
        </p:spPr>
      </p:pic>
      <p:sp>
        <p:nvSpPr>
          <p:cNvPr id="224" name="Google Shape;224;g37f98f0ae4d_0_270"/>
          <p:cNvSpPr txBox="1"/>
          <p:nvPr/>
        </p:nvSpPr>
        <p:spPr>
          <a:xfrm>
            <a:off x="8073600" y="2643925"/>
            <a:ext cx="3920100" cy="30837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The recipient can decrypt this signature using the signer’s public key, verifying both the signer’s identity and the document’s integrity.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Any alteration to the document post-signing would result in a different hash, immediately signaling tampering.</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7f98f0ae4d_0_263"/>
          <p:cNvSpPr txBox="1"/>
          <p:nvPr>
            <p:ph type="title"/>
          </p:nvPr>
        </p:nvSpPr>
        <p:spPr>
          <a:xfrm>
            <a:off x="0" y="0"/>
            <a:ext cx="12192000" cy="6888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Authenticity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0" name="Google Shape;230;g37f98f0ae4d_0_263"/>
          <p:cNvSpPr txBox="1"/>
          <p:nvPr/>
        </p:nvSpPr>
        <p:spPr>
          <a:xfrm>
            <a:off x="162100" y="790275"/>
            <a:ext cx="11933100" cy="21549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chemeClr val="accent3"/>
              </a:buClr>
              <a:buSzPts val="2400"/>
              <a:buFont typeface="Times New Roman"/>
              <a:buChar char="■"/>
            </a:pPr>
            <a:r>
              <a:rPr b="0" i="0" lang="en-US" sz="2000" u="none" cap="none" strike="noStrike">
                <a:solidFill>
                  <a:srgbClr val="000000"/>
                </a:solidFill>
                <a:latin typeface="Times New Roman"/>
                <a:ea typeface="Times New Roman"/>
                <a:cs typeface="Times New Roman"/>
                <a:sym typeface="Times New Roman"/>
              </a:rPr>
              <a:t>Authenticity refers to the validity and conformance of original information, ensuring that data, communications, and transactions are genuine and untampered with. </a:t>
            </a:r>
            <a:endParaRPr b="0" i="0" sz="20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accent3"/>
              </a:buClr>
              <a:buSzPts val="2400"/>
              <a:buFont typeface="Times New Roman"/>
              <a:buChar char="■"/>
            </a:pPr>
            <a:r>
              <a:rPr b="0" i="0" lang="en-US" sz="2000" u="none" cap="none" strike="noStrike">
                <a:solidFill>
                  <a:srgbClr val="000000"/>
                </a:solidFill>
                <a:latin typeface="Times New Roman"/>
                <a:ea typeface="Times New Roman"/>
                <a:cs typeface="Times New Roman"/>
                <a:sym typeface="Times New Roman"/>
              </a:rPr>
              <a:t>It plays a crucial role in preventing unauthorized </a:t>
            </a:r>
            <a:r>
              <a:rPr lang="en-US" sz="2000">
                <a:latin typeface="Times New Roman"/>
                <a:ea typeface="Times New Roman"/>
                <a:cs typeface="Times New Roman"/>
                <a:sym typeface="Times New Roman"/>
              </a:rPr>
              <a:t>access and</a:t>
            </a:r>
            <a:r>
              <a:rPr b="0" i="0" lang="en-US" sz="2000" u="none" cap="none" strike="noStrike">
                <a:solidFill>
                  <a:srgbClr val="000000"/>
                </a:solidFill>
                <a:latin typeface="Times New Roman"/>
                <a:ea typeface="Times New Roman"/>
                <a:cs typeface="Times New Roman"/>
                <a:sym typeface="Times New Roman"/>
              </a:rPr>
              <a:t> fraud and maintaining trust in digital interactions.</a:t>
            </a:r>
            <a:endParaRPr b="0" i="0" sz="20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accent3"/>
              </a:buClr>
              <a:buSzPts val="2400"/>
              <a:buFont typeface="Times New Roman"/>
              <a:buChar char="■"/>
            </a:pPr>
            <a:r>
              <a:rPr b="0" i="0" lang="en-US" sz="2000" u="none" cap="none" strike="noStrike">
                <a:solidFill>
                  <a:srgbClr val="000000"/>
                </a:solidFill>
                <a:latin typeface="Times New Roman"/>
                <a:ea typeface="Times New Roman"/>
                <a:cs typeface="Times New Roman"/>
                <a:sym typeface="Times New Roman"/>
              </a:rPr>
              <a:t> Methods to achieve authenticity include proof of identity, multi-factor authentication, and techniques like hashing, MAC, and HMAC.</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31" name="Google Shape;231;g37f98f0ae4d_0_263"/>
          <p:cNvPicPr preferRelativeResize="0"/>
          <p:nvPr/>
        </p:nvPicPr>
        <p:blipFill rotWithShape="1">
          <a:blip r:embed="rId3">
            <a:alphaModFix/>
          </a:blip>
          <a:srcRect b="0" l="0" r="0" t="0"/>
          <a:stretch/>
        </p:blipFill>
        <p:spPr>
          <a:xfrm>
            <a:off x="455575" y="3370650"/>
            <a:ext cx="4291749" cy="2580024"/>
          </a:xfrm>
          <a:prstGeom prst="rect">
            <a:avLst/>
          </a:prstGeom>
          <a:noFill/>
          <a:ln>
            <a:noFill/>
          </a:ln>
        </p:spPr>
      </p:pic>
      <p:sp>
        <p:nvSpPr>
          <p:cNvPr id="232" name="Google Shape;232;g37f98f0ae4d_0_263"/>
          <p:cNvSpPr txBox="1"/>
          <p:nvPr/>
        </p:nvSpPr>
        <p:spPr>
          <a:xfrm>
            <a:off x="5213925" y="2964913"/>
            <a:ext cx="6769800" cy="35145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1000"/>
              </a:spcBef>
              <a:spcAft>
                <a:spcPts val="0"/>
              </a:spcAft>
              <a:buClr>
                <a:schemeClr val="accent3"/>
              </a:buClr>
              <a:buSzPts val="2400"/>
              <a:buFont typeface="Times New Roman"/>
              <a:buChar char="■"/>
            </a:pPr>
            <a:r>
              <a:rPr b="0" i="0" lang="en-US" sz="2000" u="none" cap="none" strike="noStrike">
                <a:solidFill>
                  <a:schemeClr val="dk1"/>
                </a:solidFill>
                <a:latin typeface="Times New Roman"/>
                <a:ea typeface="Times New Roman"/>
                <a:cs typeface="Times New Roman"/>
                <a:sym typeface="Times New Roman"/>
              </a:rPr>
              <a:t>Imagine you purchase a product online from a reputable e-commerce website. Before entering your payment details, you notice a padlock icon and "https://" in the website's URL, indicating a secure connection. </a:t>
            </a:r>
            <a:endParaRPr b="0" i="0" sz="2000" u="none" cap="none" strike="noStrike">
              <a:solidFill>
                <a:schemeClr val="dk1"/>
              </a:solidFill>
              <a:latin typeface="Times New Roman"/>
              <a:ea typeface="Times New Roman"/>
              <a:cs typeface="Times New Roman"/>
              <a:sym typeface="Times New Roman"/>
            </a:endParaRPr>
          </a:p>
          <a:p>
            <a:pPr indent="-381000" lvl="0" marL="457200" marR="0" rtl="0" algn="l">
              <a:lnSpc>
                <a:spcPct val="100000"/>
              </a:lnSpc>
              <a:spcBef>
                <a:spcPts val="1000"/>
              </a:spcBef>
              <a:spcAft>
                <a:spcPts val="1000"/>
              </a:spcAft>
              <a:buClr>
                <a:schemeClr val="accent3"/>
              </a:buClr>
              <a:buSzPts val="2400"/>
              <a:buFont typeface="Times New Roman"/>
              <a:buChar char="■"/>
            </a:pPr>
            <a:r>
              <a:rPr b="0" i="0" lang="en-US" sz="2000" u="none" cap="none" strike="noStrike">
                <a:solidFill>
                  <a:schemeClr val="dk1"/>
                </a:solidFill>
                <a:latin typeface="Times New Roman"/>
                <a:ea typeface="Times New Roman"/>
                <a:cs typeface="Times New Roman"/>
                <a:sym typeface="Times New Roman"/>
              </a:rPr>
              <a:t>This authenticity ensures that the website is legitimate and encrypts your data during transmission, protecting it from unauthorized access or tampering by malicious parties. By verifying these security indicators, you trust that your transaction details are safe and proceed with confidence in making the purchase.</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7f98f0ae4d_0_306"/>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Principles of Authenticity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8" name="Google Shape;238;g37f98f0ae4d_0_306"/>
          <p:cNvSpPr txBox="1"/>
          <p:nvPr/>
        </p:nvSpPr>
        <p:spPr>
          <a:xfrm>
            <a:off x="468750" y="1215600"/>
            <a:ext cx="11254500" cy="4740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2"/>
                </a:solidFill>
                <a:latin typeface="Times New Roman"/>
                <a:ea typeface="Times New Roman"/>
                <a:cs typeface="Times New Roman"/>
                <a:sym typeface="Times New Roman"/>
              </a:rPr>
              <a:t>Authenticity in cybersecurity is essential for maintaining trust and preventing unauthorized access. It involves verifying the origin of data, ensuring its genuineness, and providing confidence in its validity. Key principles of authenticity include:</a:t>
            </a:r>
            <a:endParaRPr b="0" i="0" sz="20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Origin of Data:</a:t>
            </a:r>
            <a:r>
              <a:rPr b="0" i="0" lang="en-US" sz="2000" u="none" cap="none" strike="noStrike">
                <a:solidFill>
                  <a:schemeClr val="dk2"/>
                </a:solidFill>
                <a:latin typeface="Times New Roman"/>
                <a:ea typeface="Times New Roman"/>
                <a:cs typeface="Times New Roman"/>
                <a:sym typeface="Times New Roman"/>
              </a:rPr>
              <a:t> Ensuring data originates from its claimed source.</a:t>
            </a:r>
            <a:endParaRPr b="0" i="0" sz="2000" u="none" cap="none" strike="noStrike">
              <a:solidFill>
                <a:schemeClr val="dk2"/>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Genuineness and Verifiability:</a:t>
            </a:r>
            <a:r>
              <a:rPr b="0" i="0" lang="en-US" sz="2000" u="none" cap="none" strike="noStrike">
                <a:solidFill>
                  <a:schemeClr val="dk2"/>
                </a:solidFill>
                <a:latin typeface="Times New Roman"/>
                <a:ea typeface="Times New Roman"/>
                <a:cs typeface="Times New Roman"/>
                <a:sym typeface="Times New Roman"/>
              </a:rPr>
              <a:t> Confirming data, transmissions, and messages are genuine and can be trusted.</a:t>
            </a:r>
            <a:endParaRPr b="0" i="0" sz="2000" u="none" cap="none" strike="noStrike">
              <a:solidFill>
                <a:schemeClr val="dk2"/>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Confidence in Validity:</a:t>
            </a:r>
            <a:r>
              <a:rPr b="0" i="0" lang="en-US" sz="2000" u="none" cap="none" strike="noStrike">
                <a:solidFill>
                  <a:schemeClr val="dk2"/>
                </a:solidFill>
                <a:latin typeface="Times New Roman"/>
                <a:ea typeface="Times New Roman"/>
                <a:cs typeface="Times New Roman"/>
                <a:sym typeface="Times New Roman"/>
              </a:rPr>
              <a:t> Providing assurance in the reliability of transmissions, messages, and message originators.</a:t>
            </a:r>
            <a:endParaRPr b="0" i="0" sz="2000" u="none" cap="none" strike="noStrike">
              <a:solidFill>
                <a:schemeClr val="dk2"/>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Multi-Factor Authentication:</a:t>
            </a:r>
            <a:r>
              <a:rPr b="0" i="0" lang="en-US" sz="2000" u="none" cap="none" strike="noStrike">
                <a:solidFill>
                  <a:schemeClr val="dk2"/>
                </a:solidFill>
                <a:latin typeface="Times New Roman"/>
                <a:ea typeface="Times New Roman"/>
                <a:cs typeface="Times New Roman"/>
                <a:sym typeface="Times New Roman"/>
              </a:rPr>
              <a:t> Using multiple methods to verify user identity and reduce unauthorized access risks.</a:t>
            </a:r>
            <a:endParaRPr b="0" i="0" sz="20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7f98f0ae4d_0_32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Ensuring Authenticity in Digital Communications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44" name="Google Shape;244;g37f98f0ae4d_0_321"/>
          <p:cNvSpPr txBox="1"/>
          <p:nvPr/>
        </p:nvSpPr>
        <p:spPr>
          <a:xfrm>
            <a:off x="468750" y="1215600"/>
            <a:ext cx="11254500" cy="5048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chemeClr val="dk2"/>
                </a:solidFill>
                <a:latin typeface="Times New Roman"/>
                <a:ea typeface="Times New Roman"/>
                <a:cs typeface="Times New Roman"/>
                <a:sym typeface="Times New Roman"/>
              </a:rPr>
              <a:t>Ensuring authenticity in digital communications is vital for maintaining trust and preventing unauthorized access. Various methods and technologies can be employed to achieve this goal. Some key approaches include:</a:t>
            </a:r>
            <a:endParaRPr b="0" i="0" sz="20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Multi-Factor Authentication:</a:t>
            </a:r>
            <a:r>
              <a:rPr b="0" i="0" lang="en-US" sz="2000" u="none" cap="none" strike="noStrike">
                <a:solidFill>
                  <a:schemeClr val="dk2"/>
                </a:solidFill>
                <a:latin typeface="Times New Roman"/>
                <a:ea typeface="Times New Roman"/>
                <a:cs typeface="Times New Roman"/>
                <a:sym typeface="Times New Roman"/>
              </a:rPr>
              <a:t> Using multiple verification methods, such as passwords, biometric data, and authentication tokens, to confirm user identity.</a:t>
            </a:r>
            <a:endParaRPr b="0" i="0" sz="2000" u="none" cap="none" strike="noStrike">
              <a:solidFill>
                <a:schemeClr val="dk2"/>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Hashing and MAC:</a:t>
            </a:r>
            <a:r>
              <a:rPr b="0" i="0" lang="en-US" sz="2000" u="none" cap="none" strike="noStrike">
                <a:solidFill>
                  <a:schemeClr val="dk2"/>
                </a:solidFill>
                <a:latin typeface="Times New Roman"/>
                <a:ea typeface="Times New Roman"/>
                <a:cs typeface="Times New Roman"/>
                <a:sym typeface="Times New Roman"/>
              </a:rPr>
              <a:t> Employing techniques like hashing, Message Authentication Code (MAC), and Hashed Message Authentication Code (HMAC) to secure data and maintain its authenticity.</a:t>
            </a:r>
            <a:endParaRPr b="0" i="0" sz="2000" u="none" cap="none" strike="noStrike">
              <a:solidFill>
                <a:schemeClr val="dk2"/>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Asymmetric Cryptography:</a:t>
            </a:r>
            <a:r>
              <a:rPr b="0" i="0" lang="en-US" sz="2000" u="none" cap="none" strike="noStrike">
                <a:solidFill>
                  <a:schemeClr val="dk2"/>
                </a:solidFill>
                <a:latin typeface="Times New Roman"/>
                <a:ea typeface="Times New Roman"/>
                <a:cs typeface="Times New Roman"/>
                <a:sym typeface="Times New Roman"/>
              </a:rPr>
              <a:t> Utilizing public and private key pairs for encryption and decryption, ensuring secure data transmission and non-repudiation.</a:t>
            </a:r>
            <a:endParaRPr b="0" i="0" sz="2000" u="none" cap="none" strike="noStrike">
              <a:solidFill>
                <a:schemeClr val="dk2"/>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2"/>
              </a:solidFill>
              <a:latin typeface="Times New Roman"/>
              <a:ea typeface="Times New Roman"/>
              <a:cs typeface="Times New Roman"/>
              <a:sym typeface="Times New Roman"/>
            </a:endParaRPr>
          </a:p>
          <a:p>
            <a:pPr indent="-381000" lvl="0" marL="457200" marR="0" rtl="0" algn="just">
              <a:lnSpc>
                <a:spcPct val="100000"/>
              </a:lnSpc>
              <a:spcBef>
                <a:spcPts val="0"/>
              </a:spcBef>
              <a:spcAft>
                <a:spcPts val="0"/>
              </a:spcAft>
              <a:buClr>
                <a:schemeClr val="accent3"/>
              </a:buClr>
              <a:buSzPts val="2400"/>
              <a:buFont typeface="Times New Roman"/>
              <a:buChar char="■"/>
            </a:pPr>
            <a:r>
              <a:rPr b="1" i="0" lang="en-US" sz="2000" u="none" cap="none" strike="noStrike">
                <a:solidFill>
                  <a:schemeClr val="dk2"/>
                </a:solidFill>
                <a:latin typeface="Times New Roman"/>
                <a:ea typeface="Times New Roman"/>
                <a:cs typeface="Times New Roman"/>
                <a:sym typeface="Times New Roman"/>
              </a:rPr>
              <a:t>Secure Protocols:</a:t>
            </a:r>
            <a:r>
              <a:rPr b="0" i="0" lang="en-US" sz="2000" u="none" cap="none" strike="noStrike">
                <a:solidFill>
                  <a:schemeClr val="dk2"/>
                </a:solidFill>
                <a:latin typeface="Times New Roman"/>
                <a:ea typeface="Times New Roman"/>
                <a:cs typeface="Times New Roman"/>
                <a:sym typeface="Times New Roman"/>
              </a:rPr>
              <a:t> Implementing security protocols like SSL, TLS, and HTTPS for encrypted and secure data transmission.</a:t>
            </a:r>
            <a:endParaRPr b="0" i="0" sz="20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16d8cfdd53_0_40"/>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Accountability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50" name="Google Shape;250;g316d8cfdd53_0_40"/>
          <p:cNvSpPr txBox="1"/>
          <p:nvPr/>
        </p:nvSpPr>
        <p:spPr>
          <a:xfrm>
            <a:off x="324150" y="863675"/>
            <a:ext cx="11396400" cy="3686400"/>
          </a:xfrm>
          <a:prstGeom prst="rect">
            <a:avLst/>
          </a:prstGeom>
          <a:noFill/>
          <a:ln>
            <a:noFill/>
          </a:ln>
        </p:spPr>
        <p:txBody>
          <a:bodyPr anchorCtr="0" anchor="t" bIns="91425" lIns="91425" spcFirstLastPara="1" rIns="91425" wrap="square" tIns="91425">
            <a:spAutoFit/>
          </a:bodyPr>
          <a:lstStyle/>
          <a:p>
            <a:pPr indent="-387350" lvl="0" marL="457200" marR="0" rtl="0" algn="just">
              <a:lnSpc>
                <a:spcPct val="150000"/>
              </a:lnSpc>
              <a:spcBef>
                <a:spcPts val="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Tracing actions and holding individuals responsible</a:t>
            </a:r>
            <a:endParaRPr b="0" i="0" sz="2200" u="none" cap="none" strike="noStrike">
              <a:solidFill>
                <a:srgbClr val="000000"/>
              </a:solidFill>
              <a:latin typeface="Times New Roman"/>
              <a:ea typeface="Times New Roman"/>
              <a:cs typeface="Times New Roman"/>
              <a:sym typeface="Times New Roman"/>
            </a:endParaRPr>
          </a:p>
          <a:p>
            <a:pPr indent="-387350" lvl="0" marL="457200" marR="0" rtl="0" algn="just">
              <a:lnSpc>
                <a:spcPct val="150000"/>
              </a:lnSpc>
              <a:spcBef>
                <a:spcPts val="0"/>
              </a:spcBef>
              <a:spcAft>
                <a:spcPts val="0"/>
              </a:spcAft>
              <a:buClr>
                <a:schemeClr val="accent3"/>
              </a:buClr>
              <a:buSzPts val="2500"/>
              <a:buFont typeface="Times New Roman"/>
              <a:buChar char="■"/>
            </a:pPr>
            <a:r>
              <a:rPr b="0" i="0" lang="en-US" sz="2200" u="none" cap="none" strike="noStrike">
                <a:solidFill>
                  <a:srgbClr val="000000"/>
                </a:solidFill>
                <a:latin typeface="Times New Roman"/>
                <a:ea typeface="Times New Roman"/>
                <a:cs typeface="Times New Roman"/>
                <a:sym typeface="Times New Roman"/>
              </a:rPr>
              <a:t>We need to ensure that an authenticated user behaves according to the rules, business conduct, and ethics of the organization. In other words, we need to hold an authenticated user accountable for all his activities.</a:t>
            </a:r>
            <a:endParaRPr b="0" i="0" sz="2200" u="none" cap="none" strike="noStrike">
              <a:solidFill>
                <a:srgbClr val="000000"/>
              </a:solidFill>
              <a:latin typeface="Times New Roman"/>
              <a:ea typeface="Times New Roman"/>
              <a:cs typeface="Times New Roman"/>
              <a:sym typeface="Times New Roman"/>
            </a:endParaRPr>
          </a:p>
          <a:p>
            <a:pPr indent="-387350" lvl="0" marL="457200" marR="0" rtl="0" algn="just">
              <a:lnSpc>
                <a:spcPct val="150000"/>
              </a:lnSpc>
              <a:spcBef>
                <a:spcPts val="0"/>
              </a:spcBef>
              <a:spcAft>
                <a:spcPts val="0"/>
              </a:spcAft>
              <a:buClr>
                <a:schemeClr val="accent3"/>
              </a:buClr>
              <a:buSzPts val="2500"/>
              <a:buFont typeface="Times New Roman"/>
              <a:buChar char="■"/>
            </a:pPr>
            <a:r>
              <a:rPr b="0" i="0" lang="en-US" sz="2200" u="none" cap="none" strike="noStrike">
                <a:solidFill>
                  <a:schemeClr val="dk1"/>
                </a:solidFill>
                <a:latin typeface="Times New Roman"/>
                <a:ea typeface="Times New Roman"/>
                <a:cs typeface="Times New Roman"/>
                <a:sym typeface="Times New Roman"/>
              </a:rPr>
              <a:t>For example, we can review the organization's records or information to ensure an authenticated user is held responsible for any wrongdoing.</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51" name="Google Shape;251;g316d8cfdd53_0_40"/>
          <p:cNvSpPr txBox="1"/>
          <p:nvPr/>
        </p:nvSpPr>
        <p:spPr>
          <a:xfrm>
            <a:off x="5547550" y="3811975"/>
            <a:ext cx="6345000" cy="4311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52" name="Google Shape;252;g316d8cfdd53_0_40"/>
          <p:cNvPicPr preferRelativeResize="0"/>
          <p:nvPr/>
        </p:nvPicPr>
        <p:blipFill rotWithShape="1">
          <a:blip r:embed="rId3">
            <a:alphaModFix/>
          </a:blip>
          <a:srcRect b="0" l="0" r="0" t="0"/>
          <a:stretch/>
        </p:blipFill>
        <p:spPr>
          <a:xfrm>
            <a:off x="8539575" y="4117075"/>
            <a:ext cx="3436200" cy="2068200"/>
          </a:xfrm>
          <a:prstGeom prst="ellipse">
            <a:avLst/>
          </a:prstGeom>
          <a:noFill/>
          <a:ln>
            <a:noFill/>
          </a:ln>
        </p:spPr>
      </p:pic>
      <p:sp>
        <p:nvSpPr>
          <p:cNvPr id="253" name="Google Shape;253;g316d8cfdd53_0_40"/>
          <p:cNvSpPr txBox="1"/>
          <p:nvPr/>
        </p:nvSpPr>
        <p:spPr>
          <a:xfrm>
            <a:off x="324150" y="4042975"/>
            <a:ext cx="8094000" cy="19395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chemeClr val="accent3"/>
              </a:buClr>
              <a:buSzPts val="2400"/>
              <a:buFont typeface="Times New Roman"/>
              <a:buChar char="■"/>
            </a:pPr>
            <a:r>
              <a:rPr b="0" i="0" lang="en-US" sz="2200" u="none" cap="none" strike="noStrike">
                <a:solidFill>
                  <a:srgbClr val="000000"/>
                </a:solidFill>
                <a:latin typeface="Times New Roman"/>
                <a:ea typeface="Times New Roman"/>
                <a:cs typeface="Times New Roman"/>
                <a:sym typeface="Times New Roman"/>
              </a:rPr>
              <a:t>Accountability acts as a deterrent against misbehavior in an environment.</a:t>
            </a:r>
            <a:endParaRPr b="0" i="0" sz="2200" u="none" cap="none" strike="noStrike">
              <a:solidFill>
                <a:srgbClr val="000000"/>
              </a:solidFill>
              <a:latin typeface="Times New Roman"/>
              <a:ea typeface="Times New Roman"/>
              <a:cs typeface="Times New Roman"/>
              <a:sym typeface="Times New Roman"/>
            </a:endParaRPr>
          </a:p>
          <a:p>
            <a:pPr indent="-381000" lvl="1" marL="914400" marR="0" rtl="0" algn="l">
              <a:lnSpc>
                <a:spcPct val="100000"/>
              </a:lnSpc>
              <a:spcBef>
                <a:spcPts val="0"/>
              </a:spcBef>
              <a:spcAft>
                <a:spcPts val="0"/>
              </a:spcAft>
              <a:buClr>
                <a:schemeClr val="accent3"/>
              </a:buClr>
              <a:buSzPts val="2400"/>
              <a:buFont typeface="Times New Roman"/>
              <a:buChar char="○"/>
            </a:pPr>
            <a:r>
              <a:rPr b="0" i="0" lang="en-US" sz="2200" u="none" cap="none" strike="noStrike">
                <a:solidFill>
                  <a:srgbClr val="000000"/>
                </a:solidFill>
                <a:latin typeface="Times New Roman"/>
                <a:ea typeface="Times New Roman"/>
                <a:cs typeface="Times New Roman"/>
                <a:sym typeface="Times New Roman"/>
              </a:rPr>
              <a:t>For example, if users know that they are being monitored and will be held accountable for any wrongdoing, they will think twice before breaking any rules or policies of an organization.</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7d9a76c35b_0_403"/>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Privacy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59" name="Google Shape;259;g37d9a76c35b_0_403"/>
          <p:cNvSpPr txBox="1"/>
          <p:nvPr/>
        </p:nvSpPr>
        <p:spPr>
          <a:xfrm>
            <a:off x="237725" y="1020575"/>
            <a:ext cx="7643400" cy="511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Safeguarding personal information and respecting privacy rights</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55600" lvl="1" marL="1371600" marR="0" rtl="0" algn="just">
              <a:lnSpc>
                <a:spcPct val="100000"/>
              </a:lnSpc>
              <a:spcBef>
                <a:spcPts val="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When we host parties, we welcome guests into our home. We give them access to the living hall, kitchen, restrooms, and other common areas. However, do we allow them any access to sensitive information such as your </a:t>
            </a:r>
            <a:r>
              <a:rPr lang="en-US" sz="2000">
                <a:latin typeface="Times New Roman"/>
                <a:ea typeface="Times New Roman"/>
                <a:cs typeface="Times New Roman"/>
                <a:sym typeface="Times New Roman"/>
              </a:rPr>
              <a:t>social security number</a:t>
            </a:r>
            <a:r>
              <a:rPr b="0" i="0" lang="en-US" sz="2000" u="none" cap="none" strike="noStrike">
                <a:solidFill>
                  <a:srgbClr val="000000"/>
                </a:solidFill>
                <a:latin typeface="Times New Roman"/>
                <a:ea typeface="Times New Roman"/>
                <a:cs typeface="Times New Roman"/>
                <a:sym typeface="Times New Roman"/>
              </a:rPr>
              <a:t> (SSN), credit card, and bank account information? No. This information is our private information. This information belongs to only us and must be protected at all costs.</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60" name="Google Shape;260;g37d9a76c35b_0_403"/>
          <p:cNvPicPr preferRelativeResize="0"/>
          <p:nvPr/>
        </p:nvPicPr>
        <p:blipFill rotWithShape="1">
          <a:blip r:embed="rId3">
            <a:alphaModFix/>
          </a:blip>
          <a:srcRect b="0" l="0" r="0" t="0"/>
          <a:stretch/>
        </p:blipFill>
        <p:spPr>
          <a:xfrm>
            <a:off x="8095025" y="1761825"/>
            <a:ext cx="3570801" cy="2815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7f98f0ae4d_0_334"/>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Security vs Privacy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pic>
        <p:nvPicPr>
          <p:cNvPr id="266" name="Google Shape;266;g37f98f0ae4d_0_334"/>
          <p:cNvPicPr preferRelativeResize="0"/>
          <p:nvPr/>
        </p:nvPicPr>
        <p:blipFill rotWithShape="1">
          <a:blip r:embed="rId4">
            <a:alphaModFix/>
          </a:blip>
          <a:srcRect b="0" l="0" r="0" t="0"/>
          <a:stretch/>
        </p:blipFill>
        <p:spPr>
          <a:xfrm>
            <a:off x="6801400" y="3807750"/>
            <a:ext cx="5264273" cy="3008125"/>
          </a:xfrm>
          <a:prstGeom prst="rect">
            <a:avLst/>
          </a:prstGeom>
          <a:noFill/>
          <a:ln>
            <a:noFill/>
          </a:ln>
        </p:spPr>
      </p:pic>
      <p:sp>
        <p:nvSpPr>
          <p:cNvPr id="267" name="Google Shape;267;g37f98f0ae4d_0_334"/>
          <p:cNvSpPr txBox="1"/>
          <p:nvPr/>
        </p:nvSpPr>
        <p:spPr>
          <a:xfrm>
            <a:off x="73700" y="1073900"/>
            <a:ext cx="6148800" cy="51717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accent3"/>
              </a:buClr>
              <a:buSzPts val="2600"/>
              <a:buFont typeface="Times New Roman"/>
              <a:buChar char="■"/>
            </a:pPr>
            <a:r>
              <a:rPr b="0" i="0" lang="en-US" sz="2000" u="none" cap="none" strike="noStrike">
                <a:solidFill>
                  <a:srgbClr val="000000"/>
                </a:solidFill>
                <a:latin typeface="Times New Roman"/>
                <a:ea typeface="Times New Roman"/>
                <a:cs typeface="Times New Roman"/>
                <a:sym typeface="Times New Roman"/>
              </a:rPr>
              <a:t>Privacy is about controlling who can access and use personal information, while security is about protecting that information from unauthorized access, tampering, or loss.</a:t>
            </a:r>
            <a:endParaRPr b="0" i="0" sz="20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chemeClr val="accent3"/>
              </a:buClr>
              <a:buSzPts val="2600"/>
              <a:buFont typeface="Times New Roman"/>
              <a:buChar char="■"/>
            </a:pPr>
            <a:r>
              <a:rPr b="0" i="0" lang="en-US" sz="2000" u="none" cap="none" strike="noStrike">
                <a:solidFill>
                  <a:srgbClr val="000000"/>
                </a:solidFill>
                <a:latin typeface="Times New Roman"/>
                <a:ea typeface="Times New Roman"/>
                <a:cs typeface="Times New Roman"/>
                <a:sym typeface="Times New Roman"/>
              </a:rPr>
              <a:t> Privacy ensures data is collected and shared only in authorized ways, whereas security ensures the data remains confidential, accurate, and available when needed. </a:t>
            </a:r>
            <a:endParaRPr b="0" i="0" sz="20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chemeClr val="accent3"/>
              </a:buClr>
              <a:buSzPts val="2600"/>
              <a:buFont typeface="Times New Roman"/>
              <a:buChar char="■"/>
            </a:pPr>
            <a:r>
              <a:rPr b="0" i="0" lang="en-US" sz="2000" u="none" cap="none" strike="noStrike">
                <a:solidFill>
                  <a:srgbClr val="000000"/>
                </a:solidFill>
                <a:latin typeface="Times New Roman"/>
                <a:ea typeface="Times New Roman"/>
                <a:cs typeface="Times New Roman"/>
                <a:sym typeface="Times New Roman"/>
              </a:rPr>
              <a:t>Together, privacy and security safeguard personal information from misuse and threats.</a:t>
            </a:r>
            <a:endParaRPr b="0" i="0" sz="2000" u="none" cap="none" strike="noStrike">
              <a:solidFill>
                <a:srgbClr val="000000"/>
              </a:solidFill>
              <a:latin typeface="Times New Roman"/>
              <a:ea typeface="Times New Roman"/>
              <a:cs typeface="Times New Roman"/>
              <a:sym typeface="Times New Roman"/>
            </a:endParaRPr>
          </a:p>
          <a:p>
            <a:pPr indent="-393700" lvl="0" marL="457200" marR="0" rtl="0" algn="l">
              <a:lnSpc>
                <a:spcPct val="100000"/>
              </a:lnSpc>
              <a:spcBef>
                <a:spcPts val="0"/>
              </a:spcBef>
              <a:spcAft>
                <a:spcPts val="0"/>
              </a:spcAft>
              <a:buClr>
                <a:schemeClr val="accent3"/>
              </a:buClr>
              <a:buSzPts val="2600"/>
              <a:buFont typeface="Times New Roman"/>
              <a:buChar char="■"/>
            </a:pPr>
            <a:r>
              <a:rPr b="0" i="0" lang="en-US" sz="2000" u="none" cap="none" strike="noStrike">
                <a:solidFill>
                  <a:srgbClr val="000000"/>
                </a:solidFill>
                <a:latin typeface="Times New Roman"/>
                <a:ea typeface="Times New Roman"/>
                <a:cs typeface="Times New Roman"/>
                <a:sym typeface="Times New Roman"/>
              </a:rPr>
              <a:t>For example, in online banking, privacy means only you and your bank can see your account details, while security means those details are protected through encryption and passwords so no hacker can steal or alter them.</a:t>
            </a:r>
            <a:endParaRPr b="0" i="0" sz="2000" u="none" cap="none" strike="noStrike">
              <a:solidFill>
                <a:srgbClr val="000000"/>
              </a:solidFill>
              <a:latin typeface="Times New Roman"/>
              <a:ea typeface="Times New Roman"/>
              <a:cs typeface="Times New Roman"/>
              <a:sym typeface="Times New Roman"/>
            </a:endParaRPr>
          </a:p>
        </p:txBody>
      </p:sp>
      <p:pic>
        <p:nvPicPr>
          <p:cNvPr id="268" name="Google Shape;268;g37f98f0ae4d_0_334"/>
          <p:cNvPicPr preferRelativeResize="0"/>
          <p:nvPr/>
        </p:nvPicPr>
        <p:blipFill rotWithShape="1">
          <a:blip r:embed="rId5">
            <a:alphaModFix/>
          </a:blip>
          <a:srcRect b="6015" l="6448" r="6046" t="0"/>
          <a:stretch/>
        </p:blipFill>
        <p:spPr>
          <a:xfrm>
            <a:off x="7043550" y="947200"/>
            <a:ext cx="4274575" cy="2958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7d9a76c35b_0_41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Least Privilege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74" name="Google Shape;274;g37d9a76c35b_0_411"/>
          <p:cNvSpPr txBox="1"/>
          <p:nvPr/>
        </p:nvSpPr>
        <p:spPr>
          <a:xfrm>
            <a:off x="237725" y="1020575"/>
            <a:ext cx="7530300" cy="4125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Granting minimal access privileges based on job roles</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For example, if a database user needs to view a table, he should not have the right to update or delete a table.  It helps in protecting data and functionality from faults and malicious behavior</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75" name="Google Shape;275;g37d9a76c35b_0_411"/>
          <p:cNvPicPr preferRelativeResize="0"/>
          <p:nvPr/>
        </p:nvPicPr>
        <p:blipFill rotWithShape="1">
          <a:blip r:embed="rId3">
            <a:alphaModFix/>
          </a:blip>
          <a:srcRect b="0" l="0" r="0" t="0"/>
          <a:stretch/>
        </p:blipFill>
        <p:spPr>
          <a:xfrm>
            <a:off x="8005375" y="1316000"/>
            <a:ext cx="3254474" cy="1705699"/>
          </a:xfrm>
          <a:prstGeom prst="rect">
            <a:avLst/>
          </a:prstGeom>
          <a:noFill/>
          <a:ln>
            <a:noFill/>
          </a:ln>
        </p:spPr>
      </p:pic>
      <p:pic>
        <p:nvPicPr>
          <p:cNvPr id="276" name="Google Shape;276;g37d9a76c35b_0_411"/>
          <p:cNvPicPr preferRelativeResize="0"/>
          <p:nvPr/>
        </p:nvPicPr>
        <p:blipFill rotWithShape="1">
          <a:blip r:embed="rId4">
            <a:alphaModFix/>
          </a:blip>
          <a:srcRect b="0" l="0" r="0" t="0"/>
          <a:stretch/>
        </p:blipFill>
        <p:spPr>
          <a:xfrm>
            <a:off x="1845700" y="4045125"/>
            <a:ext cx="2984524" cy="1477499"/>
          </a:xfrm>
          <a:prstGeom prst="rect">
            <a:avLst/>
          </a:prstGeom>
          <a:noFill/>
          <a:ln>
            <a:noFill/>
          </a:ln>
        </p:spPr>
      </p:pic>
      <p:sp>
        <p:nvSpPr>
          <p:cNvPr id="277" name="Google Shape;277;g37d9a76c35b_0_411"/>
          <p:cNvSpPr txBox="1"/>
          <p:nvPr/>
        </p:nvSpPr>
        <p:spPr>
          <a:xfrm>
            <a:off x="5594775" y="3990150"/>
            <a:ext cx="6257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2400" u="none" cap="none" strike="noStrike">
                <a:solidFill>
                  <a:schemeClr val="dk1"/>
                </a:solidFill>
                <a:latin typeface="Times New Roman"/>
                <a:ea typeface="Times New Roman"/>
                <a:cs typeface="Times New Roman"/>
                <a:sym typeface="Times New Roman"/>
              </a:rPr>
              <a:t>Similarly, if a user's job is only to use a system for a particular purpose, then he should not install additional software on the system that requires administrator privileges.</a:t>
            </a:r>
            <a:endParaRPr b="0" i="0" sz="2400" u="none" cap="none" strike="noStrike">
              <a:solidFill>
                <a:schemeClr val="dk1"/>
              </a:solidFill>
              <a:latin typeface="Times New Roman"/>
              <a:ea typeface="Times New Roman"/>
              <a:cs typeface="Times New Roman"/>
              <a:sym typeface="Times New Roman"/>
            </a:endParaRPr>
          </a:p>
        </p:txBody>
      </p:sp>
      <p:sp>
        <p:nvSpPr>
          <p:cNvPr id="278" name="Google Shape;278;g37d9a76c35b_0_411"/>
          <p:cNvSpPr txBox="1"/>
          <p:nvPr/>
        </p:nvSpPr>
        <p:spPr>
          <a:xfrm>
            <a:off x="939025" y="5739125"/>
            <a:ext cx="109794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400" u="none" cap="none" strike="noStrike">
                <a:solidFill>
                  <a:srgbClr val="000000"/>
                </a:solidFill>
                <a:latin typeface="Times New Roman"/>
                <a:ea typeface="Times New Roman"/>
                <a:cs typeface="Times New Roman"/>
                <a:sym typeface="Times New Roman"/>
              </a:rPr>
              <a:t>It helps in reducing the cyberattack surface and preventing the spread of malware also</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7d9a76c35b_0_42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Defense-in-Depth</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84" name="Google Shape;284;g37d9a76c35b_0_422"/>
          <p:cNvSpPr txBox="1"/>
          <p:nvPr/>
        </p:nvSpPr>
        <p:spPr>
          <a:xfrm>
            <a:off x="237725" y="1020575"/>
            <a:ext cx="11145900" cy="3232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rPr b="0" i="0" lang="en-US" sz="2000" u="none" cap="none" strike="noStrike">
                <a:solidFill>
                  <a:srgbClr val="000000"/>
                </a:solidFill>
                <a:latin typeface="Times New Roman"/>
                <a:ea typeface="Times New Roman"/>
                <a:cs typeface="Times New Roman"/>
                <a:sym typeface="Times New Roman"/>
              </a:rPr>
              <a:t>Defense-in-Depth: Using multiple layers of security measures for protection</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rPr b="0" i="0" lang="en-US" sz="2000" u="none" cap="none" strike="noStrike">
                <a:solidFill>
                  <a:srgbClr val="000000"/>
                </a:solidFill>
                <a:latin typeface="Times New Roman"/>
                <a:ea typeface="Times New Roman"/>
                <a:cs typeface="Times New Roman"/>
                <a:sym typeface="Times New Roman"/>
              </a:rPr>
              <a:t>For example, Banks use Defense in Depth by having armed guards and vaults to protect money, unlike regular stores that just use alarms and cameras. This way, even if one security measure fails, others are in place to keep the money safe.</a:t>
            </a:r>
            <a:endParaRPr b="0" i="0" sz="20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85" name="Google Shape;285;g37d9a76c35b_0_422"/>
          <p:cNvPicPr preferRelativeResize="0"/>
          <p:nvPr/>
        </p:nvPicPr>
        <p:blipFill rotWithShape="1">
          <a:blip r:embed="rId3">
            <a:alphaModFix/>
          </a:blip>
          <a:srcRect b="0" l="0" r="0" t="0"/>
          <a:stretch/>
        </p:blipFill>
        <p:spPr>
          <a:xfrm>
            <a:off x="1017275" y="3223650"/>
            <a:ext cx="5201600" cy="1899500"/>
          </a:xfrm>
          <a:prstGeom prst="rect">
            <a:avLst/>
          </a:prstGeom>
          <a:noFill/>
          <a:ln>
            <a:noFill/>
          </a:ln>
        </p:spPr>
      </p:pic>
      <p:sp>
        <p:nvSpPr>
          <p:cNvPr id="286" name="Google Shape;286;g37d9a76c35b_0_422"/>
          <p:cNvSpPr txBox="1"/>
          <p:nvPr/>
        </p:nvSpPr>
        <p:spPr>
          <a:xfrm>
            <a:off x="6543975" y="3305825"/>
            <a:ext cx="54906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chemeClr val="dk1"/>
                </a:solidFill>
                <a:latin typeface="Times New Roman"/>
                <a:ea typeface="Times New Roman"/>
                <a:cs typeface="Times New Roman"/>
                <a:sym typeface="Times New Roman"/>
              </a:rPr>
              <a:t>Each layer of security is represented by icons: a firewall (flame and brick wall), multi-factor authentication (OTP on a phone), biometric security (fingerprint), encryption or physical locks (padlock), and access control (login screen). These layers work together to defend against threats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6de8979561_0_1"/>
          <p:cNvSpPr txBox="1"/>
          <p:nvPr>
            <p:ph type="title"/>
          </p:nvPr>
        </p:nvSpPr>
        <p:spPr>
          <a:xfrm>
            <a:off x="415600" y="107833"/>
            <a:ext cx="11360700" cy="763500"/>
          </a:xfrm>
          <a:prstGeom prst="rect">
            <a:avLst/>
          </a:prstGeom>
          <a:solidFill>
            <a:schemeClr val="accent3"/>
          </a:solidFill>
          <a:ln>
            <a:noFill/>
          </a:ln>
        </p:spPr>
        <p:txBody>
          <a:bodyPr anchorCtr="0" anchor="t" bIns="121900" lIns="121900" spcFirstLastPara="1" rIns="121900" wrap="square" tIns="121900">
            <a:noAutofit/>
          </a:bodyPr>
          <a:lstStyle/>
          <a:p>
            <a:pPr indent="0" lvl="0" marL="0" rtl="0" algn="ctr">
              <a:lnSpc>
                <a:spcPct val="100000"/>
              </a:lnSpc>
              <a:spcBef>
                <a:spcPts val="0"/>
              </a:spcBef>
              <a:spcAft>
                <a:spcPts val="0"/>
              </a:spcAft>
              <a:buSzPts val="3700"/>
              <a:buNone/>
            </a:pPr>
            <a:r>
              <a:rPr b="1" lang="en-US" sz="3900">
                <a:solidFill>
                  <a:schemeClr val="lt1"/>
                </a:solidFill>
              </a:rPr>
              <a:t>Risk Management</a:t>
            </a:r>
            <a:endParaRPr b="1" sz="3900">
              <a:solidFill>
                <a:schemeClr val="lt1"/>
              </a:solidFill>
            </a:endParaRPr>
          </a:p>
          <a:p>
            <a:pPr indent="0" lvl="0" marL="0" rtl="0" algn="ctr">
              <a:lnSpc>
                <a:spcPct val="100000"/>
              </a:lnSpc>
              <a:spcBef>
                <a:spcPts val="0"/>
              </a:spcBef>
              <a:spcAft>
                <a:spcPts val="0"/>
              </a:spcAft>
              <a:buSzPts val="3700"/>
              <a:buNone/>
            </a:pPr>
            <a:r>
              <a:t/>
            </a:r>
            <a:endParaRPr b="1" sz="3900">
              <a:solidFill>
                <a:schemeClr val="lt1"/>
              </a:solidFill>
            </a:endParaRPr>
          </a:p>
        </p:txBody>
      </p:sp>
      <p:sp>
        <p:nvSpPr>
          <p:cNvPr id="292" name="Google Shape;292;g36de8979561_0_1"/>
          <p:cNvSpPr txBox="1"/>
          <p:nvPr>
            <p:ph idx="12" type="sldNum"/>
          </p:nvPr>
        </p:nvSpPr>
        <p:spPr>
          <a:xfrm>
            <a:off x="15062147" y="8290164"/>
            <a:ext cx="975600" cy="699600"/>
          </a:xfrm>
          <a:prstGeom prst="rect">
            <a:avLst/>
          </a:prstGeom>
          <a:noFill/>
          <a:ln>
            <a:noFill/>
          </a:ln>
        </p:spPr>
        <p:txBody>
          <a:bodyPr anchorCtr="0" anchor="ctr" bIns="121900" lIns="121900" spcFirstLastPara="1" rIns="121900" wrap="square" tIns="121900">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
        <p:nvSpPr>
          <p:cNvPr id="293" name="Google Shape;293;g36de8979561_0_1"/>
          <p:cNvSpPr txBox="1"/>
          <p:nvPr/>
        </p:nvSpPr>
        <p:spPr>
          <a:xfrm>
            <a:off x="415600" y="1122450"/>
            <a:ext cx="11537700" cy="1385400"/>
          </a:xfrm>
          <a:prstGeom prst="rect">
            <a:avLst/>
          </a:prstGeom>
          <a:noFill/>
          <a:ln>
            <a:noFill/>
          </a:ln>
        </p:spPr>
        <p:txBody>
          <a:bodyPr anchorCtr="0" anchor="t" bIns="91425" lIns="91425" spcFirstLastPara="1" rIns="91425" wrap="square" tIns="91425">
            <a:spAutoFit/>
          </a:bodyPr>
          <a:lstStyle/>
          <a:p>
            <a:pPr indent="-412750" lvl="0" marL="457200" marR="0" rtl="0" algn="l">
              <a:lnSpc>
                <a:spcPct val="100000"/>
              </a:lnSpc>
              <a:spcBef>
                <a:spcPts val="0"/>
              </a:spcBef>
              <a:spcAft>
                <a:spcPts val="0"/>
              </a:spcAft>
              <a:buClr>
                <a:schemeClr val="accent3"/>
              </a:buClr>
              <a:buSzPts val="2900"/>
              <a:buFont typeface="Times New Roman"/>
              <a:buChar char="■"/>
            </a:pPr>
            <a:r>
              <a:rPr b="0" i="0" lang="en-US" sz="2000" u="none" cap="none" strike="noStrike">
                <a:solidFill>
                  <a:schemeClr val="dk1"/>
                </a:solidFill>
                <a:latin typeface="Times New Roman"/>
                <a:ea typeface="Times New Roman"/>
                <a:cs typeface="Times New Roman"/>
                <a:sym typeface="Times New Roman"/>
              </a:rPr>
              <a:t>Risk is the potential for loss, damage, or destruction of assets or data.</a:t>
            </a:r>
            <a:endParaRPr b="0" i="0" sz="2000" u="none" cap="none" strike="noStrike">
              <a:solidFill>
                <a:schemeClr val="dk1"/>
              </a:solidFill>
              <a:latin typeface="Times New Roman"/>
              <a:ea typeface="Times New Roman"/>
              <a:cs typeface="Times New Roman"/>
              <a:sym typeface="Times New Roman"/>
            </a:endParaRPr>
          </a:p>
          <a:p>
            <a:pPr indent="-412750" lvl="0" marL="457200" marR="0" rtl="0" algn="l">
              <a:lnSpc>
                <a:spcPct val="100000"/>
              </a:lnSpc>
              <a:spcBef>
                <a:spcPts val="0"/>
              </a:spcBef>
              <a:spcAft>
                <a:spcPts val="0"/>
              </a:spcAft>
              <a:buClr>
                <a:schemeClr val="accent3"/>
              </a:buClr>
              <a:buSzPts val="2900"/>
              <a:buFont typeface="Times New Roman"/>
              <a:buChar char="■"/>
            </a:pPr>
            <a:r>
              <a:rPr b="0" i="0" lang="en-US" sz="2000" u="none" cap="none" strike="noStrike">
                <a:solidFill>
                  <a:schemeClr val="dk1"/>
                </a:solidFill>
                <a:latin typeface="Times New Roman"/>
                <a:ea typeface="Times New Roman"/>
                <a:cs typeface="Times New Roman"/>
                <a:sym typeface="Times New Roman"/>
              </a:rPr>
              <a:t>Risk management in information security refers to the process of identifying, assessing, and mitigating risks to information assets and systems.</a:t>
            </a:r>
            <a:endParaRPr b="0" i="0" sz="2000" u="none" cap="none" strike="noStrike">
              <a:solidFill>
                <a:schemeClr val="dk1"/>
              </a:solidFill>
              <a:latin typeface="Times New Roman"/>
              <a:ea typeface="Times New Roman"/>
              <a:cs typeface="Times New Roman"/>
              <a:sym typeface="Times New Roman"/>
            </a:endParaRPr>
          </a:p>
        </p:txBody>
      </p:sp>
      <p:sp>
        <p:nvSpPr>
          <p:cNvPr id="294" name="Google Shape;294;g36de8979561_0_1"/>
          <p:cNvSpPr txBox="1"/>
          <p:nvPr/>
        </p:nvSpPr>
        <p:spPr>
          <a:xfrm>
            <a:off x="683375" y="2758975"/>
            <a:ext cx="6316500" cy="16983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Identifying Risks:  The company identifies threats such as hacking and phishing that could affect their sensitive customer data.</a:t>
            </a:r>
            <a:endParaRPr b="0" i="0" sz="1800" u="none" cap="none" strike="noStrike">
              <a:solidFill>
                <a:srgbClr val="000000"/>
              </a:solidFill>
              <a:latin typeface="Times New Roman"/>
              <a:ea typeface="Times New Roman"/>
              <a:cs typeface="Times New Roman"/>
              <a:sym typeface="Times New Roman"/>
            </a:endParaRPr>
          </a:p>
          <a:p>
            <a:pPr indent="-342900" lvl="0" marL="457200" marR="0" rtl="0" algn="l">
              <a:lnSpc>
                <a:spcPct val="100000"/>
              </a:lnSpc>
              <a:spcBef>
                <a:spcPts val="1000"/>
              </a:spcBef>
              <a:spcAft>
                <a:spcPts val="0"/>
              </a:spcAft>
              <a:buClr>
                <a:srgbClr val="000000"/>
              </a:buClr>
              <a:buSzPts val="1800"/>
              <a:buFont typeface="Times New Roman"/>
              <a:buChar char="○"/>
            </a:pPr>
            <a:r>
              <a:rPr b="0" i="0" lang="en-US" sz="1800" u="none" cap="none" strike="noStrike">
                <a:solidFill>
                  <a:srgbClr val="000000"/>
                </a:solidFill>
                <a:latin typeface="Times New Roman"/>
                <a:ea typeface="Times New Roman"/>
                <a:cs typeface="Times New Roman"/>
                <a:sym typeface="Times New Roman"/>
              </a:rPr>
              <a:t>Assessing Risks: The company understands that a data breach could lead to financial loss and damage their reputation.</a:t>
            </a:r>
            <a:endParaRPr b="0" i="0" sz="1800" u="none" cap="none" strike="noStrike">
              <a:solidFill>
                <a:srgbClr val="000000"/>
              </a:solidFill>
              <a:latin typeface="Times New Roman"/>
              <a:ea typeface="Times New Roman"/>
              <a:cs typeface="Times New Roman"/>
              <a:sym typeface="Times New Roman"/>
            </a:endParaRPr>
          </a:p>
        </p:txBody>
      </p:sp>
      <p:sp>
        <p:nvSpPr>
          <p:cNvPr id="295" name="Google Shape;295;g36de8979561_0_1"/>
          <p:cNvSpPr txBox="1"/>
          <p:nvPr/>
        </p:nvSpPr>
        <p:spPr>
          <a:xfrm>
            <a:off x="638050" y="4567475"/>
            <a:ext cx="11092800" cy="11082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Mitigating Risks: The company implements security measures like encryption, strong passwords, and regular updates. They also continuously monitor their systems and review security practices to address new threats and keep data secure.</a:t>
            </a:r>
            <a:endParaRPr b="0" i="0" sz="2000" u="none" cap="none" strike="noStrike">
              <a:solidFill>
                <a:srgbClr val="000000"/>
              </a:solidFill>
              <a:latin typeface="Times New Roman"/>
              <a:ea typeface="Times New Roman"/>
              <a:cs typeface="Times New Roman"/>
              <a:sym typeface="Times New Roman"/>
            </a:endParaRPr>
          </a:p>
        </p:txBody>
      </p:sp>
      <p:pic>
        <p:nvPicPr>
          <p:cNvPr id="296" name="Google Shape;296;g36de8979561_0_1"/>
          <p:cNvPicPr preferRelativeResize="0"/>
          <p:nvPr/>
        </p:nvPicPr>
        <p:blipFill rotWithShape="1">
          <a:blip r:embed="rId3">
            <a:alphaModFix/>
          </a:blip>
          <a:srcRect b="0" l="3780" r="0" t="5784"/>
          <a:stretch/>
        </p:blipFill>
        <p:spPr>
          <a:xfrm>
            <a:off x="7432365" y="2310950"/>
            <a:ext cx="4414833" cy="20539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bc34c55794_0_124"/>
          <p:cNvSpPr txBox="1"/>
          <p:nvPr/>
        </p:nvSpPr>
        <p:spPr>
          <a:xfrm>
            <a:off x="3389800" y="2462149"/>
            <a:ext cx="4860000" cy="65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100"/>
              <a:buFont typeface="Arial"/>
              <a:buNone/>
            </a:pPr>
            <a:r>
              <a:rPr b="1" i="0" lang="en-US" sz="6100" u="none" cap="none" strike="noStrike">
                <a:solidFill>
                  <a:schemeClr val="accent3"/>
                </a:solidFill>
                <a:latin typeface="Roboto"/>
                <a:ea typeface="Roboto"/>
                <a:cs typeface="Roboto"/>
                <a:sym typeface="Roboto"/>
              </a:rPr>
              <a:t>Thank You</a:t>
            </a:r>
            <a:endParaRPr b="0" i="0" sz="3700" u="none" cap="none" strike="noStrike">
              <a:solidFill>
                <a:schemeClr val="accent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2020-06-05T17:52:47Z</dcterms:created>
  <dc:creator>Md. Azizul Hakim</dc:creator>
</cp:coreProperties>
</file>