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Poppins"/>
      <p:regular r:id="rId19"/>
      <p:bold r:id="rId20"/>
      <p:italic r:id="rId21"/>
      <p:boldItalic r:id="rId22"/>
    </p:embeddedFont>
    <p:embeddedFont>
      <p:font typeface="IBM Plex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WkWpN8LzlL2bHEl6h76wf087i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IBMPlexMono-bold.fntdata"/><Relationship Id="rId23" Type="http://schemas.openxmlformats.org/officeDocument/2006/relationships/font" Target="fonts/IBMPlexMon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BMPlexMono-boldItalic.fntdata"/><Relationship Id="rId25" Type="http://schemas.openxmlformats.org/officeDocument/2006/relationships/font" Target="fonts/IBMPlexMono-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Poppins-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65dcf1eb7f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65dcf1eb7f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5dcf1eb7f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65dcf1eb7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65dcf1eb7f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365dcf1eb7f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65dcf1eb7f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65dcf1eb7f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65dcf1eb7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365dcf1eb7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12"/>
          <p:cNvGrpSpPr/>
          <p:nvPr/>
        </p:nvGrpSpPr>
        <p:grpSpPr>
          <a:xfrm>
            <a:off x="-3255182" y="-2900774"/>
            <a:ext cx="10039932" cy="6871130"/>
            <a:chOff x="-3102782" y="-2727749"/>
            <a:chExt cx="10039932" cy="6871130"/>
          </a:xfrm>
        </p:grpSpPr>
        <p:grpSp>
          <p:nvGrpSpPr>
            <p:cNvPr id="10" name="Google Shape;10;p12"/>
            <p:cNvGrpSpPr/>
            <p:nvPr/>
          </p:nvGrpSpPr>
          <p:grpSpPr>
            <a:xfrm rot="-7778255">
              <a:off x="-2414440" y="-1445047"/>
              <a:ext cx="5355679" cy="4305727"/>
              <a:chOff x="7103825" y="-713112"/>
              <a:chExt cx="3785226" cy="3043150"/>
            </a:xfrm>
          </p:grpSpPr>
          <p:sp>
            <p:nvSpPr>
              <p:cNvPr id="11" name="Google Shape;11;p12"/>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 name="Google Shape;12;p12"/>
              <p:cNvPicPr preferRelativeResize="0"/>
              <p:nvPr/>
            </p:nvPicPr>
            <p:blipFill rotWithShape="1">
              <a:blip r:embed="rId2">
                <a:alphaModFix/>
              </a:blip>
              <a:srcRect b="17660" l="0" r="0" t="17656"/>
              <a:stretch/>
            </p:blipFill>
            <p:spPr>
              <a:xfrm>
                <a:off x="7103825" y="-713112"/>
                <a:ext cx="3785226" cy="2888974"/>
              </a:xfrm>
              <a:prstGeom prst="rect">
                <a:avLst/>
              </a:prstGeom>
              <a:noFill/>
              <a:ln>
                <a:noFill/>
              </a:ln>
            </p:spPr>
          </p:pic>
        </p:grpSp>
        <p:sp>
          <p:nvSpPr>
            <p:cNvPr id="13" name="Google Shape;13;p1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sm" w="sm" type="none"/>
              <a:tailEnd len="sm" w="sm" type="none"/>
            </a:ln>
          </p:spPr>
        </p:sp>
        <p:sp>
          <p:nvSpPr>
            <p:cNvPr id="16" name="Google Shape;16;p1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5490"/>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 name="Google Shape;18;p12"/>
            <p:cNvGrpSpPr/>
            <p:nvPr/>
          </p:nvGrpSpPr>
          <p:grpSpPr>
            <a:xfrm flipH="1">
              <a:off x="4446909" y="391151"/>
              <a:ext cx="134044" cy="134013"/>
              <a:chOff x="1101075" y="2142375"/>
              <a:chExt cx="439200" cy="439100"/>
            </a:xfrm>
          </p:grpSpPr>
          <p:sp>
            <p:nvSpPr>
              <p:cNvPr id="19" name="Google Shape;19;p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12"/>
            <p:cNvGrpSpPr/>
            <p:nvPr/>
          </p:nvGrpSpPr>
          <p:grpSpPr>
            <a:xfrm flipH="1">
              <a:off x="1373609" y="694563"/>
              <a:ext cx="134044" cy="134013"/>
              <a:chOff x="1101075" y="2142375"/>
              <a:chExt cx="439200" cy="439100"/>
            </a:xfrm>
          </p:grpSpPr>
          <p:sp>
            <p:nvSpPr>
              <p:cNvPr id="22" name="Google Shape;22;p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12"/>
            <p:cNvGrpSpPr/>
            <p:nvPr/>
          </p:nvGrpSpPr>
          <p:grpSpPr>
            <a:xfrm flipH="1">
              <a:off x="1086834" y="957463"/>
              <a:ext cx="134044" cy="134013"/>
              <a:chOff x="1101075" y="2142375"/>
              <a:chExt cx="439200" cy="439100"/>
            </a:xfrm>
          </p:grpSpPr>
          <p:sp>
            <p:nvSpPr>
              <p:cNvPr id="25" name="Google Shape;25;p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 name="Google Shape;27;p12"/>
            <p:cNvGrpSpPr/>
            <p:nvPr/>
          </p:nvGrpSpPr>
          <p:grpSpPr>
            <a:xfrm flipH="1">
              <a:off x="277709" y="957463"/>
              <a:ext cx="134044" cy="134013"/>
              <a:chOff x="1101075" y="2142375"/>
              <a:chExt cx="439200" cy="439100"/>
            </a:xfrm>
          </p:grpSpPr>
          <p:sp>
            <p:nvSpPr>
              <p:cNvPr id="28" name="Google Shape;28;p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12"/>
            <p:cNvGrpSpPr/>
            <p:nvPr/>
          </p:nvGrpSpPr>
          <p:grpSpPr>
            <a:xfrm flipH="1">
              <a:off x="277709" y="640813"/>
              <a:ext cx="134044" cy="134013"/>
              <a:chOff x="1101075" y="2142375"/>
              <a:chExt cx="439200" cy="439100"/>
            </a:xfrm>
          </p:grpSpPr>
          <p:sp>
            <p:nvSpPr>
              <p:cNvPr id="31" name="Google Shape;31;p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3" name="Google Shape;33;p12"/>
          <p:cNvGrpSpPr/>
          <p:nvPr/>
        </p:nvGrpSpPr>
        <p:grpSpPr>
          <a:xfrm>
            <a:off x="6385735" y="3039700"/>
            <a:ext cx="3920501" cy="3213899"/>
            <a:chOff x="6309535" y="2842975"/>
            <a:chExt cx="3920501" cy="3213899"/>
          </a:xfrm>
        </p:grpSpPr>
        <p:pic>
          <p:nvPicPr>
            <p:cNvPr id="34" name="Google Shape;34;p12"/>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35" name="Google Shape;35;p12"/>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2"/>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12"/>
            <p:cNvGrpSpPr/>
            <p:nvPr/>
          </p:nvGrpSpPr>
          <p:grpSpPr>
            <a:xfrm>
              <a:off x="7280400" y="3719575"/>
              <a:ext cx="582050" cy="582425"/>
              <a:chOff x="959750" y="3039275"/>
              <a:chExt cx="582050" cy="582425"/>
            </a:xfrm>
          </p:grpSpPr>
          <p:sp>
            <p:nvSpPr>
              <p:cNvPr id="38" name="Google Shape;38;p1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6470"/>
                    </a:srgbClr>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12"/>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12"/>
            <p:cNvGrpSpPr/>
            <p:nvPr/>
          </p:nvGrpSpPr>
          <p:grpSpPr>
            <a:xfrm>
              <a:off x="8337812" y="3492483"/>
              <a:ext cx="699928" cy="1651024"/>
              <a:chOff x="8337812" y="3492483"/>
              <a:chExt cx="699928" cy="1651024"/>
            </a:xfrm>
          </p:grpSpPr>
          <p:sp>
            <p:nvSpPr>
              <p:cNvPr id="47" name="Google Shape;47;p1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12"/>
            <p:cNvGrpSpPr/>
            <p:nvPr/>
          </p:nvGrpSpPr>
          <p:grpSpPr>
            <a:xfrm>
              <a:off x="7945225" y="4302000"/>
              <a:ext cx="904666" cy="726121"/>
              <a:chOff x="7945225" y="4302000"/>
              <a:chExt cx="904666" cy="726121"/>
            </a:xfrm>
          </p:grpSpPr>
          <p:sp>
            <p:nvSpPr>
              <p:cNvPr id="51" name="Google Shape;51;p1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9019"/>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 name="Google Shape;54;p12"/>
          <p:cNvSpPr txBox="1"/>
          <p:nvPr>
            <p:ph type="ctrTitle"/>
          </p:nvPr>
        </p:nvSpPr>
        <p:spPr>
          <a:xfrm>
            <a:off x="1096850" y="816324"/>
            <a:ext cx="6974700" cy="2326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rgbClr val="191919"/>
              </a:buClr>
              <a:buSzPts val="5200"/>
              <a:buNone/>
              <a:defRPr sz="4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5" name="Google Shape;55;p12"/>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12"/>
          <p:cNvGrpSpPr/>
          <p:nvPr/>
        </p:nvGrpSpPr>
        <p:grpSpPr>
          <a:xfrm>
            <a:off x="-309885" y="3617408"/>
            <a:ext cx="1448823" cy="2238803"/>
            <a:chOff x="-309885" y="3617408"/>
            <a:chExt cx="1448823" cy="2238803"/>
          </a:xfrm>
        </p:grpSpPr>
        <p:grpSp>
          <p:nvGrpSpPr>
            <p:cNvPr id="57" name="Google Shape;57;p12"/>
            <p:cNvGrpSpPr/>
            <p:nvPr/>
          </p:nvGrpSpPr>
          <p:grpSpPr>
            <a:xfrm>
              <a:off x="-277007" y="3870159"/>
              <a:ext cx="981772" cy="1986052"/>
              <a:chOff x="-293545" y="3454371"/>
              <a:chExt cx="981772" cy="1986052"/>
            </a:xfrm>
          </p:grpSpPr>
          <p:sp>
            <p:nvSpPr>
              <p:cNvPr id="58" name="Google Shape;58;p1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12"/>
            <p:cNvGrpSpPr/>
            <p:nvPr/>
          </p:nvGrpSpPr>
          <p:grpSpPr>
            <a:xfrm>
              <a:off x="363249" y="4906873"/>
              <a:ext cx="699940" cy="478601"/>
              <a:chOff x="39723" y="4349021"/>
              <a:chExt cx="1061964" cy="726143"/>
            </a:xfrm>
          </p:grpSpPr>
          <p:grpSp>
            <p:nvGrpSpPr>
              <p:cNvPr id="61" name="Google Shape;61;p12"/>
              <p:cNvGrpSpPr/>
              <p:nvPr/>
            </p:nvGrpSpPr>
            <p:grpSpPr>
              <a:xfrm rot="2700000">
                <a:off x="140502" y="4460924"/>
                <a:ext cx="524584" cy="502337"/>
                <a:chOff x="1189791" y="-1767331"/>
                <a:chExt cx="904284" cy="865933"/>
              </a:xfrm>
            </p:grpSpPr>
            <p:sp>
              <p:nvSpPr>
                <p:cNvPr id="62" name="Google Shape;62;p1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12"/>
                <p:cNvGrpSpPr/>
                <p:nvPr/>
              </p:nvGrpSpPr>
              <p:grpSpPr>
                <a:xfrm>
                  <a:off x="1232795" y="-1740829"/>
                  <a:ext cx="717622" cy="717393"/>
                  <a:chOff x="1483457" y="3953671"/>
                  <a:chExt cx="717622" cy="717393"/>
                </a:xfrm>
              </p:grpSpPr>
              <p:sp>
                <p:nvSpPr>
                  <p:cNvPr id="64" name="Google Shape;64;p1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9" name="Google Shape;69;p1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12"/>
            <p:cNvGrpSpPr/>
            <p:nvPr/>
          </p:nvGrpSpPr>
          <p:grpSpPr>
            <a:xfrm rot="-5400000">
              <a:off x="-461872" y="3769396"/>
              <a:ext cx="1351491" cy="1047516"/>
              <a:chOff x="-2460210" y="2758494"/>
              <a:chExt cx="1351491" cy="1047516"/>
            </a:xfrm>
          </p:grpSpPr>
          <p:sp>
            <p:nvSpPr>
              <p:cNvPr id="71" name="Google Shape;71;p1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882"/>
                    </a:srgbClr>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 name="Google Shape;75;p12"/>
            <p:cNvGrpSpPr/>
            <p:nvPr/>
          </p:nvGrpSpPr>
          <p:grpSpPr>
            <a:xfrm>
              <a:off x="438999" y="4567398"/>
              <a:ext cx="699940" cy="478601"/>
              <a:chOff x="39723" y="4349021"/>
              <a:chExt cx="1061964" cy="726143"/>
            </a:xfrm>
          </p:grpSpPr>
          <p:grpSp>
            <p:nvGrpSpPr>
              <p:cNvPr id="76" name="Google Shape;76;p12"/>
              <p:cNvGrpSpPr/>
              <p:nvPr/>
            </p:nvGrpSpPr>
            <p:grpSpPr>
              <a:xfrm rot="2700000">
                <a:off x="140502" y="4460924"/>
                <a:ext cx="524584" cy="502337"/>
                <a:chOff x="1189791" y="-1767331"/>
                <a:chExt cx="904284" cy="865933"/>
              </a:xfrm>
            </p:grpSpPr>
            <p:sp>
              <p:nvSpPr>
                <p:cNvPr id="77" name="Google Shape;77;p1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 name="Google Shape;78;p12"/>
                <p:cNvGrpSpPr/>
                <p:nvPr/>
              </p:nvGrpSpPr>
              <p:grpSpPr>
                <a:xfrm>
                  <a:off x="1232795" y="-1740829"/>
                  <a:ext cx="717622" cy="717393"/>
                  <a:chOff x="1483457" y="3953671"/>
                  <a:chExt cx="717622" cy="717393"/>
                </a:xfrm>
              </p:grpSpPr>
              <p:sp>
                <p:nvSpPr>
                  <p:cNvPr id="79" name="Google Shape;79;p1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4" name="Google Shape;84;p1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12"/>
            <p:cNvGrpSpPr/>
            <p:nvPr/>
          </p:nvGrpSpPr>
          <p:grpSpPr>
            <a:xfrm>
              <a:off x="-65076" y="4623886"/>
              <a:ext cx="699940" cy="478601"/>
              <a:chOff x="39723" y="4349021"/>
              <a:chExt cx="1061964" cy="726143"/>
            </a:xfrm>
          </p:grpSpPr>
          <p:grpSp>
            <p:nvGrpSpPr>
              <p:cNvPr id="86" name="Google Shape;86;p12"/>
              <p:cNvGrpSpPr/>
              <p:nvPr/>
            </p:nvGrpSpPr>
            <p:grpSpPr>
              <a:xfrm rot="2700000">
                <a:off x="140502" y="4460924"/>
                <a:ext cx="524584" cy="502337"/>
                <a:chOff x="1189791" y="-1767331"/>
                <a:chExt cx="904284" cy="865933"/>
              </a:xfrm>
            </p:grpSpPr>
            <p:sp>
              <p:nvSpPr>
                <p:cNvPr id="87" name="Google Shape;87;p1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 name="Google Shape;88;p12"/>
                <p:cNvGrpSpPr/>
                <p:nvPr/>
              </p:nvGrpSpPr>
              <p:grpSpPr>
                <a:xfrm>
                  <a:off x="1232795" y="-1740829"/>
                  <a:ext cx="717622" cy="717393"/>
                  <a:chOff x="1483457" y="3953671"/>
                  <a:chExt cx="717622" cy="717393"/>
                </a:xfrm>
              </p:grpSpPr>
              <p:sp>
                <p:nvSpPr>
                  <p:cNvPr id="89" name="Google Shape;89;p1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4" name="Google Shape;94;p1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5" name="Shape 95"/>
        <p:cNvGrpSpPr/>
        <p:nvPr/>
      </p:nvGrpSpPr>
      <p:grpSpPr>
        <a:xfrm>
          <a:off x="0" y="0"/>
          <a:ext cx="0" cy="0"/>
          <a:chOff x="0" y="0"/>
          <a:chExt cx="0" cy="0"/>
        </a:xfrm>
      </p:grpSpPr>
      <p:sp>
        <p:nvSpPr>
          <p:cNvPr id="96" name="Google Shape;96;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 name="Google Shape;97;p13"/>
          <p:cNvSpPr txBox="1"/>
          <p:nvPr>
            <p:ph idx="1" type="subTitle"/>
          </p:nvPr>
        </p:nvSpPr>
        <p:spPr>
          <a:xfrm>
            <a:off x="713225" y="2041525"/>
            <a:ext cx="5578500" cy="60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8" name="Google Shape;98;p13"/>
          <p:cNvSpPr txBox="1"/>
          <p:nvPr>
            <p:ph idx="2" type="subTitle"/>
          </p:nvPr>
        </p:nvSpPr>
        <p:spPr>
          <a:xfrm>
            <a:off x="713225" y="3366650"/>
            <a:ext cx="5578500" cy="642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9" name="Google Shape;99;p13"/>
          <p:cNvSpPr txBox="1"/>
          <p:nvPr>
            <p:ph idx="3" type="subTitle"/>
          </p:nvPr>
        </p:nvSpPr>
        <p:spPr>
          <a:xfrm>
            <a:off x="713225" y="167940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0" name="Google Shape;100;p13"/>
          <p:cNvSpPr txBox="1"/>
          <p:nvPr>
            <p:ph idx="4" type="subTitle"/>
          </p:nvPr>
        </p:nvSpPr>
        <p:spPr>
          <a:xfrm>
            <a:off x="713225" y="304055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1" name="Google Shape;101;p13"/>
          <p:cNvGrpSpPr/>
          <p:nvPr/>
        </p:nvGrpSpPr>
        <p:grpSpPr>
          <a:xfrm flipH="1" rot="-5400000">
            <a:off x="6239118" y="1032768"/>
            <a:ext cx="5022035" cy="4764449"/>
            <a:chOff x="4571992" y="2268217"/>
            <a:chExt cx="5022035" cy="4764449"/>
          </a:xfrm>
        </p:grpSpPr>
        <p:pic>
          <p:nvPicPr>
            <p:cNvPr id="102" name="Google Shape;102;p13"/>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103" name="Google Shape;103;p13"/>
            <p:cNvGrpSpPr/>
            <p:nvPr/>
          </p:nvGrpSpPr>
          <p:grpSpPr>
            <a:xfrm rot="10800000">
              <a:off x="4571992" y="2268217"/>
              <a:ext cx="5022035" cy="4764449"/>
              <a:chOff x="-494405" y="-1584825"/>
              <a:chExt cx="4397193" cy="4171657"/>
            </a:xfrm>
          </p:grpSpPr>
          <p:grpSp>
            <p:nvGrpSpPr>
              <p:cNvPr id="104" name="Google Shape;104;p13"/>
              <p:cNvGrpSpPr/>
              <p:nvPr/>
            </p:nvGrpSpPr>
            <p:grpSpPr>
              <a:xfrm>
                <a:off x="245875" y="-51824"/>
                <a:ext cx="208200" cy="1824700"/>
                <a:chOff x="1040050" y="3812126"/>
                <a:chExt cx="208200" cy="1824700"/>
              </a:xfrm>
            </p:grpSpPr>
            <p:sp>
              <p:nvSpPr>
                <p:cNvPr id="105" name="Google Shape;105;p1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 name="Google Shape;107;p13"/>
              <p:cNvGrpSpPr/>
              <p:nvPr/>
            </p:nvGrpSpPr>
            <p:grpSpPr>
              <a:xfrm rot="-8100000">
                <a:off x="540898" y="-1172741"/>
                <a:ext cx="2552124" cy="3347490"/>
                <a:chOff x="2976325" y="908175"/>
                <a:chExt cx="4028179" cy="5283555"/>
              </a:xfrm>
            </p:grpSpPr>
            <p:sp>
              <p:nvSpPr>
                <p:cNvPr id="108" name="Google Shape;108;p1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p13"/>
              <p:cNvGrpSpPr/>
              <p:nvPr/>
            </p:nvGrpSpPr>
            <p:grpSpPr>
              <a:xfrm>
                <a:off x="-1" y="621223"/>
                <a:ext cx="699940" cy="478601"/>
                <a:chOff x="39723" y="4349021"/>
                <a:chExt cx="1061964" cy="726143"/>
              </a:xfrm>
            </p:grpSpPr>
            <p:grpSp>
              <p:nvGrpSpPr>
                <p:cNvPr id="112" name="Google Shape;112;p13"/>
                <p:cNvGrpSpPr/>
                <p:nvPr/>
              </p:nvGrpSpPr>
              <p:grpSpPr>
                <a:xfrm rot="2700000">
                  <a:off x="140502" y="4460924"/>
                  <a:ext cx="524584" cy="502337"/>
                  <a:chOff x="1189791" y="-1767331"/>
                  <a:chExt cx="904284" cy="865933"/>
                </a:xfrm>
              </p:grpSpPr>
              <p:sp>
                <p:nvSpPr>
                  <p:cNvPr id="113" name="Google Shape;113;p1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 name="Google Shape;114;p13"/>
                  <p:cNvGrpSpPr/>
                  <p:nvPr/>
                </p:nvGrpSpPr>
                <p:grpSpPr>
                  <a:xfrm>
                    <a:off x="1232795" y="-1740829"/>
                    <a:ext cx="717622" cy="717393"/>
                    <a:chOff x="1483457" y="3953671"/>
                    <a:chExt cx="717622" cy="717393"/>
                  </a:xfrm>
                </p:grpSpPr>
                <p:sp>
                  <p:nvSpPr>
                    <p:cNvPr id="115" name="Google Shape;115;p1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0" name="Google Shape;120;p1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13"/>
              <p:cNvGrpSpPr/>
              <p:nvPr/>
            </p:nvGrpSpPr>
            <p:grpSpPr>
              <a:xfrm>
                <a:off x="955673" y="11"/>
                <a:ext cx="592576" cy="405260"/>
                <a:chOff x="39723" y="4349021"/>
                <a:chExt cx="1061964" cy="726143"/>
              </a:xfrm>
            </p:grpSpPr>
            <p:grpSp>
              <p:nvGrpSpPr>
                <p:cNvPr id="122" name="Google Shape;122;p13"/>
                <p:cNvGrpSpPr/>
                <p:nvPr/>
              </p:nvGrpSpPr>
              <p:grpSpPr>
                <a:xfrm rot="2700000">
                  <a:off x="140502" y="4460924"/>
                  <a:ext cx="524584" cy="502337"/>
                  <a:chOff x="1189791" y="-1767331"/>
                  <a:chExt cx="904284" cy="865933"/>
                </a:xfrm>
              </p:grpSpPr>
              <p:sp>
                <p:nvSpPr>
                  <p:cNvPr id="123" name="Google Shape;123;p1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 name="Google Shape;124;p13"/>
                  <p:cNvGrpSpPr/>
                  <p:nvPr/>
                </p:nvGrpSpPr>
                <p:grpSpPr>
                  <a:xfrm>
                    <a:off x="1232795" y="-1740829"/>
                    <a:ext cx="717622" cy="717393"/>
                    <a:chOff x="1483457" y="3953671"/>
                    <a:chExt cx="717622" cy="717393"/>
                  </a:xfrm>
                </p:grpSpPr>
                <p:sp>
                  <p:nvSpPr>
                    <p:cNvPr id="125" name="Google Shape;125;p1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0" name="Google Shape;130;p1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 name="Google Shape;131;p13"/>
              <p:cNvGrpSpPr/>
              <p:nvPr/>
            </p:nvGrpSpPr>
            <p:grpSpPr>
              <a:xfrm>
                <a:off x="441574" y="-36652"/>
                <a:ext cx="699940" cy="478601"/>
                <a:chOff x="39723" y="4349021"/>
                <a:chExt cx="1061964" cy="726143"/>
              </a:xfrm>
            </p:grpSpPr>
            <p:grpSp>
              <p:nvGrpSpPr>
                <p:cNvPr id="132" name="Google Shape;132;p13"/>
                <p:cNvGrpSpPr/>
                <p:nvPr/>
              </p:nvGrpSpPr>
              <p:grpSpPr>
                <a:xfrm rot="2700000">
                  <a:off x="140502" y="4460924"/>
                  <a:ext cx="524584" cy="502337"/>
                  <a:chOff x="1189791" y="-1767331"/>
                  <a:chExt cx="904284" cy="865933"/>
                </a:xfrm>
              </p:grpSpPr>
              <p:sp>
                <p:nvSpPr>
                  <p:cNvPr id="133" name="Google Shape;133;p1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 name="Google Shape;134;p13"/>
                  <p:cNvGrpSpPr/>
                  <p:nvPr/>
                </p:nvGrpSpPr>
                <p:grpSpPr>
                  <a:xfrm>
                    <a:off x="1232795" y="-1740829"/>
                    <a:ext cx="717622" cy="717393"/>
                    <a:chOff x="1483457" y="3953671"/>
                    <a:chExt cx="717622" cy="717393"/>
                  </a:xfrm>
                </p:grpSpPr>
                <p:sp>
                  <p:nvSpPr>
                    <p:cNvPr id="135" name="Google Shape;135;p1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0" name="Google Shape;140;p1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 name="Google Shape;141;p13"/>
              <p:cNvGrpSpPr/>
              <p:nvPr/>
            </p:nvGrpSpPr>
            <p:grpSpPr>
              <a:xfrm>
                <a:off x="-494405" y="-252396"/>
                <a:ext cx="1741563" cy="1288563"/>
                <a:chOff x="-494405" y="-252396"/>
                <a:chExt cx="1741563" cy="1288563"/>
              </a:xfrm>
            </p:grpSpPr>
            <p:sp>
              <p:nvSpPr>
                <p:cNvPr id="142" name="Google Shape;142;p1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44" name="Google Shape;144;p13"/>
            <p:cNvGrpSpPr/>
            <p:nvPr/>
          </p:nvGrpSpPr>
          <p:grpSpPr>
            <a:xfrm>
              <a:off x="5643425" y="4968525"/>
              <a:ext cx="439200" cy="439100"/>
              <a:chOff x="1101075" y="2142375"/>
              <a:chExt cx="439200" cy="439100"/>
            </a:xfrm>
          </p:grpSpPr>
          <p:sp>
            <p:nvSpPr>
              <p:cNvPr id="145" name="Google Shape;145;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147" name="Google Shape;147;p13"/>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148" name="Google Shape;148;p13"/>
          <p:cNvGrpSpPr/>
          <p:nvPr/>
        </p:nvGrpSpPr>
        <p:grpSpPr>
          <a:xfrm rot="10800000">
            <a:off x="6045700" y="237976"/>
            <a:ext cx="4558967" cy="134100"/>
            <a:chOff x="796100" y="3019701"/>
            <a:chExt cx="4558967" cy="134100"/>
          </a:xfrm>
        </p:grpSpPr>
        <p:sp>
          <p:nvSpPr>
            <p:cNvPr id="149" name="Google Shape;149;p1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0" name="Google Shape;150;p13"/>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51" name="Google Shape;151;p1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 name="Google Shape;152;p13"/>
          <p:cNvGrpSpPr/>
          <p:nvPr/>
        </p:nvGrpSpPr>
        <p:grpSpPr>
          <a:xfrm>
            <a:off x="-1143750" y="3925887"/>
            <a:ext cx="4558967" cy="1517787"/>
            <a:chOff x="-1143750" y="3849687"/>
            <a:chExt cx="4558967" cy="1517787"/>
          </a:xfrm>
        </p:grpSpPr>
        <p:grpSp>
          <p:nvGrpSpPr>
            <p:cNvPr id="153" name="Google Shape;153;p13"/>
            <p:cNvGrpSpPr/>
            <p:nvPr/>
          </p:nvGrpSpPr>
          <p:grpSpPr>
            <a:xfrm rot="5400000">
              <a:off x="-805838" y="4155104"/>
              <a:ext cx="1517787" cy="906953"/>
              <a:chOff x="-55500" y="4835979"/>
              <a:chExt cx="1517787" cy="906953"/>
            </a:xfrm>
          </p:grpSpPr>
          <p:sp>
            <p:nvSpPr>
              <p:cNvPr id="154" name="Google Shape;154;p13"/>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3"/>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3"/>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3"/>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13"/>
            <p:cNvGrpSpPr/>
            <p:nvPr/>
          </p:nvGrpSpPr>
          <p:grpSpPr>
            <a:xfrm>
              <a:off x="-549966" y="3946425"/>
              <a:ext cx="2833357" cy="1421047"/>
              <a:chOff x="-677366" y="4067275"/>
              <a:chExt cx="2833357" cy="1421047"/>
            </a:xfrm>
          </p:grpSpPr>
          <p:sp>
            <p:nvSpPr>
              <p:cNvPr id="159" name="Google Shape;159;p13"/>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0" name="Google Shape;160;p13"/>
              <p:cNvGrpSpPr/>
              <p:nvPr/>
            </p:nvGrpSpPr>
            <p:grpSpPr>
              <a:xfrm>
                <a:off x="317735" y="4614472"/>
                <a:ext cx="161977" cy="161940"/>
                <a:chOff x="1101075" y="2142375"/>
                <a:chExt cx="439200" cy="439100"/>
              </a:xfrm>
            </p:grpSpPr>
            <p:sp>
              <p:nvSpPr>
                <p:cNvPr id="161" name="Google Shape;16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13"/>
              <p:cNvGrpSpPr/>
              <p:nvPr/>
            </p:nvGrpSpPr>
            <p:grpSpPr>
              <a:xfrm rot="10800000">
                <a:off x="1700151" y="5032693"/>
                <a:ext cx="161977" cy="161940"/>
                <a:chOff x="1101075" y="2142375"/>
                <a:chExt cx="439200" cy="439100"/>
              </a:xfrm>
            </p:grpSpPr>
            <p:sp>
              <p:nvSpPr>
                <p:cNvPr id="164" name="Google Shape;164;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6" name="Google Shape;166;p13"/>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 name="Google Shape;167;p13"/>
            <p:cNvGrpSpPr/>
            <p:nvPr/>
          </p:nvGrpSpPr>
          <p:grpSpPr>
            <a:xfrm>
              <a:off x="-1143750" y="4741576"/>
              <a:ext cx="4558967" cy="134100"/>
              <a:chOff x="796100" y="3019701"/>
              <a:chExt cx="4558967" cy="134100"/>
            </a:xfrm>
          </p:grpSpPr>
          <p:sp>
            <p:nvSpPr>
              <p:cNvPr id="168" name="Google Shape;168;p1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9" name="Google Shape;169;p13"/>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70" name="Google Shape;170;p1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71" name="Shape 17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72" name="Shape 172"/>
        <p:cNvGrpSpPr/>
        <p:nvPr/>
      </p:nvGrpSpPr>
      <p:grpSpPr>
        <a:xfrm>
          <a:off x="0" y="0"/>
          <a:ext cx="0" cy="0"/>
          <a:chOff x="0" y="0"/>
          <a:chExt cx="0" cy="0"/>
        </a:xfrm>
      </p:grpSpPr>
      <p:grpSp>
        <p:nvGrpSpPr>
          <p:cNvPr id="173" name="Google Shape;173;p15"/>
          <p:cNvGrpSpPr/>
          <p:nvPr/>
        </p:nvGrpSpPr>
        <p:grpSpPr>
          <a:xfrm>
            <a:off x="-623241" y="3925887"/>
            <a:ext cx="2833357" cy="1517787"/>
            <a:chOff x="-623241" y="3849687"/>
            <a:chExt cx="2833357" cy="1517787"/>
          </a:xfrm>
        </p:grpSpPr>
        <p:grpSp>
          <p:nvGrpSpPr>
            <p:cNvPr id="174" name="Google Shape;174;p15"/>
            <p:cNvGrpSpPr/>
            <p:nvPr/>
          </p:nvGrpSpPr>
          <p:grpSpPr>
            <a:xfrm rot="5400000">
              <a:off x="-879113" y="4155104"/>
              <a:ext cx="1517787" cy="906953"/>
              <a:chOff x="-55500" y="4835979"/>
              <a:chExt cx="1517787" cy="906953"/>
            </a:xfrm>
          </p:grpSpPr>
          <p:sp>
            <p:nvSpPr>
              <p:cNvPr id="175" name="Google Shape;175;p15"/>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5"/>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5"/>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0196"/>
                    </a:srgbClr>
                  </a:gs>
                  <a:gs pos="22000">
                    <a:srgbClr val="F5F8FF">
                      <a:alpha val="30196"/>
                    </a:srgbClr>
                  </a:gs>
                  <a:gs pos="45000">
                    <a:srgbClr val="FFFFFF">
                      <a:alpha val="30196"/>
                    </a:srgbClr>
                  </a:gs>
                  <a:gs pos="100000">
                    <a:srgbClr val="0C0A9E">
                      <a:alpha val="3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5"/>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9019"/>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 name="Google Shape;179;p15"/>
            <p:cNvGrpSpPr/>
            <p:nvPr/>
          </p:nvGrpSpPr>
          <p:grpSpPr>
            <a:xfrm>
              <a:off x="-623241" y="3946425"/>
              <a:ext cx="2833357" cy="1421047"/>
              <a:chOff x="-677366" y="4067275"/>
              <a:chExt cx="2833357" cy="1421047"/>
            </a:xfrm>
          </p:grpSpPr>
          <p:sp>
            <p:nvSpPr>
              <p:cNvPr id="180" name="Google Shape;180;p15"/>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 name="Google Shape;181;p15"/>
              <p:cNvGrpSpPr/>
              <p:nvPr/>
            </p:nvGrpSpPr>
            <p:grpSpPr>
              <a:xfrm>
                <a:off x="317735" y="4614472"/>
                <a:ext cx="161977" cy="161940"/>
                <a:chOff x="1101075" y="2142375"/>
                <a:chExt cx="439200" cy="439100"/>
              </a:xfrm>
            </p:grpSpPr>
            <p:sp>
              <p:nvSpPr>
                <p:cNvPr id="182" name="Google Shape;182;p1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15"/>
              <p:cNvGrpSpPr/>
              <p:nvPr/>
            </p:nvGrpSpPr>
            <p:grpSpPr>
              <a:xfrm rot="10800000">
                <a:off x="1700151" y="5032693"/>
                <a:ext cx="161977" cy="161940"/>
                <a:chOff x="1101075" y="2142375"/>
                <a:chExt cx="439200" cy="439100"/>
              </a:xfrm>
            </p:grpSpPr>
            <p:sp>
              <p:nvSpPr>
                <p:cNvPr id="185" name="Google Shape;185;p1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490"/>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7" name="Google Shape;187;p15"/>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 name="Google Shape;188;p15"/>
          <p:cNvGrpSpPr/>
          <p:nvPr/>
        </p:nvGrpSpPr>
        <p:grpSpPr>
          <a:xfrm>
            <a:off x="6323926" y="-1678249"/>
            <a:ext cx="4189198" cy="3065874"/>
            <a:chOff x="6171526" y="-1678249"/>
            <a:chExt cx="4189198" cy="3065874"/>
          </a:xfrm>
        </p:grpSpPr>
        <p:sp>
          <p:nvSpPr>
            <p:cNvPr id="189" name="Google Shape;189;p15"/>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0" name="Google Shape;190;p15"/>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91" name="Google Shape;191;p15"/>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15"/>
            <p:cNvGrpSpPr/>
            <p:nvPr/>
          </p:nvGrpSpPr>
          <p:grpSpPr>
            <a:xfrm rot="-2700000">
              <a:off x="8302147" y="61289"/>
              <a:ext cx="582044" cy="582419"/>
              <a:chOff x="959750" y="3039275"/>
              <a:chExt cx="582050" cy="582425"/>
            </a:xfrm>
          </p:grpSpPr>
          <p:sp>
            <p:nvSpPr>
              <p:cNvPr id="193" name="Google Shape;193;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15"/>
            <p:cNvGrpSpPr/>
            <p:nvPr/>
          </p:nvGrpSpPr>
          <p:grpSpPr>
            <a:xfrm rot="-2700000">
              <a:off x="8551447" y="61289"/>
              <a:ext cx="582044" cy="582419"/>
              <a:chOff x="959750" y="3039275"/>
              <a:chExt cx="582050" cy="582425"/>
            </a:xfrm>
          </p:grpSpPr>
          <p:sp>
            <p:nvSpPr>
              <p:cNvPr id="201" name="Google Shape;201;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470"/>
                    </a:srgbClr>
                  </a:gs>
                  <a:gs pos="100000">
                    <a:srgbClr val="FFFFFF">
                      <a:alpha val="3647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8" name="Google Shape;208;p15"/>
          <p:cNvGrpSpPr/>
          <p:nvPr/>
        </p:nvGrpSpPr>
        <p:grpSpPr>
          <a:xfrm rot="2700000">
            <a:off x="8945322" y="2352177"/>
            <a:ext cx="439196" cy="439096"/>
            <a:chOff x="1101075" y="2142375"/>
            <a:chExt cx="439200" cy="439100"/>
          </a:xfrm>
        </p:grpSpPr>
        <p:sp>
          <p:nvSpPr>
            <p:cNvPr id="209" name="Google Shape;209;p1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211" name="Shape 211"/>
        <p:cNvGrpSpPr/>
        <p:nvPr/>
      </p:nvGrpSpPr>
      <p:grpSpPr>
        <a:xfrm>
          <a:off x="0" y="0"/>
          <a:ext cx="0" cy="0"/>
          <a:chOff x="0" y="0"/>
          <a:chExt cx="0" cy="0"/>
        </a:xfrm>
      </p:grpSpPr>
      <p:grpSp>
        <p:nvGrpSpPr>
          <p:cNvPr id="212" name="Google Shape;212;p16"/>
          <p:cNvGrpSpPr/>
          <p:nvPr/>
        </p:nvGrpSpPr>
        <p:grpSpPr>
          <a:xfrm>
            <a:off x="8332550" y="-7"/>
            <a:ext cx="2386151" cy="3293872"/>
            <a:chOff x="8256352" y="-7"/>
            <a:chExt cx="2386151" cy="3293872"/>
          </a:xfrm>
        </p:grpSpPr>
        <p:pic>
          <p:nvPicPr>
            <p:cNvPr id="213" name="Google Shape;213;p16"/>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214" name="Google Shape;214;p16"/>
            <p:cNvGrpSpPr/>
            <p:nvPr/>
          </p:nvGrpSpPr>
          <p:grpSpPr>
            <a:xfrm rot="10800000">
              <a:off x="8452443" y="-7"/>
              <a:ext cx="325155" cy="1788670"/>
              <a:chOff x="8869019" y="-622132"/>
              <a:chExt cx="325155" cy="1788670"/>
            </a:xfrm>
          </p:grpSpPr>
          <p:sp>
            <p:nvSpPr>
              <p:cNvPr id="215" name="Google Shape;215;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 name="Google Shape;216;p16"/>
              <p:cNvGrpSpPr/>
              <p:nvPr/>
            </p:nvGrpSpPr>
            <p:grpSpPr>
              <a:xfrm rot="1800062">
                <a:off x="9035610" y="1007995"/>
                <a:ext cx="134040" cy="134009"/>
                <a:chOff x="1101075" y="2142375"/>
                <a:chExt cx="439200" cy="439100"/>
              </a:xfrm>
            </p:grpSpPr>
            <p:sp>
              <p:nvSpPr>
                <p:cNvPr id="217" name="Google Shape;217;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000"/>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219" name="Google Shape;219;p16"/>
          <p:cNvGrpSpPr/>
          <p:nvPr/>
        </p:nvGrpSpPr>
        <p:grpSpPr>
          <a:xfrm>
            <a:off x="-213525" y="171225"/>
            <a:ext cx="439200" cy="439100"/>
            <a:chOff x="1101075" y="2142375"/>
            <a:chExt cx="439200" cy="439100"/>
          </a:xfrm>
        </p:grpSpPr>
        <p:sp>
          <p:nvSpPr>
            <p:cNvPr id="220" name="Google Shape;220;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p16"/>
          <p:cNvGrpSpPr/>
          <p:nvPr/>
        </p:nvGrpSpPr>
        <p:grpSpPr>
          <a:xfrm>
            <a:off x="-1262974" y="3161327"/>
            <a:ext cx="4822591" cy="2934500"/>
            <a:chOff x="-1186774" y="3161328"/>
            <a:chExt cx="4822591" cy="2934500"/>
          </a:xfrm>
        </p:grpSpPr>
        <p:pic>
          <p:nvPicPr>
            <p:cNvPr id="223" name="Google Shape;223;p16"/>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224" name="Google Shape;224;p16"/>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5" name="Google Shape;225;p16"/>
            <p:cNvGrpSpPr/>
            <p:nvPr/>
          </p:nvGrpSpPr>
          <p:grpSpPr>
            <a:xfrm>
              <a:off x="58899" y="4608583"/>
              <a:ext cx="604346" cy="657081"/>
              <a:chOff x="58899" y="4608583"/>
              <a:chExt cx="604346" cy="657081"/>
            </a:xfrm>
          </p:grpSpPr>
          <p:grpSp>
            <p:nvGrpSpPr>
              <p:cNvPr id="226" name="Google Shape;226;p16"/>
              <p:cNvGrpSpPr/>
              <p:nvPr/>
            </p:nvGrpSpPr>
            <p:grpSpPr>
              <a:xfrm rot="10800000">
                <a:off x="58899" y="4608583"/>
                <a:ext cx="328346" cy="328531"/>
                <a:chOff x="3678700" y="407275"/>
                <a:chExt cx="708100" cy="708500"/>
              </a:xfrm>
            </p:grpSpPr>
            <p:sp>
              <p:nvSpPr>
                <p:cNvPr id="227" name="Google Shape;227;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16"/>
              <p:cNvGrpSpPr/>
              <p:nvPr/>
            </p:nvGrpSpPr>
            <p:grpSpPr>
              <a:xfrm rot="10800000">
                <a:off x="334899" y="4608583"/>
                <a:ext cx="328346" cy="328531"/>
                <a:chOff x="3678700" y="407275"/>
                <a:chExt cx="708100" cy="708500"/>
              </a:xfrm>
            </p:grpSpPr>
            <p:sp>
              <p:nvSpPr>
                <p:cNvPr id="235" name="Google Shape;235;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 name="Google Shape;242;p16"/>
              <p:cNvGrpSpPr/>
              <p:nvPr/>
            </p:nvGrpSpPr>
            <p:grpSpPr>
              <a:xfrm rot="10800000">
                <a:off x="282574" y="4937133"/>
                <a:ext cx="328346" cy="328531"/>
                <a:chOff x="3678700" y="407275"/>
                <a:chExt cx="708100" cy="708500"/>
              </a:xfrm>
            </p:grpSpPr>
            <p:sp>
              <p:nvSpPr>
                <p:cNvPr id="243" name="Google Shape;243;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882"/>
                      </a:srgbClr>
                    </a:gs>
                    <a:gs pos="100000">
                      <a:srgbClr val="FFFFFF">
                        <a:alpha val="4588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0" name="Google Shape;250;p16"/>
            <p:cNvGrpSpPr/>
            <p:nvPr/>
          </p:nvGrpSpPr>
          <p:grpSpPr>
            <a:xfrm>
              <a:off x="-923150" y="4796551"/>
              <a:ext cx="4558967" cy="134100"/>
              <a:chOff x="796100" y="3019701"/>
              <a:chExt cx="4558967" cy="134100"/>
            </a:xfrm>
          </p:grpSpPr>
          <p:sp>
            <p:nvSpPr>
              <p:cNvPr id="251" name="Google Shape;251;p16"/>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2" name="Google Shape;252;p16"/>
              <p:cNvCxnSpPr/>
              <p:nvPr/>
            </p:nvCxnSpPr>
            <p:spPr>
              <a:xfrm>
                <a:off x="796100" y="3086750"/>
                <a:ext cx="4462800" cy="0"/>
              </a:xfrm>
              <a:prstGeom prst="straightConnector1">
                <a:avLst/>
              </a:prstGeom>
              <a:noFill/>
              <a:ln cap="flat" cmpd="sng" w="9525">
                <a:solidFill>
                  <a:schemeClr val="lt1"/>
                </a:solidFill>
                <a:prstDash val="solid"/>
                <a:round/>
                <a:headEnd len="sm" w="sm" type="none"/>
                <a:tailEnd len="sm" w="sm" type="none"/>
              </a:ln>
            </p:spPr>
          </p:cxnSp>
          <p:sp>
            <p:nvSpPr>
              <p:cNvPr id="253" name="Google Shape;253;p16"/>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1pPr>
            <a:lvl2pPr lvl="1"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2pPr>
            <a:lvl3pPr lvl="2"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3pPr>
            <a:lvl4pPr lvl="3"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4pPr>
            <a:lvl5pPr lvl="4"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5pPr>
            <a:lvl6pPr lvl="5"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6pPr>
            <a:lvl7pPr lvl="6"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7pPr>
            <a:lvl8pPr lvl="7"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8pPr>
            <a:lvl9pPr lvl="8"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9pPr>
          </a:lstStyle>
          <a:p/>
        </p:txBody>
      </p:sp>
      <p:sp>
        <p:nvSpPr>
          <p:cNvPr id="7" name="Google Shape;7;p1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getastra.com/blog/wp-content/uploads/2021/06/Astra-Security-Sample-VAPT-Report.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1"/>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US"/>
              <a:t>Lecture 10</a:t>
            </a:r>
            <a:endParaRPr/>
          </a:p>
        </p:txBody>
      </p:sp>
      <p:sp>
        <p:nvSpPr>
          <p:cNvPr id="259" name="Google Shape;259;p1"/>
          <p:cNvSpPr txBox="1"/>
          <p:nvPr>
            <p:ph type="ctrTitle"/>
          </p:nvPr>
        </p:nvSpPr>
        <p:spPr>
          <a:xfrm>
            <a:off x="1096851" y="1066800"/>
            <a:ext cx="7374964"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4000">
                <a:solidFill>
                  <a:schemeClr val="dk2"/>
                </a:solidFill>
              </a:rPr>
              <a:t>Exploit, CVE, CVSS, VAPT and Automation Tools</a:t>
            </a:r>
            <a:endParaRPr sz="4000">
              <a:solidFill>
                <a:schemeClr val="dk2"/>
              </a:solidFill>
            </a:endParaRPr>
          </a:p>
        </p:txBody>
      </p:sp>
      <p:grpSp>
        <p:nvGrpSpPr>
          <p:cNvPr id="260" name="Google Shape;260;p1"/>
          <p:cNvGrpSpPr/>
          <p:nvPr/>
        </p:nvGrpSpPr>
        <p:grpSpPr>
          <a:xfrm>
            <a:off x="1096850" y="3242811"/>
            <a:ext cx="3936684" cy="134070"/>
            <a:chOff x="1096850" y="3242811"/>
            <a:chExt cx="3936684" cy="134070"/>
          </a:xfrm>
        </p:grpSpPr>
        <p:cxnSp>
          <p:nvCxnSpPr>
            <p:cNvPr id="261" name="Google Shape;261;p1"/>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262" name="Google Shape;262;p1"/>
            <p:cNvGrpSpPr/>
            <p:nvPr/>
          </p:nvGrpSpPr>
          <p:grpSpPr>
            <a:xfrm>
              <a:off x="4899464" y="3242811"/>
              <a:ext cx="134070" cy="134070"/>
              <a:chOff x="8382514" y="1084976"/>
              <a:chExt cx="265800" cy="265800"/>
            </a:xfrm>
          </p:grpSpPr>
          <p:sp>
            <p:nvSpPr>
              <p:cNvPr id="263" name="Google Shape;263;p1"/>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5" name="Google Shape;265;p1"/>
          <p:cNvGrpSpPr/>
          <p:nvPr/>
        </p:nvGrpSpPr>
        <p:grpSpPr>
          <a:xfrm>
            <a:off x="8017432" y="-313900"/>
            <a:ext cx="134070" cy="1891363"/>
            <a:chOff x="8017432" y="-313900"/>
            <a:chExt cx="134070" cy="1891363"/>
          </a:xfrm>
        </p:grpSpPr>
        <p:sp>
          <p:nvSpPr>
            <p:cNvPr id="266" name="Google Shape;266;p1"/>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7" name="Google Shape;267;p1"/>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268" name="Google Shape;268;p1"/>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 name="Google Shape;269;p1"/>
          <p:cNvGrpSpPr/>
          <p:nvPr/>
        </p:nvGrpSpPr>
        <p:grpSpPr>
          <a:xfrm>
            <a:off x="6399144" y="1134547"/>
            <a:ext cx="3504715" cy="5119205"/>
            <a:chOff x="6309526" y="836950"/>
            <a:chExt cx="3504715" cy="5119205"/>
          </a:xfrm>
        </p:grpSpPr>
        <p:sp>
          <p:nvSpPr>
            <p:cNvPr id="270" name="Google Shape;270;p1"/>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1" name="Google Shape;271;p1"/>
            <p:cNvGrpSpPr/>
            <p:nvPr/>
          </p:nvGrpSpPr>
          <p:grpSpPr>
            <a:xfrm>
              <a:off x="7728436" y="3524084"/>
              <a:ext cx="134004" cy="134004"/>
              <a:chOff x="8356813" y="1074288"/>
              <a:chExt cx="351900" cy="351900"/>
            </a:xfrm>
          </p:grpSpPr>
          <p:sp>
            <p:nvSpPr>
              <p:cNvPr id="272" name="Google Shape;272;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 name="Google Shape;274;p1"/>
            <p:cNvGrpSpPr/>
            <p:nvPr/>
          </p:nvGrpSpPr>
          <p:grpSpPr>
            <a:xfrm>
              <a:off x="7344361" y="3150259"/>
              <a:ext cx="134004" cy="134004"/>
              <a:chOff x="8356813" y="1074288"/>
              <a:chExt cx="351900" cy="351900"/>
            </a:xfrm>
          </p:grpSpPr>
          <p:sp>
            <p:nvSpPr>
              <p:cNvPr id="275" name="Google Shape;275;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 name="Google Shape;277;p1"/>
            <p:cNvGrpSpPr/>
            <p:nvPr/>
          </p:nvGrpSpPr>
          <p:grpSpPr>
            <a:xfrm>
              <a:off x="8337811" y="2464059"/>
              <a:ext cx="134004" cy="134004"/>
              <a:chOff x="8356813" y="1074288"/>
              <a:chExt cx="351900" cy="351900"/>
            </a:xfrm>
          </p:grpSpPr>
          <p:sp>
            <p:nvSpPr>
              <p:cNvPr id="278" name="Google Shape;278;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0" name="Google Shape;280;p1"/>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
          <p:cNvSpPr txBox="1"/>
          <p:nvPr>
            <p:ph type="title"/>
          </p:nvPr>
        </p:nvSpPr>
        <p:spPr>
          <a:xfrm>
            <a:off x="720000" y="445024"/>
            <a:ext cx="7863168" cy="810751"/>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What is Exploit</a:t>
            </a:r>
            <a:endParaRPr/>
          </a:p>
        </p:txBody>
      </p:sp>
      <p:sp>
        <p:nvSpPr>
          <p:cNvPr id="286" name="Google Shape;286;p2"/>
          <p:cNvSpPr txBox="1"/>
          <p:nvPr>
            <p:ph idx="1" type="subTitle"/>
          </p:nvPr>
        </p:nvSpPr>
        <p:spPr>
          <a:xfrm>
            <a:off x="770282" y="977541"/>
            <a:ext cx="7603436" cy="280765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a:t>In short, an exploit is a piece of software or code that takes advantage of a vulnerability in a computer system or software to carry out a specific malicious action, such as gaining unauthorized access or running malicious code. Exploits are used by hackers to compromise the security of a target system.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
          <p:cNvSpPr txBox="1"/>
          <p:nvPr>
            <p:ph type="title"/>
          </p:nvPr>
        </p:nvSpPr>
        <p:spPr>
          <a:xfrm>
            <a:off x="720000" y="445024"/>
            <a:ext cx="7863168" cy="810751"/>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Types of Exploit</a:t>
            </a:r>
            <a:endParaRPr/>
          </a:p>
        </p:txBody>
      </p:sp>
      <p:sp>
        <p:nvSpPr>
          <p:cNvPr id="292" name="Google Shape;292;p3"/>
          <p:cNvSpPr txBox="1"/>
          <p:nvPr>
            <p:ph idx="1" type="subTitle"/>
          </p:nvPr>
        </p:nvSpPr>
        <p:spPr>
          <a:xfrm>
            <a:off x="770250" y="964000"/>
            <a:ext cx="7603500" cy="312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a:t>Zero-Day Exploit: </a:t>
            </a:r>
            <a:r>
              <a:rPr lang="en-US"/>
              <a:t>Also called unknown exploit, a zero-day exploit targets a vulnerability that is not publicly known, giving the targeted software or hardware vendor "zero days" to address and patch the issue. These exploits are used before a fix is available, making them highly effective and valuable.</a:t>
            </a:r>
            <a:endParaRPr/>
          </a:p>
          <a:p>
            <a:pPr indent="0" lvl="0" marL="0" rtl="0" algn="just">
              <a:lnSpc>
                <a:spcPct val="115000"/>
              </a:lnSpc>
              <a:spcBef>
                <a:spcPts val="0"/>
              </a:spcBef>
              <a:spcAft>
                <a:spcPts val="0"/>
              </a:spcAft>
              <a:buSzPts val="2800"/>
              <a:buNone/>
            </a:pPr>
            <a:r>
              <a:t/>
            </a:r>
            <a:endParaRPr/>
          </a:p>
        </p:txBody>
      </p:sp>
      <p:pic>
        <p:nvPicPr>
          <p:cNvPr id="293" name="Google Shape;293;p3"/>
          <p:cNvPicPr preferRelativeResize="0"/>
          <p:nvPr/>
        </p:nvPicPr>
        <p:blipFill rotWithShape="1">
          <a:blip r:embed="rId3">
            <a:alphaModFix/>
          </a:blip>
          <a:srcRect b="0" l="0" r="0" t="0"/>
          <a:stretch/>
        </p:blipFill>
        <p:spPr>
          <a:xfrm>
            <a:off x="1900775" y="2089775"/>
            <a:ext cx="5238525" cy="2663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65dcf1eb7f_0_16"/>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Types of Exploit</a:t>
            </a:r>
            <a:endParaRPr/>
          </a:p>
        </p:txBody>
      </p:sp>
      <p:sp>
        <p:nvSpPr>
          <p:cNvPr id="299" name="Google Shape;299;g365dcf1eb7f_0_16"/>
          <p:cNvSpPr txBox="1"/>
          <p:nvPr>
            <p:ph idx="1" type="subTitle"/>
          </p:nvPr>
        </p:nvSpPr>
        <p:spPr>
          <a:xfrm>
            <a:off x="770275" y="964000"/>
            <a:ext cx="7603500" cy="3011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a:t>One-Day Exploit: </a:t>
            </a:r>
            <a:r>
              <a:rPr lang="en-US"/>
              <a:t>A one-day exploit is similar to a zero-day, but it is used shortly after a vulnerability becomes publicly known or after a patch is released. It takes advantage of the brief window of opportunity when organizations may not have applied the patch.</a:t>
            </a:r>
            <a:endParaRPr/>
          </a:p>
        </p:txBody>
      </p:sp>
      <p:pic>
        <p:nvPicPr>
          <p:cNvPr id="300" name="Google Shape;300;g365dcf1eb7f_0_16"/>
          <p:cNvPicPr preferRelativeResize="0"/>
          <p:nvPr/>
        </p:nvPicPr>
        <p:blipFill rotWithShape="1">
          <a:blip r:embed="rId3">
            <a:alphaModFix/>
          </a:blip>
          <a:srcRect b="0" l="0" r="0" t="0"/>
          <a:stretch/>
        </p:blipFill>
        <p:spPr>
          <a:xfrm>
            <a:off x="979800" y="2169450"/>
            <a:ext cx="7437426" cy="2189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
          <p:cNvSpPr txBox="1"/>
          <p:nvPr>
            <p:ph type="title"/>
          </p:nvPr>
        </p:nvSpPr>
        <p:spPr>
          <a:xfrm>
            <a:off x="720000" y="445024"/>
            <a:ext cx="7863168" cy="810751"/>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What is VAPT</a:t>
            </a:r>
            <a:endParaRPr/>
          </a:p>
        </p:txBody>
      </p:sp>
      <p:sp>
        <p:nvSpPr>
          <p:cNvPr id="306" name="Google Shape;306;p4"/>
          <p:cNvSpPr txBox="1"/>
          <p:nvPr>
            <p:ph idx="1" type="subTitle"/>
          </p:nvPr>
        </p:nvSpPr>
        <p:spPr>
          <a:xfrm>
            <a:off x="770282" y="977541"/>
            <a:ext cx="7603436" cy="280765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a:t>Vulnerability Assessment and Penetration Testing (VAPT) is a security testing method that combines two key components: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Vulnerability Assessment (VA):</a:t>
            </a:r>
            <a:r>
              <a:rPr lang="en-US"/>
              <a:t> Identifies potential weaknesses and vulnerabilities in computer systems and networks.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Penetration Testing (PT): </a:t>
            </a:r>
            <a:r>
              <a:rPr lang="en-US"/>
              <a:t>Involves actively attempting to exploit identified vulnerabilities to assess their real-world impact.</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lang="en-US"/>
              <a:t>VAPT helps organizations find and address security issues to protect their digital assets from cyber threats.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65dcf1eb7f_0_5"/>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Vulnerability Assessment</a:t>
            </a:r>
            <a:endParaRPr/>
          </a:p>
        </p:txBody>
      </p:sp>
      <p:sp>
        <p:nvSpPr>
          <p:cNvPr id="312" name="Google Shape;312;g365dcf1eb7f_0_5"/>
          <p:cNvSpPr txBox="1"/>
          <p:nvPr>
            <p:ph idx="1" type="subTitle"/>
          </p:nvPr>
        </p:nvSpPr>
        <p:spPr>
          <a:xfrm>
            <a:off x="770275" y="977552"/>
            <a:ext cx="7603500" cy="3299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a:t>Vulnerability Assessment focuses on detecting vulnerabilities and flag them for further review by security teams. Vulnerability Assessment tools are usually automated and scan for known vulnerabilities within the system.</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lang="en-US"/>
              <a:t>Activities of vulnerability assessment includes: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Asset Discovery:</a:t>
            </a:r>
            <a:r>
              <a:rPr lang="en-US"/>
              <a:t> Identify all system, software, device and network components</a:t>
            </a:r>
            <a:endParaRPr/>
          </a:p>
          <a:p>
            <a:pPr indent="0" lvl="0" marL="0" rtl="0" algn="just">
              <a:lnSpc>
                <a:spcPct val="115000"/>
              </a:lnSpc>
              <a:spcBef>
                <a:spcPts val="0"/>
              </a:spcBef>
              <a:spcAft>
                <a:spcPts val="0"/>
              </a:spcAft>
              <a:buSzPts val="2800"/>
              <a:buNone/>
            </a:pPr>
            <a:r>
              <a:rPr b="1" lang="en-US"/>
              <a:t>Vulnerability Scanning: </a:t>
            </a:r>
            <a:r>
              <a:rPr lang="en-US"/>
              <a:t>Use automated tools to scan and identify vulnerabilities</a:t>
            </a:r>
            <a:endParaRPr/>
          </a:p>
          <a:p>
            <a:pPr indent="0" lvl="0" marL="0" rtl="0" algn="just">
              <a:lnSpc>
                <a:spcPct val="115000"/>
              </a:lnSpc>
              <a:spcBef>
                <a:spcPts val="0"/>
              </a:spcBef>
              <a:spcAft>
                <a:spcPts val="0"/>
              </a:spcAft>
              <a:buSzPts val="2800"/>
              <a:buNone/>
            </a:pPr>
            <a:r>
              <a:rPr b="1" lang="en-US"/>
              <a:t>Risk Evaluation: </a:t>
            </a:r>
            <a:r>
              <a:rPr lang="en-US"/>
              <a:t>Assign severity (CVSS) to assess impact and exploitability </a:t>
            </a:r>
            <a:endParaRPr/>
          </a:p>
          <a:p>
            <a:pPr indent="0" lvl="0" marL="0" rtl="0" algn="just">
              <a:lnSpc>
                <a:spcPct val="115000"/>
              </a:lnSpc>
              <a:spcBef>
                <a:spcPts val="0"/>
              </a:spcBef>
              <a:spcAft>
                <a:spcPts val="0"/>
              </a:spcAft>
              <a:buSzPts val="2800"/>
              <a:buNone/>
            </a:pPr>
            <a:r>
              <a:rPr b="1" lang="en-US"/>
              <a:t>Reporting:</a:t>
            </a:r>
            <a:r>
              <a:rPr lang="en-US"/>
              <a:t> Document findings with associated CVE and CVSS</a:t>
            </a:r>
            <a:endParaRPr/>
          </a:p>
          <a:p>
            <a:pPr indent="0" lvl="0" marL="0" rtl="0" algn="just">
              <a:lnSpc>
                <a:spcPct val="115000"/>
              </a:lnSpc>
              <a:spcBef>
                <a:spcPts val="0"/>
              </a:spcBef>
              <a:spcAft>
                <a:spcPts val="0"/>
              </a:spcAft>
              <a:buSzPts val="2800"/>
              <a:buNone/>
            </a:pPr>
            <a:r>
              <a:rPr b="1" lang="en-US"/>
              <a:t>Remediation Planning:</a:t>
            </a:r>
            <a:r>
              <a:rPr lang="en-US"/>
              <a:t> Provide recommendations based on overall findings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
          <p:cNvSpPr txBox="1"/>
          <p:nvPr>
            <p:ph type="title"/>
          </p:nvPr>
        </p:nvSpPr>
        <p:spPr>
          <a:xfrm>
            <a:off x="720000" y="445024"/>
            <a:ext cx="7863168" cy="810751"/>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What is a CVE</a:t>
            </a:r>
            <a:endParaRPr/>
          </a:p>
        </p:txBody>
      </p:sp>
      <p:sp>
        <p:nvSpPr>
          <p:cNvPr id="318" name="Google Shape;318;p5"/>
          <p:cNvSpPr txBox="1"/>
          <p:nvPr>
            <p:ph idx="1" type="subTitle"/>
          </p:nvPr>
        </p:nvSpPr>
        <p:spPr>
          <a:xfrm>
            <a:off x="849870" y="977541"/>
            <a:ext cx="7603500" cy="2807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A CVE, or Common Vulnerabilities and Exposures, is a standardized identifier for a known security vulnerability or exposure in software or hardware products. CVEs are used to uniquely identify and reference vulnerabilities, making it easier for cybersecurity professionals, vendors, and organizations to share information about security issues and coordinate efforts to mitigate them.</a:t>
            </a:r>
            <a:endParaRPr/>
          </a:p>
          <a:p>
            <a:pPr indent="0" lvl="0" marL="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rPr lang="en-US" sz="1200"/>
              <a:t>Each CVE entry is assigned a unique identifier, typically in the format "CVE-YYYY-NNNN," where "YYYY" represents the year of assignment, and "NNNN" is a unique number for that year.</a:t>
            </a:r>
            <a:endParaRPr/>
          </a:p>
        </p:txBody>
      </p:sp>
      <p:pic>
        <p:nvPicPr>
          <p:cNvPr descr="What is CVE (Common Vulnerabilities and Exposures) ?" id="319" name="Google Shape;319;p5"/>
          <p:cNvPicPr preferRelativeResize="0"/>
          <p:nvPr/>
        </p:nvPicPr>
        <p:blipFill rotWithShape="1">
          <a:blip r:embed="rId3">
            <a:alphaModFix/>
          </a:blip>
          <a:srcRect b="0" l="0" r="0" t="0"/>
          <a:stretch/>
        </p:blipFill>
        <p:spPr>
          <a:xfrm>
            <a:off x="3177618" y="2817949"/>
            <a:ext cx="2788764" cy="193448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6"/>
          <p:cNvSpPr txBox="1"/>
          <p:nvPr>
            <p:ph type="title"/>
          </p:nvPr>
        </p:nvSpPr>
        <p:spPr>
          <a:xfrm>
            <a:off x="720000" y="445024"/>
            <a:ext cx="7863168" cy="810751"/>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What is a CVSS</a:t>
            </a:r>
            <a:endParaRPr/>
          </a:p>
        </p:txBody>
      </p:sp>
      <p:sp>
        <p:nvSpPr>
          <p:cNvPr id="325" name="Google Shape;325;p6"/>
          <p:cNvSpPr txBox="1"/>
          <p:nvPr>
            <p:ph idx="1" type="subTitle"/>
          </p:nvPr>
        </p:nvSpPr>
        <p:spPr>
          <a:xfrm>
            <a:off x="770282" y="977541"/>
            <a:ext cx="7603436" cy="1144686"/>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sz="1200"/>
              <a:t>The Common Vulnerability Scoring System (CVSS) is a free and open industry standard for assessing the severity of computer system security vulnerabilities.</a:t>
            </a:r>
            <a:endParaRPr/>
          </a:p>
        </p:txBody>
      </p:sp>
      <p:pic>
        <p:nvPicPr>
          <p:cNvPr id="326" name="Google Shape;326;p6"/>
          <p:cNvPicPr preferRelativeResize="0"/>
          <p:nvPr/>
        </p:nvPicPr>
        <p:blipFill rotWithShape="1">
          <a:blip r:embed="rId3">
            <a:alphaModFix/>
          </a:blip>
          <a:srcRect b="0" l="0" r="0" t="0"/>
          <a:stretch/>
        </p:blipFill>
        <p:spPr>
          <a:xfrm>
            <a:off x="1153080" y="1641427"/>
            <a:ext cx="6837840" cy="29584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65dcf1eb7f_0_23"/>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Vulnerability Assessment Report</a:t>
            </a:r>
            <a:endParaRPr/>
          </a:p>
        </p:txBody>
      </p:sp>
      <p:sp>
        <p:nvSpPr>
          <p:cNvPr id="332" name="Google Shape;332;g365dcf1eb7f_0_23"/>
          <p:cNvSpPr txBox="1"/>
          <p:nvPr>
            <p:ph idx="1" type="subTitle"/>
          </p:nvPr>
        </p:nvSpPr>
        <p:spPr>
          <a:xfrm>
            <a:off x="770275" y="977569"/>
            <a:ext cx="7603500" cy="3596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a:t>A vulnerability assessment report is a document that records all the vulnerabilities found in the systems during a vulnerability scan. The report provides a list of the vulnerabilities indexed by severity along with suggestions for fixing the vulnerabilities.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lang="en-US"/>
              <a:t>Components of a vulnerability assessment report includes:</a:t>
            </a:r>
            <a:endParaRPr/>
          </a:p>
          <a:p>
            <a:pPr indent="0" lvl="0" marL="0" rtl="0" algn="just">
              <a:lnSpc>
                <a:spcPct val="115000"/>
              </a:lnSpc>
              <a:spcBef>
                <a:spcPts val="0"/>
              </a:spcBef>
              <a:spcAft>
                <a:spcPts val="0"/>
              </a:spcAft>
              <a:buSzPts val="2800"/>
              <a:buNone/>
            </a:pPr>
            <a:r>
              <a:rPr lang="en-US"/>
              <a:t>	1. The Executive Summary</a:t>
            </a:r>
            <a:endParaRPr/>
          </a:p>
          <a:p>
            <a:pPr indent="0" lvl="0" marL="0" rtl="0" algn="just">
              <a:lnSpc>
                <a:spcPct val="115000"/>
              </a:lnSpc>
              <a:spcBef>
                <a:spcPts val="0"/>
              </a:spcBef>
              <a:spcAft>
                <a:spcPts val="0"/>
              </a:spcAft>
              <a:buSzPts val="2800"/>
              <a:buNone/>
            </a:pPr>
            <a:r>
              <a:rPr lang="en-US"/>
              <a:t>	2. Details of the vulnerabilities</a:t>
            </a:r>
            <a:endParaRPr/>
          </a:p>
          <a:p>
            <a:pPr indent="0" lvl="0" marL="0" rtl="0" algn="just">
              <a:lnSpc>
                <a:spcPct val="115000"/>
              </a:lnSpc>
              <a:spcBef>
                <a:spcPts val="0"/>
              </a:spcBef>
              <a:spcAft>
                <a:spcPts val="0"/>
              </a:spcAft>
              <a:buSzPts val="2800"/>
              <a:buNone/>
            </a:pPr>
            <a:r>
              <a:rPr lang="en-US"/>
              <a:t>	3. Details of the scans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lang="en-US"/>
              <a:t>Example of a vulnerability assessment report:</a:t>
            </a:r>
            <a:endParaRPr/>
          </a:p>
          <a:p>
            <a:pPr indent="0" lvl="0" marL="0" rtl="0" algn="just">
              <a:lnSpc>
                <a:spcPct val="115000"/>
              </a:lnSpc>
              <a:spcBef>
                <a:spcPts val="0"/>
              </a:spcBef>
              <a:spcAft>
                <a:spcPts val="0"/>
              </a:spcAft>
              <a:buClr>
                <a:srgbClr val="000000"/>
              </a:buClr>
              <a:buSzPts val="2800"/>
              <a:buFont typeface="Arial"/>
              <a:buNone/>
            </a:pPr>
            <a:r>
              <a:rPr lang="en-US" sz="1100" u="sng">
                <a:solidFill>
                  <a:schemeClr val="hlink"/>
                </a:solidFill>
                <a:hlinkClick r:id="rId3"/>
              </a:rPr>
              <a:t>https://www.getastra.com/blog/wp-content/uploads/2021/06/Astra-Security-Sample-VAPT-Report.pdf</a:t>
            </a:r>
            <a:endParaRPr sz="1100"/>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65dcf1eb7f_0_10"/>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Penetration Testing</a:t>
            </a:r>
            <a:endParaRPr/>
          </a:p>
        </p:txBody>
      </p:sp>
      <p:sp>
        <p:nvSpPr>
          <p:cNvPr id="338" name="Google Shape;338;g365dcf1eb7f_0_10"/>
          <p:cNvSpPr txBox="1"/>
          <p:nvPr>
            <p:ph idx="1" type="subTitle"/>
          </p:nvPr>
        </p:nvSpPr>
        <p:spPr>
          <a:xfrm>
            <a:off x="770275" y="977569"/>
            <a:ext cx="7603500" cy="3596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a:t>Penetration Testing (also called Pentesting) is a complementary step for Vulnerability Assessment where security experts perform simulated attacks on the system, mimicking the behavior of malicious hackers. This is usually conducted by third-party security experts, providing an outsider’s perspective on the system’s security.</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lang="en-US"/>
              <a:t>Pentesters look for both known and unknown vulnerabilities using both manual and automated tools. This provides in-depth understanding of potential hacking techniques attackers might use.</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65dcf1eb7f_0_0"/>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VAPT Types</a:t>
            </a:r>
            <a:endParaRPr/>
          </a:p>
        </p:txBody>
      </p:sp>
      <p:sp>
        <p:nvSpPr>
          <p:cNvPr id="344" name="Google Shape;344;g365dcf1eb7f_0_0"/>
          <p:cNvSpPr txBox="1"/>
          <p:nvPr>
            <p:ph idx="1" type="subTitle"/>
          </p:nvPr>
        </p:nvSpPr>
        <p:spPr>
          <a:xfrm>
            <a:off x="770282" y="977540"/>
            <a:ext cx="7603500" cy="3720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a:t>There are several types of VAPT (Vulnerability Assessment and Penetration Testing) that can be performed, depending on the specific goals and focus areas. Here are some common types of VAPT:</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1. Network Vulnerability Assessment and Penetration Testing: </a:t>
            </a:r>
            <a:r>
              <a:rPr lang="en-US"/>
              <a:t>This focuses on identifying and addressing vulnerabilities in a network infrastructure, including routers, switches, firewalls, and other devices. The testing involves assessing network services, configurations, and potential weaknesses.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2. Web Application Vulnerability Assessment and Penetration Testing: </a:t>
            </a:r>
            <a:r>
              <a:rPr lang="en-US"/>
              <a:t>This targets web applications to identify vulnerabilities such as SQL injection, cross-site scripting (XSS), and other web-specific issues. It aims to secure web applications against attacks.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8"/>
          <p:cNvSpPr txBox="1"/>
          <p:nvPr>
            <p:ph type="title"/>
          </p:nvPr>
        </p:nvSpPr>
        <p:spPr>
          <a:xfrm>
            <a:off x="720000" y="445024"/>
            <a:ext cx="7863168" cy="810751"/>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400"/>
              <a:t>VAPT Types</a:t>
            </a:r>
            <a:endParaRPr/>
          </a:p>
        </p:txBody>
      </p:sp>
      <p:sp>
        <p:nvSpPr>
          <p:cNvPr id="350" name="Google Shape;350;p8"/>
          <p:cNvSpPr txBox="1"/>
          <p:nvPr>
            <p:ph idx="1" type="subTitle"/>
          </p:nvPr>
        </p:nvSpPr>
        <p:spPr>
          <a:xfrm>
            <a:off x="770282" y="977540"/>
            <a:ext cx="7603436" cy="3720935"/>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a:t>3. Cloud Security Assessment and Penetration Testing: </a:t>
            </a:r>
            <a:r>
              <a:rPr lang="en-US"/>
              <a:t>Focuses on cloud environments and services, such as Amazon Web Services (AWS), Microsoft Azure, or Google Cloud. It checks for misconfigurations, vulnerabilities, and security best practices within cloud deployments.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4. Mobile Application Vulnerability Assessment and Penetration Testing: </a:t>
            </a:r>
            <a:r>
              <a:rPr lang="en-US"/>
              <a:t>For mobile apps, this type of testing uncovers security weaknesses specific to iOS and Android applications. It checks for issues like insecure data storage, improper authentication, and more.</a:t>
            </a:r>
            <a:endParaRPr/>
          </a:p>
          <a:p>
            <a:pPr indent="0" lvl="0" marL="0" rtl="0" algn="just">
              <a:lnSpc>
                <a:spcPct val="115000"/>
              </a:lnSpc>
              <a:spcBef>
                <a:spcPts val="0"/>
              </a:spcBef>
              <a:spcAft>
                <a:spcPts val="0"/>
              </a:spcAft>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9"/>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6000"/>
              <a:t>Questions</a:t>
            </a:r>
            <a:endParaRPr sz="4000">
              <a:solidFill>
                <a:schemeClr val="dk2"/>
              </a:solidFill>
            </a:endParaRPr>
          </a:p>
        </p:txBody>
      </p:sp>
      <p:grpSp>
        <p:nvGrpSpPr>
          <p:cNvPr id="356" name="Google Shape;356;p9"/>
          <p:cNvGrpSpPr/>
          <p:nvPr/>
        </p:nvGrpSpPr>
        <p:grpSpPr>
          <a:xfrm>
            <a:off x="1096850" y="3242811"/>
            <a:ext cx="3936684" cy="134070"/>
            <a:chOff x="1096850" y="3242811"/>
            <a:chExt cx="3936684" cy="134070"/>
          </a:xfrm>
        </p:grpSpPr>
        <p:cxnSp>
          <p:nvCxnSpPr>
            <p:cNvPr id="357" name="Google Shape;357;p9"/>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358" name="Google Shape;358;p9"/>
            <p:cNvGrpSpPr/>
            <p:nvPr/>
          </p:nvGrpSpPr>
          <p:grpSpPr>
            <a:xfrm>
              <a:off x="4899464" y="3242811"/>
              <a:ext cx="134070" cy="134070"/>
              <a:chOff x="8382514" y="1084976"/>
              <a:chExt cx="265800" cy="265800"/>
            </a:xfrm>
          </p:grpSpPr>
          <p:sp>
            <p:nvSpPr>
              <p:cNvPr id="359" name="Google Shape;359;p9"/>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9"/>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61" name="Google Shape;361;p9"/>
          <p:cNvGrpSpPr/>
          <p:nvPr/>
        </p:nvGrpSpPr>
        <p:grpSpPr>
          <a:xfrm>
            <a:off x="8017432" y="-313900"/>
            <a:ext cx="134070" cy="1891363"/>
            <a:chOff x="8017432" y="-313900"/>
            <a:chExt cx="134070" cy="1891363"/>
          </a:xfrm>
        </p:grpSpPr>
        <p:sp>
          <p:nvSpPr>
            <p:cNvPr id="362" name="Google Shape;362;p9"/>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3" name="Google Shape;363;p9"/>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364" name="Google Shape;364;p9"/>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5" name="Google Shape;365;p9"/>
          <p:cNvGrpSpPr/>
          <p:nvPr/>
        </p:nvGrpSpPr>
        <p:grpSpPr>
          <a:xfrm>
            <a:off x="6309526" y="957475"/>
            <a:ext cx="3504715" cy="5119205"/>
            <a:chOff x="6309526" y="836950"/>
            <a:chExt cx="3504715" cy="5119205"/>
          </a:xfrm>
        </p:grpSpPr>
        <p:sp>
          <p:nvSpPr>
            <p:cNvPr id="366" name="Google Shape;366;p9"/>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7" name="Google Shape;367;p9"/>
            <p:cNvGrpSpPr/>
            <p:nvPr/>
          </p:nvGrpSpPr>
          <p:grpSpPr>
            <a:xfrm>
              <a:off x="7728436" y="3524084"/>
              <a:ext cx="134004" cy="134004"/>
              <a:chOff x="8356813" y="1074288"/>
              <a:chExt cx="351900" cy="351900"/>
            </a:xfrm>
          </p:grpSpPr>
          <p:sp>
            <p:nvSpPr>
              <p:cNvPr id="368" name="Google Shape;368;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9"/>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0" name="Google Shape;370;p9"/>
            <p:cNvGrpSpPr/>
            <p:nvPr/>
          </p:nvGrpSpPr>
          <p:grpSpPr>
            <a:xfrm>
              <a:off x="7344361" y="3150259"/>
              <a:ext cx="134004" cy="134004"/>
              <a:chOff x="8356813" y="1074288"/>
              <a:chExt cx="351900" cy="351900"/>
            </a:xfrm>
          </p:grpSpPr>
          <p:sp>
            <p:nvSpPr>
              <p:cNvPr id="371" name="Google Shape;371;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9"/>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3" name="Google Shape;373;p9"/>
            <p:cNvGrpSpPr/>
            <p:nvPr/>
          </p:nvGrpSpPr>
          <p:grpSpPr>
            <a:xfrm>
              <a:off x="8337811" y="2464059"/>
              <a:ext cx="134004" cy="134004"/>
              <a:chOff x="8356813" y="1074288"/>
              <a:chExt cx="351900" cy="351900"/>
            </a:xfrm>
          </p:grpSpPr>
          <p:sp>
            <p:nvSpPr>
              <p:cNvPr id="374" name="Google Shape;374;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9"/>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6" name="Google Shape;376;p9"/>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0"/>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6000"/>
              <a:t>Thanks!</a:t>
            </a:r>
            <a:endParaRPr sz="4000">
              <a:solidFill>
                <a:schemeClr val="dk2"/>
              </a:solidFill>
            </a:endParaRPr>
          </a:p>
        </p:txBody>
      </p:sp>
      <p:grpSp>
        <p:nvGrpSpPr>
          <p:cNvPr id="382" name="Google Shape;382;p10"/>
          <p:cNvGrpSpPr/>
          <p:nvPr/>
        </p:nvGrpSpPr>
        <p:grpSpPr>
          <a:xfrm>
            <a:off x="1096850" y="3242811"/>
            <a:ext cx="3936684" cy="134070"/>
            <a:chOff x="1096850" y="3242811"/>
            <a:chExt cx="3936684" cy="134070"/>
          </a:xfrm>
        </p:grpSpPr>
        <p:cxnSp>
          <p:nvCxnSpPr>
            <p:cNvPr id="383" name="Google Shape;383;p10"/>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384" name="Google Shape;384;p10"/>
            <p:cNvGrpSpPr/>
            <p:nvPr/>
          </p:nvGrpSpPr>
          <p:grpSpPr>
            <a:xfrm>
              <a:off x="4899464" y="3242811"/>
              <a:ext cx="134070" cy="134070"/>
              <a:chOff x="8382514" y="1084976"/>
              <a:chExt cx="265800" cy="265800"/>
            </a:xfrm>
          </p:grpSpPr>
          <p:sp>
            <p:nvSpPr>
              <p:cNvPr id="385" name="Google Shape;385;p10"/>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0"/>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87" name="Google Shape;387;p10"/>
          <p:cNvGrpSpPr/>
          <p:nvPr/>
        </p:nvGrpSpPr>
        <p:grpSpPr>
          <a:xfrm>
            <a:off x="8017432" y="-313900"/>
            <a:ext cx="134070" cy="1891363"/>
            <a:chOff x="8017432" y="-313900"/>
            <a:chExt cx="134070" cy="1891363"/>
          </a:xfrm>
        </p:grpSpPr>
        <p:sp>
          <p:nvSpPr>
            <p:cNvPr id="388" name="Google Shape;388;p10"/>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9" name="Google Shape;389;p10"/>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390" name="Google Shape;390;p10"/>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1" name="Google Shape;391;p10"/>
          <p:cNvGrpSpPr/>
          <p:nvPr/>
        </p:nvGrpSpPr>
        <p:grpSpPr>
          <a:xfrm>
            <a:off x="6309526" y="957475"/>
            <a:ext cx="3504715" cy="5119205"/>
            <a:chOff x="6309526" y="836950"/>
            <a:chExt cx="3504715" cy="5119205"/>
          </a:xfrm>
        </p:grpSpPr>
        <p:sp>
          <p:nvSpPr>
            <p:cNvPr id="392" name="Google Shape;392;p10"/>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3" name="Google Shape;393;p10"/>
            <p:cNvGrpSpPr/>
            <p:nvPr/>
          </p:nvGrpSpPr>
          <p:grpSpPr>
            <a:xfrm>
              <a:off x="7728436" y="3524084"/>
              <a:ext cx="134004" cy="134004"/>
              <a:chOff x="8356813" y="1074288"/>
              <a:chExt cx="351900" cy="351900"/>
            </a:xfrm>
          </p:grpSpPr>
          <p:sp>
            <p:nvSpPr>
              <p:cNvPr id="394" name="Google Shape;394;p1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0"/>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6" name="Google Shape;396;p10"/>
            <p:cNvGrpSpPr/>
            <p:nvPr/>
          </p:nvGrpSpPr>
          <p:grpSpPr>
            <a:xfrm>
              <a:off x="7344361" y="3150259"/>
              <a:ext cx="134004" cy="134004"/>
              <a:chOff x="8356813" y="1074288"/>
              <a:chExt cx="351900" cy="351900"/>
            </a:xfrm>
          </p:grpSpPr>
          <p:sp>
            <p:nvSpPr>
              <p:cNvPr id="397" name="Google Shape;397;p1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0"/>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9" name="Google Shape;399;p10"/>
            <p:cNvGrpSpPr/>
            <p:nvPr/>
          </p:nvGrpSpPr>
          <p:grpSpPr>
            <a:xfrm>
              <a:off x="8337811" y="2464059"/>
              <a:ext cx="134004" cy="134004"/>
              <a:chOff x="8356813" y="1074288"/>
              <a:chExt cx="351900" cy="351900"/>
            </a:xfrm>
          </p:grpSpPr>
          <p:sp>
            <p:nvSpPr>
              <p:cNvPr id="400" name="Google Shape;400;p1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0"/>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2" name="Google Shape;402;p10"/>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