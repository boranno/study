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Poppins"/>
      <p:regular r:id="rId15"/>
      <p:bold r:id="rId16"/>
      <p:italic r:id="rId17"/>
      <p:boldItalic r:id="rId18"/>
    </p:embeddedFont>
    <p:embeddedFont>
      <p:font typeface="IBM Plex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uDopQJTO/LGE1qv0l4MV6hHe6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Mono-bold.fntdata"/><Relationship Id="rId11" Type="http://schemas.openxmlformats.org/officeDocument/2006/relationships/slide" Target="slides/slide7.xml"/><Relationship Id="rId22" Type="http://schemas.openxmlformats.org/officeDocument/2006/relationships/font" Target="fonts/IBMPlexMono-boldItalic.fntdata"/><Relationship Id="rId10" Type="http://schemas.openxmlformats.org/officeDocument/2006/relationships/slide" Target="slides/slide6.xml"/><Relationship Id="rId21" Type="http://schemas.openxmlformats.org/officeDocument/2006/relationships/font" Target="fonts/IBMPlexMono-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oppins-regular.fntdata"/><Relationship Id="rId14" Type="http://schemas.openxmlformats.org/officeDocument/2006/relationships/slide" Target="slides/slide10.xml"/><Relationship Id="rId17" Type="http://schemas.openxmlformats.org/officeDocument/2006/relationships/font" Target="fonts/Poppins-italic.fntdata"/><Relationship Id="rId16" Type="http://schemas.openxmlformats.org/officeDocument/2006/relationships/font" Target="fonts/Poppins-bold.fntdata"/><Relationship Id="rId5" Type="http://schemas.openxmlformats.org/officeDocument/2006/relationships/slide" Target="slides/slide1.xml"/><Relationship Id="rId19" Type="http://schemas.openxmlformats.org/officeDocument/2006/relationships/font" Target="fonts/IBMPlexMono-regular.fntdata"/><Relationship Id="rId6" Type="http://schemas.openxmlformats.org/officeDocument/2006/relationships/slide" Target="slides/slide2.xml"/><Relationship Id="rId18" Type="http://schemas.openxmlformats.org/officeDocument/2006/relationships/font" Target="fonts/Poppi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0"/>
          <p:cNvGrpSpPr/>
          <p:nvPr/>
        </p:nvGrpSpPr>
        <p:grpSpPr>
          <a:xfrm>
            <a:off x="-3255182" y="-2900774"/>
            <a:ext cx="10039932" cy="6871130"/>
            <a:chOff x="-3102782" y="-2727749"/>
            <a:chExt cx="10039932" cy="6871130"/>
          </a:xfrm>
        </p:grpSpPr>
        <p:grpSp>
          <p:nvGrpSpPr>
            <p:cNvPr id="10" name="Google Shape;10;p20"/>
            <p:cNvGrpSpPr/>
            <p:nvPr/>
          </p:nvGrpSpPr>
          <p:grpSpPr>
            <a:xfrm rot="-7778255">
              <a:off x="-2414440" y="-1445047"/>
              <a:ext cx="5355679" cy="4305727"/>
              <a:chOff x="7103825" y="-713112"/>
              <a:chExt cx="3785226" cy="3043150"/>
            </a:xfrm>
          </p:grpSpPr>
          <p:sp>
            <p:nvSpPr>
              <p:cNvPr id="11" name="Google Shape;11;p20"/>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 name="Google Shape;12;p20"/>
              <p:cNvPicPr preferRelativeResize="0"/>
              <p:nvPr/>
            </p:nvPicPr>
            <p:blipFill rotWithShape="1">
              <a:blip r:embed="rId2">
                <a:alphaModFix/>
              </a:blip>
              <a:srcRect b="17660" l="0" r="0" t="17656"/>
              <a:stretch/>
            </p:blipFill>
            <p:spPr>
              <a:xfrm>
                <a:off x="7103825" y="-713112"/>
                <a:ext cx="3785226" cy="2888974"/>
              </a:xfrm>
              <a:prstGeom prst="rect">
                <a:avLst/>
              </a:prstGeom>
              <a:noFill/>
              <a:ln>
                <a:noFill/>
              </a:ln>
            </p:spPr>
          </p:pic>
        </p:grpSp>
        <p:sp>
          <p:nvSpPr>
            <p:cNvPr id="13" name="Google Shape;13;p20"/>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0"/>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0"/>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sm" w="sm" type="none"/>
              <a:tailEnd len="sm" w="sm" type="none"/>
            </a:ln>
          </p:spPr>
        </p:sp>
        <p:sp>
          <p:nvSpPr>
            <p:cNvPr id="16" name="Google Shape;16;p20"/>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5490"/>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0"/>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20"/>
            <p:cNvGrpSpPr/>
            <p:nvPr/>
          </p:nvGrpSpPr>
          <p:grpSpPr>
            <a:xfrm flipH="1">
              <a:off x="4446909" y="391151"/>
              <a:ext cx="134044" cy="134013"/>
              <a:chOff x="1101075" y="2142375"/>
              <a:chExt cx="439200" cy="439100"/>
            </a:xfrm>
          </p:grpSpPr>
          <p:sp>
            <p:nvSpPr>
              <p:cNvPr id="19" name="Google Shape;19;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20"/>
            <p:cNvGrpSpPr/>
            <p:nvPr/>
          </p:nvGrpSpPr>
          <p:grpSpPr>
            <a:xfrm flipH="1">
              <a:off x="1373609" y="694563"/>
              <a:ext cx="134044" cy="134013"/>
              <a:chOff x="1101075" y="2142375"/>
              <a:chExt cx="439200" cy="439100"/>
            </a:xfrm>
          </p:grpSpPr>
          <p:sp>
            <p:nvSpPr>
              <p:cNvPr id="22" name="Google Shape;22;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20"/>
            <p:cNvGrpSpPr/>
            <p:nvPr/>
          </p:nvGrpSpPr>
          <p:grpSpPr>
            <a:xfrm flipH="1">
              <a:off x="1086834" y="957463"/>
              <a:ext cx="134044" cy="134013"/>
              <a:chOff x="1101075" y="2142375"/>
              <a:chExt cx="439200" cy="439100"/>
            </a:xfrm>
          </p:grpSpPr>
          <p:sp>
            <p:nvSpPr>
              <p:cNvPr id="25" name="Google Shape;25;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20"/>
            <p:cNvGrpSpPr/>
            <p:nvPr/>
          </p:nvGrpSpPr>
          <p:grpSpPr>
            <a:xfrm flipH="1">
              <a:off x="277709" y="957463"/>
              <a:ext cx="134044" cy="134013"/>
              <a:chOff x="1101075" y="2142375"/>
              <a:chExt cx="439200" cy="439100"/>
            </a:xfrm>
          </p:grpSpPr>
          <p:sp>
            <p:nvSpPr>
              <p:cNvPr id="28" name="Google Shape;28;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0"/>
            <p:cNvGrpSpPr/>
            <p:nvPr/>
          </p:nvGrpSpPr>
          <p:grpSpPr>
            <a:xfrm flipH="1">
              <a:off x="277709" y="640813"/>
              <a:ext cx="134044" cy="134013"/>
              <a:chOff x="1101075" y="2142375"/>
              <a:chExt cx="439200" cy="439100"/>
            </a:xfrm>
          </p:grpSpPr>
          <p:sp>
            <p:nvSpPr>
              <p:cNvPr id="31" name="Google Shape;31;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 name="Google Shape;33;p20"/>
          <p:cNvGrpSpPr/>
          <p:nvPr/>
        </p:nvGrpSpPr>
        <p:grpSpPr>
          <a:xfrm>
            <a:off x="6385735" y="3039700"/>
            <a:ext cx="3920501" cy="3213899"/>
            <a:chOff x="6309535" y="2842975"/>
            <a:chExt cx="3920501" cy="3213899"/>
          </a:xfrm>
        </p:grpSpPr>
        <p:pic>
          <p:nvPicPr>
            <p:cNvPr id="34" name="Google Shape;34;p20"/>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20"/>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0"/>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20"/>
            <p:cNvGrpSpPr/>
            <p:nvPr/>
          </p:nvGrpSpPr>
          <p:grpSpPr>
            <a:xfrm>
              <a:off x="7280400" y="3719575"/>
              <a:ext cx="582050" cy="582425"/>
              <a:chOff x="959750" y="3039275"/>
              <a:chExt cx="582050" cy="582425"/>
            </a:xfrm>
          </p:grpSpPr>
          <p:sp>
            <p:nvSpPr>
              <p:cNvPr id="38" name="Google Shape;38;p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0"/>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20"/>
            <p:cNvGrpSpPr/>
            <p:nvPr/>
          </p:nvGrpSpPr>
          <p:grpSpPr>
            <a:xfrm>
              <a:off x="8337812" y="3492483"/>
              <a:ext cx="699928" cy="1651024"/>
              <a:chOff x="8337812" y="3492483"/>
              <a:chExt cx="699928" cy="1651024"/>
            </a:xfrm>
          </p:grpSpPr>
          <p:sp>
            <p:nvSpPr>
              <p:cNvPr id="47" name="Google Shape;47;p2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20"/>
            <p:cNvGrpSpPr/>
            <p:nvPr/>
          </p:nvGrpSpPr>
          <p:grpSpPr>
            <a:xfrm>
              <a:off x="7945225" y="4302000"/>
              <a:ext cx="904666" cy="726121"/>
              <a:chOff x="7945225" y="4302000"/>
              <a:chExt cx="904666" cy="726121"/>
            </a:xfrm>
          </p:grpSpPr>
          <p:sp>
            <p:nvSpPr>
              <p:cNvPr id="51" name="Google Shape;51;p2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 name="Google Shape;54;p20"/>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5" name="Google Shape;55;p20"/>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0"/>
          <p:cNvGrpSpPr/>
          <p:nvPr/>
        </p:nvGrpSpPr>
        <p:grpSpPr>
          <a:xfrm>
            <a:off x="-309885" y="3617408"/>
            <a:ext cx="1448823" cy="2238803"/>
            <a:chOff x="-309885" y="3617408"/>
            <a:chExt cx="1448823" cy="2238803"/>
          </a:xfrm>
        </p:grpSpPr>
        <p:grpSp>
          <p:nvGrpSpPr>
            <p:cNvPr id="57" name="Google Shape;57;p20"/>
            <p:cNvGrpSpPr/>
            <p:nvPr/>
          </p:nvGrpSpPr>
          <p:grpSpPr>
            <a:xfrm>
              <a:off x="-277007" y="3870159"/>
              <a:ext cx="981772" cy="1986052"/>
              <a:chOff x="-293545" y="3454371"/>
              <a:chExt cx="981772" cy="1986052"/>
            </a:xfrm>
          </p:grpSpPr>
          <p:sp>
            <p:nvSpPr>
              <p:cNvPr id="58" name="Google Shape;58;p20"/>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0"/>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20"/>
            <p:cNvGrpSpPr/>
            <p:nvPr/>
          </p:nvGrpSpPr>
          <p:grpSpPr>
            <a:xfrm>
              <a:off x="363249" y="4906873"/>
              <a:ext cx="699940" cy="478601"/>
              <a:chOff x="39723" y="4349021"/>
              <a:chExt cx="1061964" cy="726143"/>
            </a:xfrm>
          </p:grpSpPr>
          <p:grpSp>
            <p:nvGrpSpPr>
              <p:cNvPr id="61" name="Google Shape;61;p20"/>
              <p:cNvGrpSpPr/>
              <p:nvPr/>
            </p:nvGrpSpPr>
            <p:grpSpPr>
              <a:xfrm rot="2700000">
                <a:off x="140502" y="4460924"/>
                <a:ext cx="524584" cy="502337"/>
                <a:chOff x="1189791" y="-1767331"/>
                <a:chExt cx="904284" cy="865933"/>
              </a:xfrm>
            </p:grpSpPr>
            <p:sp>
              <p:nvSpPr>
                <p:cNvPr id="62" name="Google Shape;62;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20"/>
                <p:cNvGrpSpPr/>
                <p:nvPr/>
              </p:nvGrpSpPr>
              <p:grpSpPr>
                <a:xfrm>
                  <a:off x="1232795" y="-1740829"/>
                  <a:ext cx="717622" cy="717393"/>
                  <a:chOff x="1483457" y="3953671"/>
                  <a:chExt cx="717622" cy="717393"/>
                </a:xfrm>
              </p:grpSpPr>
              <p:sp>
                <p:nvSpPr>
                  <p:cNvPr id="64" name="Google Shape;64;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 name="Google Shape;69;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20"/>
            <p:cNvGrpSpPr/>
            <p:nvPr/>
          </p:nvGrpSpPr>
          <p:grpSpPr>
            <a:xfrm rot="-5400000">
              <a:off x="-461872" y="3769396"/>
              <a:ext cx="1351491" cy="1047516"/>
              <a:chOff x="-2460210" y="2758494"/>
              <a:chExt cx="1351491" cy="1047516"/>
            </a:xfrm>
          </p:grpSpPr>
          <p:sp>
            <p:nvSpPr>
              <p:cNvPr id="71" name="Google Shape;71;p20"/>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0"/>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0"/>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0"/>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20"/>
            <p:cNvGrpSpPr/>
            <p:nvPr/>
          </p:nvGrpSpPr>
          <p:grpSpPr>
            <a:xfrm>
              <a:off x="438999" y="4567398"/>
              <a:ext cx="699940" cy="478601"/>
              <a:chOff x="39723" y="4349021"/>
              <a:chExt cx="1061964" cy="726143"/>
            </a:xfrm>
          </p:grpSpPr>
          <p:grpSp>
            <p:nvGrpSpPr>
              <p:cNvPr id="76" name="Google Shape;76;p20"/>
              <p:cNvGrpSpPr/>
              <p:nvPr/>
            </p:nvGrpSpPr>
            <p:grpSpPr>
              <a:xfrm rot="2700000">
                <a:off x="140502" y="4460924"/>
                <a:ext cx="524584" cy="502337"/>
                <a:chOff x="1189791" y="-1767331"/>
                <a:chExt cx="904284" cy="865933"/>
              </a:xfrm>
            </p:grpSpPr>
            <p:sp>
              <p:nvSpPr>
                <p:cNvPr id="77" name="Google Shape;77;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20"/>
                <p:cNvGrpSpPr/>
                <p:nvPr/>
              </p:nvGrpSpPr>
              <p:grpSpPr>
                <a:xfrm>
                  <a:off x="1232795" y="-1740829"/>
                  <a:ext cx="717622" cy="717393"/>
                  <a:chOff x="1483457" y="3953671"/>
                  <a:chExt cx="717622" cy="717393"/>
                </a:xfrm>
              </p:grpSpPr>
              <p:sp>
                <p:nvSpPr>
                  <p:cNvPr id="79" name="Google Shape;79;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4" name="Google Shape;84;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20"/>
            <p:cNvGrpSpPr/>
            <p:nvPr/>
          </p:nvGrpSpPr>
          <p:grpSpPr>
            <a:xfrm>
              <a:off x="-65076" y="4623886"/>
              <a:ext cx="699940" cy="478601"/>
              <a:chOff x="39723" y="4349021"/>
              <a:chExt cx="1061964" cy="726143"/>
            </a:xfrm>
          </p:grpSpPr>
          <p:grpSp>
            <p:nvGrpSpPr>
              <p:cNvPr id="86" name="Google Shape;86;p20"/>
              <p:cNvGrpSpPr/>
              <p:nvPr/>
            </p:nvGrpSpPr>
            <p:grpSpPr>
              <a:xfrm rot="2700000">
                <a:off x="140502" y="4460924"/>
                <a:ext cx="524584" cy="502337"/>
                <a:chOff x="1189791" y="-1767331"/>
                <a:chExt cx="904284" cy="865933"/>
              </a:xfrm>
            </p:grpSpPr>
            <p:sp>
              <p:nvSpPr>
                <p:cNvPr id="87" name="Google Shape;87;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20"/>
                <p:cNvGrpSpPr/>
                <p:nvPr/>
              </p:nvGrpSpPr>
              <p:grpSpPr>
                <a:xfrm>
                  <a:off x="1232795" y="-1740829"/>
                  <a:ext cx="717622" cy="717393"/>
                  <a:chOff x="1483457" y="3953671"/>
                  <a:chExt cx="717622" cy="717393"/>
                </a:xfrm>
              </p:grpSpPr>
              <p:sp>
                <p:nvSpPr>
                  <p:cNvPr id="89" name="Google Shape;89;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4" name="Google Shape;94;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5" name="Shape 95"/>
        <p:cNvGrpSpPr/>
        <p:nvPr/>
      </p:nvGrpSpPr>
      <p:grpSpPr>
        <a:xfrm>
          <a:off x="0" y="0"/>
          <a:ext cx="0" cy="0"/>
          <a:chOff x="0" y="0"/>
          <a:chExt cx="0" cy="0"/>
        </a:xfrm>
      </p:grpSpPr>
      <p:sp>
        <p:nvSpPr>
          <p:cNvPr id="96" name="Google Shape;96;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21"/>
          <p:cNvSpPr txBox="1"/>
          <p:nvPr>
            <p:ph idx="1" type="subTitle"/>
          </p:nvPr>
        </p:nvSpPr>
        <p:spPr>
          <a:xfrm>
            <a:off x="713225" y="2041525"/>
            <a:ext cx="5578500" cy="60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21"/>
          <p:cNvSpPr txBox="1"/>
          <p:nvPr>
            <p:ph idx="2" type="subTitle"/>
          </p:nvPr>
        </p:nvSpPr>
        <p:spPr>
          <a:xfrm>
            <a:off x="713225" y="3366650"/>
            <a:ext cx="55785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p21"/>
          <p:cNvSpPr txBox="1"/>
          <p:nvPr>
            <p:ph idx="3" type="subTitle"/>
          </p:nvPr>
        </p:nvSpPr>
        <p:spPr>
          <a:xfrm>
            <a:off x="713225" y="167940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0" name="Google Shape;100;p21"/>
          <p:cNvSpPr txBox="1"/>
          <p:nvPr>
            <p:ph idx="4" type="subTitle"/>
          </p:nvPr>
        </p:nvSpPr>
        <p:spPr>
          <a:xfrm>
            <a:off x="713225" y="304055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1" name="Google Shape;101;p21"/>
          <p:cNvGrpSpPr/>
          <p:nvPr/>
        </p:nvGrpSpPr>
        <p:grpSpPr>
          <a:xfrm flipH="1" rot="-5400000">
            <a:off x="6239118" y="1032768"/>
            <a:ext cx="5022035" cy="4764449"/>
            <a:chOff x="4571992" y="2268217"/>
            <a:chExt cx="5022035" cy="4764449"/>
          </a:xfrm>
        </p:grpSpPr>
        <p:pic>
          <p:nvPicPr>
            <p:cNvPr id="102" name="Google Shape;102;p21"/>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103" name="Google Shape;103;p21"/>
            <p:cNvGrpSpPr/>
            <p:nvPr/>
          </p:nvGrpSpPr>
          <p:grpSpPr>
            <a:xfrm rot="10800000">
              <a:off x="4571992" y="2268217"/>
              <a:ext cx="5022035" cy="4764449"/>
              <a:chOff x="-494405" y="-1584825"/>
              <a:chExt cx="4397193" cy="4171657"/>
            </a:xfrm>
          </p:grpSpPr>
          <p:grpSp>
            <p:nvGrpSpPr>
              <p:cNvPr id="104" name="Google Shape;104;p21"/>
              <p:cNvGrpSpPr/>
              <p:nvPr/>
            </p:nvGrpSpPr>
            <p:grpSpPr>
              <a:xfrm>
                <a:off x="245875" y="-51824"/>
                <a:ext cx="208200" cy="1824700"/>
                <a:chOff x="1040050" y="3812126"/>
                <a:chExt cx="208200" cy="1824700"/>
              </a:xfrm>
            </p:grpSpPr>
            <p:sp>
              <p:nvSpPr>
                <p:cNvPr id="105" name="Google Shape;105;p21"/>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1"/>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21"/>
              <p:cNvGrpSpPr/>
              <p:nvPr/>
            </p:nvGrpSpPr>
            <p:grpSpPr>
              <a:xfrm rot="-8100000">
                <a:off x="540898" y="-1172741"/>
                <a:ext cx="2552124" cy="3347490"/>
                <a:chOff x="2976325" y="908175"/>
                <a:chExt cx="4028179" cy="5283555"/>
              </a:xfrm>
            </p:grpSpPr>
            <p:sp>
              <p:nvSpPr>
                <p:cNvPr id="108" name="Google Shape;108;p21"/>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21"/>
              <p:cNvGrpSpPr/>
              <p:nvPr/>
            </p:nvGrpSpPr>
            <p:grpSpPr>
              <a:xfrm>
                <a:off x="-1" y="621223"/>
                <a:ext cx="699940" cy="478601"/>
                <a:chOff x="39723" y="4349021"/>
                <a:chExt cx="1061964" cy="726143"/>
              </a:xfrm>
            </p:grpSpPr>
            <p:grpSp>
              <p:nvGrpSpPr>
                <p:cNvPr id="112" name="Google Shape;112;p21"/>
                <p:cNvGrpSpPr/>
                <p:nvPr/>
              </p:nvGrpSpPr>
              <p:grpSpPr>
                <a:xfrm rot="2700000">
                  <a:off x="140502" y="4460924"/>
                  <a:ext cx="524584" cy="502337"/>
                  <a:chOff x="1189791" y="-1767331"/>
                  <a:chExt cx="904284" cy="865933"/>
                </a:xfrm>
              </p:grpSpPr>
              <p:sp>
                <p:nvSpPr>
                  <p:cNvPr id="113" name="Google Shape;113;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21"/>
                  <p:cNvGrpSpPr/>
                  <p:nvPr/>
                </p:nvGrpSpPr>
                <p:grpSpPr>
                  <a:xfrm>
                    <a:off x="1232795" y="-1740829"/>
                    <a:ext cx="717622" cy="717393"/>
                    <a:chOff x="1483457" y="3953671"/>
                    <a:chExt cx="717622" cy="717393"/>
                  </a:xfrm>
                </p:grpSpPr>
                <p:sp>
                  <p:nvSpPr>
                    <p:cNvPr id="115" name="Google Shape;115;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 name="Google Shape;120;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21"/>
              <p:cNvGrpSpPr/>
              <p:nvPr/>
            </p:nvGrpSpPr>
            <p:grpSpPr>
              <a:xfrm>
                <a:off x="955673" y="11"/>
                <a:ext cx="592576" cy="405260"/>
                <a:chOff x="39723" y="4349021"/>
                <a:chExt cx="1061964" cy="726143"/>
              </a:xfrm>
            </p:grpSpPr>
            <p:grpSp>
              <p:nvGrpSpPr>
                <p:cNvPr id="122" name="Google Shape;122;p21"/>
                <p:cNvGrpSpPr/>
                <p:nvPr/>
              </p:nvGrpSpPr>
              <p:grpSpPr>
                <a:xfrm rot="2700000">
                  <a:off x="140502" y="4460924"/>
                  <a:ext cx="524584" cy="502337"/>
                  <a:chOff x="1189791" y="-1767331"/>
                  <a:chExt cx="904284" cy="865933"/>
                </a:xfrm>
              </p:grpSpPr>
              <p:sp>
                <p:nvSpPr>
                  <p:cNvPr id="123" name="Google Shape;123;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 name="Google Shape;124;p21"/>
                  <p:cNvGrpSpPr/>
                  <p:nvPr/>
                </p:nvGrpSpPr>
                <p:grpSpPr>
                  <a:xfrm>
                    <a:off x="1232795" y="-1740829"/>
                    <a:ext cx="717622" cy="717393"/>
                    <a:chOff x="1483457" y="3953671"/>
                    <a:chExt cx="717622" cy="717393"/>
                  </a:xfrm>
                </p:grpSpPr>
                <p:sp>
                  <p:nvSpPr>
                    <p:cNvPr id="125" name="Google Shape;125;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0" name="Google Shape;130;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21"/>
              <p:cNvGrpSpPr/>
              <p:nvPr/>
            </p:nvGrpSpPr>
            <p:grpSpPr>
              <a:xfrm>
                <a:off x="441574" y="-36652"/>
                <a:ext cx="699940" cy="478601"/>
                <a:chOff x="39723" y="4349021"/>
                <a:chExt cx="1061964" cy="726143"/>
              </a:xfrm>
            </p:grpSpPr>
            <p:grpSp>
              <p:nvGrpSpPr>
                <p:cNvPr id="132" name="Google Shape;132;p21"/>
                <p:cNvGrpSpPr/>
                <p:nvPr/>
              </p:nvGrpSpPr>
              <p:grpSpPr>
                <a:xfrm rot="2700000">
                  <a:off x="140502" y="4460924"/>
                  <a:ext cx="524584" cy="502337"/>
                  <a:chOff x="1189791" y="-1767331"/>
                  <a:chExt cx="904284" cy="865933"/>
                </a:xfrm>
              </p:grpSpPr>
              <p:sp>
                <p:nvSpPr>
                  <p:cNvPr id="133" name="Google Shape;133;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21"/>
                  <p:cNvGrpSpPr/>
                  <p:nvPr/>
                </p:nvGrpSpPr>
                <p:grpSpPr>
                  <a:xfrm>
                    <a:off x="1232795" y="-1740829"/>
                    <a:ext cx="717622" cy="717393"/>
                    <a:chOff x="1483457" y="3953671"/>
                    <a:chExt cx="717622" cy="717393"/>
                  </a:xfrm>
                </p:grpSpPr>
                <p:sp>
                  <p:nvSpPr>
                    <p:cNvPr id="135" name="Google Shape;135;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0" name="Google Shape;140;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 name="Google Shape;141;p21"/>
              <p:cNvGrpSpPr/>
              <p:nvPr/>
            </p:nvGrpSpPr>
            <p:grpSpPr>
              <a:xfrm>
                <a:off x="-494405" y="-252396"/>
                <a:ext cx="1741563" cy="1288563"/>
                <a:chOff x="-494405" y="-252396"/>
                <a:chExt cx="1741563" cy="1288563"/>
              </a:xfrm>
            </p:grpSpPr>
            <p:sp>
              <p:nvSpPr>
                <p:cNvPr id="142" name="Google Shape;142;p21"/>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1"/>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4" name="Google Shape;144;p21"/>
            <p:cNvGrpSpPr/>
            <p:nvPr/>
          </p:nvGrpSpPr>
          <p:grpSpPr>
            <a:xfrm>
              <a:off x="5643425" y="4968525"/>
              <a:ext cx="439200" cy="439100"/>
              <a:chOff x="1101075" y="2142375"/>
              <a:chExt cx="439200" cy="439100"/>
            </a:xfrm>
          </p:grpSpPr>
          <p:sp>
            <p:nvSpPr>
              <p:cNvPr id="145" name="Google Shape;145;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147" name="Google Shape;147;p21"/>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48" name="Google Shape;148;p21"/>
          <p:cNvGrpSpPr/>
          <p:nvPr/>
        </p:nvGrpSpPr>
        <p:grpSpPr>
          <a:xfrm rot="10800000">
            <a:off x="6045700" y="237976"/>
            <a:ext cx="4558967" cy="134100"/>
            <a:chOff x="796100" y="3019701"/>
            <a:chExt cx="4558967" cy="134100"/>
          </a:xfrm>
        </p:grpSpPr>
        <p:sp>
          <p:nvSpPr>
            <p:cNvPr id="149" name="Google Shape;149;p2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0" name="Google Shape;150;p21"/>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51" name="Google Shape;151;p2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21"/>
          <p:cNvGrpSpPr/>
          <p:nvPr/>
        </p:nvGrpSpPr>
        <p:grpSpPr>
          <a:xfrm>
            <a:off x="-1143750" y="3925887"/>
            <a:ext cx="4558967" cy="1517787"/>
            <a:chOff x="-1143750" y="3849687"/>
            <a:chExt cx="4558967" cy="1517787"/>
          </a:xfrm>
        </p:grpSpPr>
        <p:grpSp>
          <p:nvGrpSpPr>
            <p:cNvPr id="153" name="Google Shape;153;p21"/>
            <p:cNvGrpSpPr/>
            <p:nvPr/>
          </p:nvGrpSpPr>
          <p:grpSpPr>
            <a:xfrm rot="5400000">
              <a:off x="-805838" y="4155104"/>
              <a:ext cx="1517787" cy="906953"/>
              <a:chOff x="-55500" y="4835979"/>
              <a:chExt cx="1517787" cy="906953"/>
            </a:xfrm>
          </p:grpSpPr>
          <p:sp>
            <p:nvSpPr>
              <p:cNvPr id="154" name="Google Shape;154;p21"/>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1"/>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1"/>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1"/>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21"/>
            <p:cNvGrpSpPr/>
            <p:nvPr/>
          </p:nvGrpSpPr>
          <p:grpSpPr>
            <a:xfrm>
              <a:off x="-549966" y="3946425"/>
              <a:ext cx="2833357" cy="1421047"/>
              <a:chOff x="-677366" y="4067275"/>
              <a:chExt cx="2833357" cy="1421047"/>
            </a:xfrm>
          </p:grpSpPr>
          <p:sp>
            <p:nvSpPr>
              <p:cNvPr id="159" name="Google Shape;159;p21"/>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0" name="Google Shape;160;p21"/>
              <p:cNvGrpSpPr/>
              <p:nvPr/>
            </p:nvGrpSpPr>
            <p:grpSpPr>
              <a:xfrm>
                <a:off x="317735" y="4614472"/>
                <a:ext cx="161977" cy="161940"/>
                <a:chOff x="1101075" y="2142375"/>
                <a:chExt cx="439200" cy="439100"/>
              </a:xfrm>
            </p:grpSpPr>
            <p:sp>
              <p:nvSpPr>
                <p:cNvPr id="161" name="Google Shape;161;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21"/>
              <p:cNvGrpSpPr/>
              <p:nvPr/>
            </p:nvGrpSpPr>
            <p:grpSpPr>
              <a:xfrm rot="10800000">
                <a:off x="1700151" y="5032693"/>
                <a:ext cx="161977" cy="161940"/>
                <a:chOff x="1101075" y="2142375"/>
                <a:chExt cx="439200" cy="439100"/>
              </a:xfrm>
            </p:grpSpPr>
            <p:sp>
              <p:nvSpPr>
                <p:cNvPr id="164" name="Google Shape;164;p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6" name="Google Shape;166;p21"/>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 name="Google Shape;167;p21"/>
            <p:cNvGrpSpPr/>
            <p:nvPr/>
          </p:nvGrpSpPr>
          <p:grpSpPr>
            <a:xfrm>
              <a:off x="-1143750" y="4741576"/>
              <a:ext cx="4558967" cy="134100"/>
              <a:chOff x="796100" y="3019701"/>
              <a:chExt cx="4558967" cy="134100"/>
            </a:xfrm>
          </p:grpSpPr>
          <p:sp>
            <p:nvSpPr>
              <p:cNvPr id="168" name="Google Shape;168;p2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9" name="Google Shape;169;p21"/>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70" name="Google Shape;170;p2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1" name="Shape 17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2" name="Shape 172"/>
        <p:cNvGrpSpPr/>
        <p:nvPr/>
      </p:nvGrpSpPr>
      <p:grpSpPr>
        <a:xfrm>
          <a:off x="0" y="0"/>
          <a:ext cx="0" cy="0"/>
          <a:chOff x="0" y="0"/>
          <a:chExt cx="0" cy="0"/>
        </a:xfrm>
      </p:grpSpPr>
      <p:grpSp>
        <p:nvGrpSpPr>
          <p:cNvPr id="173" name="Google Shape;173;p23"/>
          <p:cNvGrpSpPr/>
          <p:nvPr/>
        </p:nvGrpSpPr>
        <p:grpSpPr>
          <a:xfrm>
            <a:off x="-623241" y="3925887"/>
            <a:ext cx="2833357" cy="1517787"/>
            <a:chOff x="-623241" y="3849687"/>
            <a:chExt cx="2833357" cy="1517787"/>
          </a:xfrm>
        </p:grpSpPr>
        <p:grpSp>
          <p:nvGrpSpPr>
            <p:cNvPr id="174" name="Google Shape;174;p23"/>
            <p:cNvGrpSpPr/>
            <p:nvPr/>
          </p:nvGrpSpPr>
          <p:grpSpPr>
            <a:xfrm rot="5400000">
              <a:off x="-879113" y="4155104"/>
              <a:ext cx="1517787" cy="906953"/>
              <a:chOff x="-55500" y="4835979"/>
              <a:chExt cx="1517787" cy="906953"/>
            </a:xfrm>
          </p:grpSpPr>
          <p:sp>
            <p:nvSpPr>
              <p:cNvPr id="175" name="Google Shape;175;p2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 name="Google Shape;179;p23"/>
            <p:cNvGrpSpPr/>
            <p:nvPr/>
          </p:nvGrpSpPr>
          <p:grpSpPr>
            <a:xfrm>
              <a:off x="-623241" y="3946425"/>
              <a:ext cx="2833357" cy="1421047"/>
              <a:chOff x="-677366" y="4067275"/>
              <a:chExt cx="2833357" cy="1421047"/>
            </a:xfrm>
          </p:grpSpPr>
          <p:sp>
            <p:nvSpPr>
              <p:cNvPr id="180" name="Google Shape;180;p2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23"/>
              <p:cNvGrpSpPr/>
              <p:nvPr/>
            </p:nvGrpSpPr>
            <p:grpSpPr>
              <a:xfrm>
                <a:off x="317735" y="4614472"/>
                <a:ext cx="161977" cy="161940"/>
                <a:chOff x="1101075" y="2142375"/>
                <a:chExt cx="439200" cy="439100"/>
              </a:xfrm>
            </p:grpSpPr>
            <p:sp>
              <p:nvSpPr>
                <p:cNvPr id="182" name="Google Shape;182;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23"/>
              <p:cNvGrpSpPr/>
              <p:nvPr/>
            </p:nvGrpSpPr>
            <p:grpSpPr>
              <a:xfrm rot="10800000">
                <a:off x="1700151" y="5032693"/>
                <a:ext cx="161977" cy="161940"/>
                <a:chOff x="1101075" y="2142375"/>
                <a:chExt cx="439200" cy="439100"/>
              </a:xfrm>
            </p:grpSpPr>
            <p:sp>
              <p:nvSpPr>
                <p:cNvPr id="185" name="Google Shape;185;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7" name="Google Shape;187;p23"/>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23"/>
          <p:cNvGrpSpPr/>
          <p:nvPr/>
        </p:nvGrpSpPr>
        <p:grpSpPr>
          <a:xfrm>
            <a:off x="6323926" y="-1678249"/>
            <a:ext cx="4189198" cy="3065874"/>
            <a:chOff x="6171526" y="-1678249"/>
            <a:chExt cx="4189198" cy="3065874"/>
          </a:xfrm>
        </p:grpSpPr>
        <p:sp>
          <p:nvSpPr>
            <p:cNvPr id="189" name="Google Shape;189;p23"/>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0" name="Google Shape;190;p23"/>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91" name="Google Shape;191;p23"/>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23"/>
            <p:cNvGrpSpPr/>
            <p:nvPr/>
          </p:nvGrpSpPr>
          <p:grpSpPr>
            <a:xfrm rot="-2700000">
              <a:off x="8302147" y="61289"/>
              <a:ext cx="582044" cy="582419"/>
              <a:chOff x="959750" y="3039275"/>
              <a:chExt cx="582050" cy="582425"/>
            </a:xfrm>
          </p:grpSpPr>
          <p:sp>
            <p:nvSpPr>
              <p:cNvPr id="193" name="Google Shape;193;p2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23"/>
            <p:cNvGrpSpPr/>
            <p:nvPr/>
          </p:nvGrpSpPr>
          <p:grpSpPr>
            <a:xfrm rot="-2700000">
              <a:off x="8551447" y="61289"/>
              <a:ext cx="582044" cy="582419"/>
              <a:chOff x="959750" y="3039275"/>
              <a:chExt cx="582050" cy="582425"/>
            </a:xfrm>
          </p:grpSpPr>
          <p:sp>
            <p:nvSpPr>
              <p:cNvPr id="201" name="Google Shape;201;p2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8" name="Google Shape;208;p23"/>
          <p:cNvGrpSpPr/>
          <p:nvPr/>
        </p:nvGrpSpPr>
        <p:grpSpPr>
          <a:xfrm rot="2700000">
            <a:off x="8945322" y="2352177"/>
            <a:ext cx="439196" cy="439096"/>
            <a:chOff x="1101075" y="2142375"/>
            <a:chExt cx="439200" cy="439100"/>
          </a:xfrm>
        </p:grpSpPr>
        <p:sp>
          <p:nvSpPr>
            <p:cNvPr id="209" name="Google Shape;209;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11" name="Shape 211"/>
        <p:cNvGrpSpPr/>
        <p:nvPr/>
      </p:nvGrpSpPr>
      <p:grpSpPr>
        <a:xfrm>
          <a:off x="0" y="0"/>
          <a:ext cx="0" cy="0"/>
          <a:chOff x="0" y="0"/>
          <a:chExt cx="0" cy="0"/>
        </a:xfrm>
      </p:grpSpPr>
      <p:grpSp>
        <p:nvGrpSpPr>
          <p:cNvPr id="212" name="Google Shape;212;p24"/>
          <p:cNvGrpSpPr/>
          <p:nvPr/>
        </p:nvGrpSpPr>
        <p:grpSpPr>
          <a:xfrm>
            <a:off x="8332550" y="-7"/>
            <a:ext cx="2386151" cy="3293872"/>
            <a:chOff x="8256352" y="-7"/>
            <a:chExt cx="2386151" cy="3293872"/>
          </a:xfrm>
        </p:grpSpPr>
        <p:pic>
          <p:nvPicPr>
            <p:cNvPr id="213" name="Google Shape;213;p24"/>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14" name="Google Shape;214;p24"/>
            <p:cNvGrpSpPr/>
            <p:nvPr/>
          </p:nvGrpSpPr>
          <p:grpSpPr>
            <a:xfrm rot="10800000">
              <a:off x="8452443" y="-7"/>
              <a:ext cx="325155" cy="1788670"/>
              <a:chOff x="8869019" y="-622132"/>
              <a:chExt cx="325155" cy="1788670"/>
            </a:xfrm>
          </p:grpSpPr>
          <p:sp>
            <p:nvSpPr>
              <p:cNvPr id="215" name="Google Shape;215;p24"/>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24"/>
              <p:cNvGrpSpPr/>
              <p:nvPr/>
            </p:nvGrpSpPr>
            <p:grpSpPr>
              <a:xfrm rot="1800062">
                <a:off x="9035610" y="1007995"/>
                <a:ext cx="134040" cy="134009"/>
                <a:chOff x="1101075" y="2142375"/>
                <a:chExt cx="439200" cy="439100"/>
              </a:xfrm>
            </p:grpSpPr>
            <p:sp>
              <p:nvSpPr>
                <p:cNvPr id="217" name="Google Shape;217;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000"/>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19" name="Google Shape;219;p24"/>
          <p:cNvGrpSpPr/>
          <p:nvPr/>
        </p:nvGrpSpPr>
        <p:grpSpPr>
          <a:xfrm>
            <a:off x="-213525" y="171225"/>
            <a:ext cx="439200" cy="439100"/>
            <a:chOff x="1101075" y="2142375"/>
            <a:chExt cx="439200" cy="439100"/>
          </a:xfrm>
        </p:grpSpPr>
        <p:sp>
          <p:nvSpPr>
            <p:cNvPr id="220" name="Google Shape;220;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24"/>
          <p:cNvGrpSpPr/>
          <p:nvPr/>
        </p:nvGrpSpPr>
        <p:grpSpPr>
          <a:xfrm>
            <a:off x="-1262974" y="3161327"/>
            <a:ext cx="4822591" cy="2934500"/>
            <a:chOff x="-1186774" y="3161328"/>
            <a:chExt cx="4822591" cy="2934500"/>
          </a:xfrm>
        </p:grpSpPr>
        <p:pic>
          <p:nvPicPr>
            <p:cNvPr id="223" name="Google Shape;223;p24"/>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24" name="Google Shape;224;p24"/>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 name="Google Shape;225;p24"/>
            <p:cNvGrpSpPr/>
            <p:nvPr/>
          </p:nvGrpSpPr>
          <p:grpSpPr>
            <a:xfrm>
              <a:off x="58899" y="4608583"/>
              <a:ext cx="604346" cy="657081"/>
              <a:chOff x="58899" y="4608583"/>
              <a:chExt cx="604346" cy="657081"/>
            </a:xfrm>
          </p:grpSpPr>
          <p:grpSp>
            <p:nvGrpSpPr>
              <p:cNvPr id="226" name="Google Shape;226;p24"/>
              <p:cNvGrpSpPr/>
              <p:nvPr/>
            </p:nvGrpSpPr>
            <p:grpSpPr>
              <a:xfrm rot="10800000">
                <a:off x="58899" y="4608583"/>
                <a:ext cx="328346" cy="328531"/>
                <a:chOff x="3678700" y="407275"/>
                <a:chExt cx="708100" cy="708500"/>
              </a:xfrm>
            </p:grpSpPr>
            <p:sp>
              <p:nvSpPr>
                <p:cNvPr id="227" name="Google Shape;227;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24"/>
              <p:cNvGrpSpPr/>
              <p:nvPr/>
            </p:nvGrpSpPr>
            <p:grpSpPr>
              <a:xfrm rot="10800000">
                <a:off x="334899" y="4608583"/>
                <a:ext cx="328346" cy="328531"/>
                <a:chOff x="3678700" y="407275"/>
                <a:chExt cx="708100" cy="708500"/>
              </a:xfrm>
            </p:grpSpPr>
            <p:sp>
              <p:nvSpPr>
                <p:cNvPr id="235" name="Google Shape;235;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24"/>
              <p:cNvGrpSpPr/>
              <p:nvPr/>
            </p:nvGrpSpPr>
            <p:grpSpPr>
              <a:xfrm rot="10800000">
                <a:off x="282574" y="4937133"/>
                <a:ext cx="328346" cy="328531"/>
                <a:chOff x="3678700" y="407275"/>
                <a:chExt cx="708100" cy="708500"/>
              </a:xfrm>
            </p:grpSpPr>
            <p:sp>
              <p:nvSpPr>
                <p:cNvPr id="243" name="Google Shape;243;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0" name="Google Shape;250;p24"/>
            <p:cNvGrpSpPr/>
            <p:nvPr/>
          </p:nvGrpSpPr>
          <p:grpSpPr>
            <a:xfrm>
              <a:off x="-923150" y="4796551"/>
              <a:ext cx="4558967" cy="134100"/>
              <a:chOff x="796100" y="3019701"/>
              <a:chExt cx="4558967" cy="134100"/>
            </a:xfrm>
          </p:grpSpPr>
          <p:sp>
            <p:nvSpPr>
              <p:cNvPr id="251" name="Google Shape;251;p24"/>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2" name="Google Shape;252;p24"/>
              <p:cNvCxnSpPr/>
              <p:nvPr/>
            </p:nvCxnSpPr>
            <p:spPr>
              <a:xfrm>
                <a:off x="796100" y="3086750"/>
                <a:ext cx="4462800" cy="0"/>
              </a:xfrm>
              <a:prstGeom prst="straightConnector1">
                <a:avLst/>
              </a:prstGeom>
              <a:noFill/>
              <a:ln cap="flat" cmpd="sng" w="9525">
                <a:solidFill>
                  <a:schemeClr val="lt1"/>
                </a:solidFill>
                <a:prstDash val="solid"/>
                <a:round/>
                <a:headEnd len="sm" w="sm" type="none"/>
                <a:tailEnd len="sm" w="sm" type="none"/>
              </a:ln>
            </p:spPr>
          </p:cxnSp>
          <p:sp>
            <p:nvSpPr>
              <p:cNvPr id="253" name="Google Shape;253;p24"/>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1pPr>
            <a:lvl2pPr lvl="1"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2pPr>
            <a:lvl3pPr lvl="2"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3pPr>
            <a:lvl4pPr lvl="3"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4pPr>
            <a:lvl5pPr lvl="4"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5pPr>
            <a:lvl6pPr lvl="5"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6pPr>
            <a:lvl7pPr lvl="6"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7pPr>
            <a:lvl8pPr lvl="7"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8pPr>
            <a:lvl9pPr lvl="8"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9pPr>
          </a:lstStyle>
          <a:p/>
        </p:txBody>
      </p:sp>
      <p:sp>
        <p:nvSpPr>
          <p:cNvPr id="7" name="Google Shape;7;p19"/>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1"/>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a:t>Lecture 7</a:t>
            </a:r>
            <a:endParaRPr b="1"/>
          </a:p>
          <a:p>
            <a:pPr indent="0" lvl="0" marL="0" rtl="0" algn="l">
              <a:lnSpc>
                <a:spcPct val="115000"/>
              </a:lnSpc>
              <a:spcBef>
                <a:spcPts val="0"/>
              </a:spcBef>
              <a:spcAft>
                <a:spcPts val="0"/>
              </a:spcAft>
              <a:buSzPts val="1400"/>
              <a:buNone/>
            </a:pPr>
            <a:r>
              <a:t/>
            </a:r>
            <a:endParaRPr b="1"/>
          </a:p>
        </p:txBody>
      </p:sp>
      <p:sp>
        <p:nvSpPr>
          <p:cNvPr id="259" name="Google Shape;259;p1"/>
          <p:cNvSpPr txBox="1"/>
          <p:nvPr>
            <p:ph type="ctrTitle"/>
          </p:nvPr>
        </p:nvSpPr>
        <p:spPr>
          <a:xfrm>
            <a:off x="1096851" y="1066800"/>
            <a:ext cx="7374964"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4000"/>
              <a:t>APT</a:t>
            </a:r>
            <a:r>
              <a:rPr lang="en-US" sz="4000">
                <a:solidFill>
                  <a:schemeClr val="dk2"/>
                </a:solidFill>
              </a:rPr>
              <a:t> </a:t>
            </a:r>
            <a:endParaRPr sz="4000">
              <a:solidFill>
                <a:schemeClr val="dk2"/>
              </a:solidFill>
            </a:endParaRPr>
          </a:p>
        </p:txBody>
      </p:sp>
      <p:grpSp>
        <p:nvGrpSpPr>
          <p:cNvPr id="260" name="Google Shape;260;p1"/>
          <p:cNvGrpSpPr/>
          <p:nvPr/>
        </p:nvGrpSpPr>
        <p:grpSpPr>
          <a:xfrm>
            <a:off x="1096850" y="3242811"/>
            <a:ext cx="3936684" cy="134070"/>
            <a:chOff x="1096850" y="3242811"/>
            <a:chExt cx="3936684" cy="134070"/>
          </a:xfrm>
        </p:grpSpPr>
        <p:cxnSp>
          <p:nvCxnSpPr>
            <p:cNvPr id="261" name="Google Shape;261;p1"/>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262" name="Google Shape;262;p1"/>
            <p:cNvGrpSpPr/>
            <p:nvPr/>
          </p:nvGrpSpPr>
          <p:grpSpPr>
            <a:xfrm>
              <a:off x="4899464" y="3242811"/>
              <a:ext cx="134070" cy="134070"/>
              <a:chOff x="8382514" y="1084976"/>
              <a:chExt cx="265800" cy="265800"/>
            </a:xfrm>
          </p:grpSpPr>
          <p:sp>
            <p:nvSpPr>
              <p:cNvPr id="263" name="Google Shape;263;p1"/>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1"/>
          <p:cNvGrpSpPr/>
          <p:nvPr/>
        </p:nvGrpSpPr>
        <p:grpSpPr>
          <a:xfrm>
            <a:off x="8017432" y="-313900"/>
            <a:ext cx="134070" cy="1891363"/>
            <a:chOff x="8017432" y="-313900"/>
            <a:chExt cx="134070" cy="1891363"/>
          </a:xfrm>
        </p:grpSpPr>
        <p:sp>
          <p:nvSpPr>
            <p:cNvPr id="266" name="Google Shape;266;p1"/>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7" name="Google Shape;267;p1"/>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268" name="Google Shape;268;p1"/>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 name="Google Shape;269;p1"/>
          <p:cNvGrpSpPr/>
          <p:nvPr/>
        </p:nvGrpSpPr>
        <p:grpSpPr>
          <a:xfrm>
            <a:off x="6309526" y="957475"/>
            <a:ext cx="3504715" cy="5119205"/>
            <a:chOff x="6309526" y="836950"/>
            <a:chExt cx="3504715" cy="5119205"/>
          </a:xfrm>
        </p:grpSpPr>
        <p:sp>
          <p:nvSpPr>
            <p:cNvPr id="270" name="Google Shape;270;p1"/>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1" name="Google Shape;271;p1"/>
            <p:cNvGrpSpPr/>
            <p:nvPr/>
          </p:nvGrpSpPr>
          <p:grpSpPr>
            <a:xfrm>
              <a:off x="7728436" y="3524084"/>
              <a:ext cx="134004" cy="134004"/>
              <a:chOff x="8356813" y="1074288"/>
              <a:chExt cx="351900" cy="351900"/>
            </a:xfrm>
          </p:grpSpPr>
          <p:sp>
            <p:nvSpPr>
              <p:cNvPr id="272" name="Google Shape;272;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 name="Google Shape;274;p1"/>
            <p:cNvGrpSpPr/>
            <p:nvPr/>
          </p:nvGrpSpPr>
          <p:grpSpPr>
            <a:xfrm>
              <a:off x="7344361" y="3150259"/>
              <a:ext cx="134004" cy="134004"/>
              <a:chOff x="8356813" y="1074288"/>
              <a:chExt cx="351900" cy="351900"/>
            </a:xfrm>
          </p:grpSpPr>
          <p:sp>
            <p:nvSpPr>
              <p:cNvPr id="275" name="Google Shape;275;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 name="Google Shape;277;p1"/>
            <p:cNvGrpSpPr/>
            <p:nvPr/>
          </p:nvGrpSpPr>
          <p:grpSpPr>
            <a:xfrm>
              <a:off x="8337811" y="2464059"/>
              <a:ext cx="134004" cy="134004"/>
              <a:chOff x="8356813" y="1074288"/>
              <a:chExt cx="351900" cy="351900"/>
            </a:xfrm>
          </p:grpSpPr>
          <p:sp>
            <p:nvSpPr>
              <p:cNvPr id="278" name="Google Shape;278;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0" name="Google Shape;280;p1"/>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What is APT</a:t>
            </a:r>
            <a:endParaRPr/>
          </a:p>
        </p:txBody>
      </p:sp>
      <p:sp>
        <p:nvSpPr>
          <p:cNvPr id="286" name="Google Shape;286;p10"/>
          <p:cNvSpPr txBox="1"/>
          <p:nvPr>
            <p:ph idx="1" type="subTitle"/>
          </p:nvPr>
        </p:nvSpPr>
        <p:spPr>
          <a:xfrm>
            <a:off x="720000" y="1143000"/>
            <a:ext cx="7473024" cy="3289108"/>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Advanced Persistent Threats (APTs) are sophisticated and targeted cyberattacks carried out by well-funded and highly skilled threat actors, such as nation-states, organized cybercriminal groups, or advanced hackers. APTs are characterized by their persistence, stealth, and strategic focus on specific targets, typically with the aim of infiltrating and compromising computer systems and networks over an extended period.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Key Characteristics of APT</a:t>
            </a:r>
            <a:endParaRPr/>
          </a:p>
        </p:txBody>
      </p:sp>
      <p:sp>
        <p:nvSpPr>
          <p:cNvPr id="292" name="Google Shape;292;p11"/>
          <p:cNvSpPr txBox="1"/>
          <p:nvPr>
            <p:ph idx="1" type="subTitle"/>
          </p:nvPr>
        </p:nvSpPr>
        <p:spPr>
          <a:xfrm>
            <a:off x="720000" y="1143000"/>
            <a:ext cx="7473024" cy="3289108"/>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b="1" lang="en-US"/>
              <a:t>1. Advanced Techniques: </a:t>
            </a:r>
            <a:r>
              <a:rPr lang="en-US"/>
              <a:t>APT actors use advanced and often custom-built malware, tactics, and procedures to carry out their attacks.</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2. Persistence: </a:t>
            </a:r>
            <a:r>
              <a:rPr lang="en-US"/>
              <a:t>APTs aim to maintain unauthorized access to compromised systems for an extended period, remaining undetected.</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3. Targeted: </a:t>
            </a:r>
            <a:r>
              <a:rPr lang="en-US"/>
              <a:t>APT attacks are highly focused on specific organizations, industries, or individuals, often involving extensive reconnaissance.</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4. Stealth: </a:t>
            </a:r>
            <a:r>
              <a:rPr lang="en-US"/>
              <a:t>APTs employ various techniques to evade detection, such as encryption, obfuscation, and anti-analysis measures.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Key Characteristics of APT (Cont.) </a:t>
            </a:r>
            <a:endParaRPr/>
          </a:p>
        </p:txBody>
      </p:sp>
      <p:sp>
        <p:nvSpPr>
          <p:cNvPr id="298" name="Google Shape;298;p12"/>
          <p:cNvSpPr txBox="1"/>
          <p:nvPr>
            <p:ph idx="1" type="subTitle"/>
          </p:nvPr>
        </p:nvSpPr>
        <p:spPr>
          <a:xfrm>
            <a:off x="720000" y="1143000"/>
            <a:ext cx="7473024" cy="3289108"/>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b="1" lang="en-US"/>
              <a:t>5. Objectives: </a:t>
            </a:r>
            <a:r>
              <a:rPr lang="en-US"/>
              <a:t>APTs pursue goals like espionage, data theft, intellectual property theft, long-term surveillance, or sabotage.</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6. Resourcefulness: </a:t>
            </a:r>
            <a:r>
              <a:rPr lang="en-US"/>
              <a:t>APT actors have significant resources, including financial, technological, and human assets.</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7. Command and Control (C2): </a:t>
            </a:r>
            <a:r>
              <a:rPr lang="en-US"/>
              <a:t>APTs often use remote command and control servers to manage compromised systems and exfiltrate data.</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6. Zero-Days and Exploits: </a:t>
            </a:r>
            <a:r>
              <a:rPr lang="en-US"/>
              <a:t>APTs may employ zero-day vulnerabilities and advanced methods to compromise systems.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Lifecycle of APT</a:t>
            </a:r>
            <a:endParaRPr/>
          </a:p>
        </p:txBody>
      </p:sp>
      <p:sp>
        <p:nvSpPr>
          <p:cNvPr id="304" name="Google Shape;304;p13"/>
          <p:cNvSpPr txBox="1"/>
          <p:nvPr>
            <p:ph idx="1" type="subTitle"/>
          </p:nvPr>
        </p:nvSpPr>
        <p:spPr>
          <a:xfrm>
            <a:off x="720000" y="1017725"/>
            <a:ext cx="3385275" cy="33147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lang="en-US"/>
              <a:t>The Advanced Persistent Threat (APT) lifecycle, often referred to as the APT attack lifecycle, describes the various stages that APT actors typically go through when conducting a targeted cyberattack. It provides insight into how these sophisticated attacks unfold over time. The APT lifecycle stages can vary slightly depending on the source. </a:t>
            </a:r>
            <a:endParaRPr/>
          </a:p>
        </p:txBody>
      </p:sp>
      <p:pic>
        <p:nvPicPr>
          <p:cNvPr id="305" name="Google Shape;305;p13"/>
          <p:cNvPicPr preferRelativeResize="0"/>
          <p:nvPr/>
        </p:nvPicPr>
        <p:blipFill rotWithShape="1">
          <a:blip r:embed="rId3">
            <a:alphaModFix/>
          </a:blip>
          <a:srcRect b="0" l="0" r="0" t="0"/>
          <a:stretch/>
        </p:blipFill>
        <p:spPr>
          <a:xfrm>
            <a:off x="4277852" y="387481"/>
            <a:ext cx="4561347" cy="43685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Lifecycle of APT</a:t>
            </a:r>
            <a:endParaRPr/>
          </a:p>
        </p:txBody>
      </p:sp>
      <p:sp>
        <p:nvSpPr>
          <p:cNvPr id="311" name="Google Shape;311;p14"/>
          <p:cNvSpPr txBox="1"/>
          <p:nvPr>
            <p:ph idx="1" type="subTitle"/>
          </p:nvPr>
        </p:nvSpPr>
        <p:spPr>
          <a:xfrm>
            <a:off x="720000" y="927196"/>
            <a:ext cx="7473024" cy="3289108"/>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1. Define target: </a:t>
            </a:r>
            <a:r>
              <a:rPr lang="en-US"/>
              <a:t>Determine who you’re targeting, what you hope to accomplish – and why.</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2. Find and organize accomplices: </a:t>
            </a:r>
            <a:r>
              <a:rPr lang="en-US"/>
              <a:t>Select team members, identify required skills, and pursue insider access.</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3. Build or acquire tools: </a:t>
            </a:r>
            <a:r>
              <a:rPr lang="en-US"/>
              <a:t>Find currently available tools, or create new applications to get the right tools for the job.</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4. Research target: </a:t>
            </a:r>
            <a:r>
              <a:rPr lang="en-US"/>
              <a:t>Discover who has access you need, what hardware and software the target uses, and how to best engineer the attack.</a:t>
            </a:r>
            <a:endParaRPr/>
          </a:p>
          <a:p>
            <a:pPr indent="0" lvl="0" marL="139700" rtl="0" algn="just">
              <a:lnSpc>
                <a:spcPct val="115000"/>
              </a:lnSpc>
              <a:spcBef>
                <a:spcPts val="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Lifecycle of APT</a:t>
            </a:r>
            <a:endParaRPr/>
          </a:p>
        </p:txBody>
      </p:sp>
      <p:sp>
        <p:nvSpPr>
          <p:cNvPr id="317" name="Google Shape;317;p15"/>
          <p:cNvSpPr txBox="1"/>
          <p:nvPr>
            <p:ph idx="1" type="subTitle"/>
          </p:nvPr>
        </p:nvSpPr>
        <p:spPr>
          <a:xfrm>
            <a:off x="720000" y="955150"/>
            <a:ext cx="7473024" cy="3743325"/>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4. Test for detection: </a:t>
            </a:r>
            <a:r>
              <a:rPr lang="en-US"/>
              <a:t>Deploy a small reconnaissance version of your software, test communications and alarms, identify any weak spots.</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5. Deployment: </a:t>
            </a:r>
            <a:r>
              <a:rPr lang="en-US"/>
              <a:t>The dance begins. Deploy the full suite and begin infiltration.</a:t>
            </a:r>
            <a:endParaRPr/>
          </a:p>
          <a:p>
            <a:pPr indent="0" lvl="0" marL="139700" rtl="0" algn="just">
              <a:lnSpc>
                <a:spcPct val="115000"/>
              </a:lnSpc>
              <a:spcBef>
                <a:spcPts val="0"/>
              </a:spcBef>
              <a:spcAft>
                <a:spcPts val="0"/>
              </a:spcAft>
              <a:buSzPts val="2800"/>
              <a:buNone/>
            </a:pPr>
            <a:r>
              <a:rPr lang="en-US"/>
              <a:t>Initial intrusion: Once you’re inside the network, figure out where to go and find your target.</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6. Outbound connection initiated: </a:t>
            </a:r>
            <a:r>
              <a:rPr lang="en-US"/>
              <a:t>Target acquired, requesting evac. Create a tunnel to begin sending data from the target.</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7. Expand access and obtain credentials: </a:t>
            </a:r>
            <a:r>
              <a:rPr lang="en-US"/>
              <a:t>Create a “ghost network” under your control inside the target network, leveraging your access to gain more movement.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Lifecycle of APT</a:t>
            </a:r>
            <a:endParaRPr/>
          </a:p>
        </p:txBody>
      </p:sp>
      <p:sp>
        <p:nvSpPr>
          <p:cNvPr id="323" name="Google Shape;323;p16"/>
          <p:cNvSpPr txBox="1"/>
          <p:nvPr>
            <p:ph idx="1" type="subTitle"/>
          </p:nvPr>
        </p:nvSpPr>
        <p:spPr>
          <a:xfrm>
            <a:off x="720000" y="955150"/>
            <a:ext cx="7473024" cy="3743325"/>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8. Strengthen foothold: </a:t>
            </a:r>
            <a:r>
              <a:rPr lang="en-US"/>
              <a:t>Exploit other vulnerabilities to establish more zombies or extend your access to other valuable locations.</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9. Exfiltrate data: </a:t>
            </a:r>
            <a:r>
              <a:rPr lang="en-US"/>
              <a:t>Once you find what you were looking for, get it back to base.</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rPr b="1" lang="en-US"/>
              <a:t>10. Cover tracks and remain undetected: </a:t>
            </a:r>
            <a:r>
              <a:rPr lang="en-US"/>
              <a:t>The entire operation hinges upon your ability to stay hidden on the network. Keep rolling high on your stealth checks and make sure to clean up after yourself.</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7"/>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Questions</a:t>
            </a:r>
            <a:endParaRPr sz="4000">
              <a:solidFill>
                <a:schemeClr val="dk2"/>
              </a:solidFill>
            </a:endParaRPr>
          </a:p>
        </p:txBody>
      </p:sp>
      <p:grpSp>
        <p:nvGrpSpPr>
          <p:cNvPr id="329" name="Google Shape;329;p17"/>
          <p:cNvGrpSpPr/>
          <p:nvPr/>
        </p:nvGrpSpPr>
        <p:grpSpPr>
          <a:xfrm>
            <a:off x="1096850" y="3242811"/>
            <a:ext cx="3936684" cy="134070"/>
            <a:chOff x="1096850" y="3242811"/>
            <a:chExt cx="3936684" cy="134070"/>
          </a:xfrm>
        </p:grpSpPr>
        <p:cxnSp>
          <p:nvCxnSpPr>
            <p:cNvPr id="330" name="Google Shape;330;p17"/>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31" name="Google Shape;331;p17"/>
            <p:cNvGrpSpPr/>
            <p:nvPr/>
          </p:nvGrpSpPr>
          <p:grpSpPr>
            <a:xfrm>
              <a:off x="4899464" y="3242811"/>
              <a:ext cx="134070" cy="134070"/>
              <a:chOff x="8382514" y="1084976"/>
              <a:chExt cx="265800" cy="265800"/>
            </a:xfrm>
          </p:grpSpPr>
          <p:sp>
            <p:nvSpPr>
              <p:cNvPr id="332" name="Google Shape;332;p17"/>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7"/>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4" name="Google Shape;334;p17"/>
          <p:cNvGrpSpPr/>
          <p:nvPr/>
        </p:nvGrpSpPr>
        <p:grpSpPr>
          <a:xfrm>
            <a:off x="8017432" y="-313900"/>
            <a:ext cx="134070" cy="1891363"/>
            <a:chOff x="8017432" y="-313900"/>
            <a:chExt cx="134070" cy="1891363"/>
          </a:xfrm>
        </p:grpSpPr>
        <p:sp>
          <p:nvSpPr>
            <p:cNvPr id="335" name="Google Shape;335;p17"/>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6" name="Google Shape;336;p17"/>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37" name="Google Shape;337;p17"/>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8" name="Google Shape;338;p17"/>
          <p:cNvGrpSpPr/>
          <p:nvPr/>
        </p:nvGrpSpPr>
        <p:grpSpPr>
          <a:xfrm>
            <a:off x="6309526" y="957475"/>
            <a:ext cx="3504715" cy="5119205"/>
            <a:chOff x="6309526" y="836950"/>
            <a:chExt cx="3504715" cy="5119205"/>
          </a:xfrm>
        </p:grpSpPr>
        <p:sp>
          <p:nvSpPr>
            <p:cNvPr id="339" name="Google Shape;339;p17"/>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0" name="Google Shape;340;p17"/>
            <p:cNvGrpSpPr/>
            <p:nvPr/>
          </p:nvGrpSpPr>
          <p:grpSpPr>
            <a:xfrm>
              <a:off x="7728436" y="3524084"/>
              <a:ext cx="134004" cy="134004"/>
              <a:chOff x="8356813" y="1074288"/>
              <a:chExt cx="351900" cy="351900"/>
            </a:xfrm>
          </p:grpSpPr>
          <p:sp>
            <p:nvSpPr>
              <p:cNvPr id="341" name="Google Shape;341;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7"/>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3" name="Google Shape;343;p17"/>
            <p:cNvGrpSpPr/>
            <p:nvPr/>
          </p:nvGrpSpPr>
          <p:grpSpPr>
            <a:xfrm>
              <a:off x="7344361" y="3150259"/>
              <a:ext cx="134004" cy="134004"/>
              <a:chOff x="8356813" y="1074288"/>
              <a:chExt cx="351900" cy="351900"/>
            </a:xfrm>
          </p:grpSpPr>
          <p:sp>
            <p:nvSpPr>
              <p:cNvPr id="344" name="Google Shape;344;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7"/>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17"/>
            <p:cNvGrpSpPr/>
            <p:nvPr/>
          </p:nvGrpSpPr>
          <p:grpSpPr>
            <a:xfrm>
              <a:off x="8337811" y="2464059"/>
              <a:ext cx="134004" cy="134004"/>
              <a:chOff x="8356813" y="1074288"/>
              <a:chExt cx="351900" cy="351900"/>
            </a:xfrm>
          </p:grpSpPr>
          <p:sp>
            <p:nvSpPr>
              <p:cNvPr id="347" name="Google Shape;347;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7"/>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9" name="Google Shape;349;p17"/>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8"/>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Thanks!</a:t>
            </a:r>
            <a:endParaRPr sz="4000">
              <a:solidFill>
                <a:schemeClr val="dk2"/>
              </a:solidFill>
            </a:endParaRPr>
          </a:p>
        </p:txBody>
      </p:sp>
      <p:grpSp>
        <p:nvGrpSpPr>
          <p:cNvPr id="355" name="Google Shape;355;p18"/>
          <p:cNvGrpSpPr/>
          <p:nvPr/>
        </p:nvGrpSpPr>
        <p:grpSpPr>
          <a:xfrm>
            <a:off x="1096850" y="3242811"/>
            <a:ext cx="3936684" cy="134070"/>
            <a:chOff x="1096850" y="3242811"/>
            <a:chExt cx="3936684" cy="134070"/>
          </a:xfrm>
        </p:grpSpPr>
        <p:cxnSp>
          <p:nvCxnSpPr>
            <p:cNvPr id="356" name="Google Shape;356;p18"/>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57" name="Google Shape;357;p18"/>
            <p:cNvGrpSpPr/>
            <p:nvPr/>
          </p:nvGrpSpPr>
          <p:grpSpPr>
            <a:xfrm>
              <a:off x="4899464" y="3242811"/>
              <a:ext cx="134070" cy="134070"/>
              <a:chOff x="8382514" y="1084976"/>
              <a:chExt cx="265800" cy="265800"/>
            </a:xfrm>
          </p:grpSpPr>
          <p:sp>
            <p:nvSpPr>
              <p:cNvPr id="358" name="Google Shape;358;p18"/>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8"/>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60" name="Google Shape;360;p18"/>
          <p:cNvGrpSpPr/>
          <p:nvPr/>
        </p:nvGrpSpPr>
        <p:grpSpPr>
          <a:xfrm>
            <a:off x="8017432" y="-313900"/>
            <a:ext cx="134070" cy="1891363"/>
            <a:chOff x="8017432" y="-313900"/>
            <a:chExt cx="134070" cy="1891363"/>
          </a:xfrm>
        </p:grpSpPr>
        <p:sp>
          <p:nvSpPr>
            <p:cNvPr id="361" name="Google Shape;361;p18"/>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2" name="Google Shape;362;p18"/>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63" name="Google Shape;363;p18"/>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4" name="Google Shape;364;p18"/>
          <p:cNvGrpSpPr/>
          <p:nvPr/>
        </p:nvGrpSpPr>
        <p:grpSpPr>
          <a:xfrm>
            <a:off x="6309526" y="957475"/>
            <a:ext cx="3504715" cy="5119205"/>
            <a:chOff x="6309526" y="836950"/>
            <a:chExt cx="3504715" cy="5119205"/>
          </a:xfrm>
        </p:grpSpPr>
        <p:sp>
          <p:nvSpPr>
            <p:cNvPr id="365" name="Google Shape;365;p18"/>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6" name="Google Shape;366;p18"/>
            <p:cNvGrpSpPr/>
            <p:nvPr/>
          </p:nvGrpSpPr>
          <p:grpSpPr>
            <a:xfrm>
              <a:off x="7728436" y="3524084"/>
              <a:ext cx="134004" cy="134004"/>
              <a:chOff x="8356813" y="1074288"/>
              <a:chExt cx="351900" cy="351900"/>
            </a:xfrm>
          </p:grpSpPr>
          <p:sp>
            <p:nvSpPr>
              <p:cNvPr id="367" name="Google Shape;367;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8"/>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9" name="Google Shape;369;p18"/>
            <p:cNvGrpSpPr/>
            <p:nvPr/>
          </p:nvGrpSpPr>
          <p:grpSpPr>
            <a:xfrm>
              <a:off x="7344361" y="3150259"/>
              <a:ext cx="134004" cy="134004"/>
              <a:chOff x="8356813" y="1074288"/>
              <a:chExt cx="351900" cy="351900"/>
            </a:xfrm>
          </p:grpSpPr>
          <p:sp>
            <p:nvSpPr>
              <p:cNvPr id="370" name="Google Shape;370;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8"/>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2" name="Google Shape;372;p18"/>
            <p:cNvGrpSpPr/>
            <p:nvPr/>
          </p:nvGrpSpPr>
          <p:grpSpPr>
            <a:xfrm>
              <a:off x="8337811" y="2464059"/>
              <a:ext cx="134004" cy="134004"/>
              <a:chOff x="8356813" y="1074288"/>
              <a:chExt cx="351900" cy="351900"/>
            </a:xfrm>
          </p:grpSpPr>
          <p:sp>
            <p:nvSpPr>
              <p:cNvPr id="373" name="Google Shape;373;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8"/>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5" name="Google Shape;375;p18"/>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