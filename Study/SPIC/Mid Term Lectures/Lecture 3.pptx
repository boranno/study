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Roboto"/>
      <p:regular r:id="rId24"/>
      <p:bold r:id="rId25"/>
      <p:italic r:id="rId26"/>
      <p:boldItalic r:id="rId27"/>
    </p:embeddedFont>
    <p:embeddedFont>
      <p:font typeface="Poppins"/>
      <p:regular r:id="rId28"/>
      <p:bold r:id="rId29"/>
      <p:italic r:id="rId30"/>
      <p:boldItalic r:id="rId31"/>
    </p:embeddedFont>
    <p:embeddedFont>
      <p:font typeface="Tahoma"/>
      <p:regular r:id="rId32"/>
      <p:bold r:id="rId33"/>
    </p:embeddedFont>
    <p:embeddedFont>
      <p:font typeface="IBM Plex Mono"/>
      <p:regular r:id="rId34"/>
      <p:bold r:id="rId35"/>
      <p:italic r:id="rId36"/>
      <p:boldItalic r:id="rId37"/>
    </p:embeddedFont>
    <p:embeddedFont>
      <p:font typeface="Gill Sans"/>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ueKPpsm6mF0bRrZCDY76st2ZtE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yada Tasmia Al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Poppins-regular.fntdata"/><Relationship Id="rId27" Type="http://schemas.openxmlformats.org/officeDocument/2006/relationships/font" Target="fonts/Roboto-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5.xml"/><Relationship Id="rId33" Type="http://schemas.openxmlformats.org/officeDocument/2006/relationships/font" Target="fonts/Tahoma-bold.fntdata"/><Relationship Id="rId10" Type="http://schemas.openxmlformats.org/officeDocument/2006/relationships/slide" Target="slides/slide4.xml"/><Relationship Id="rId32" Type="http://schemas.openxmlformats.org/officeDocument/2006/relationships/font" Target="fonts/Tahoma-regular.fntdata"/><Relationship Id="rId13" Type="http://schemas.openxmlformats.org/officeDocument/2006/relationships/slide" Target="slides/slide7.xml"/><Relationship Id="rId35" Type="http://schemas.openxmlformats.org/officeDocument/2006/relationships/font" Target="fonts/IBMPlexMono-bold.fntdata"/><Relationship Id="rId12" Type="http://schemas.openxmlformats.org/officeDocument/2006/relationships/slide" Target="slides/slide6.xml"/><Relationship Id="rId34" Type="http://schemas.openxmlformats.org/officeDocument/2006/relationships/font" Target="fonts/IBMPlexMono-regular.fntdata"/><Relationship Id="rId15" Type="http://schemas.openxmlformats.org/officeDocument/2006/relationships/slide" Target="slides/slide9.xml"/><Relationship Id="rId37" Type="http://schemas.openxmlformats.org/officeDocument/2006/relationships/font" Target="fonts/IBMPlexMono-boldItalic.fntdata"/><Relationship Id="rId14" Type="http://schemas.openxmlformats.org/officeDocument/2006/relationships/slide" Target="slides/slide8.xml"/><Relationship Id="rId36" Type="http://schemas.openxmlformats.org/officeDocument/2006/relationships/font" Target="fonts/IBMPlexMono-italic.fntdata"/><Relationship Id="rId17" Type="http://schemas.openxmlformats.org/officeDocument/2006/relationships/slide" Target="slides/slide11.xml"/><Relationship Id="rId39" Type="http://schemas.openxmlformats.org/officeDocument/2006/relationships/font" Target="fonts/GillSans-bold.fntdata"/><Relationship Id="rId16" Type="http://schemas.openxmlformats.org/officeDocument/2006/relationships/slide" Target="slides/slide10.xml"/><Relationship Id="rId38" Type="http://schemas.openxmlformats.org/officeDocument/2006/relationships/font" Target="fonts/GillSans-regular.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9-18T19:11:38.851">
    <p:pos x="6000" y="0"/>
    <p:text>https://chain.link/education-hub/replay-attack</p:text>
    <p:extLst>
      <p:ext uri="{C676402C-5697-4E1C-873F-D02D1690AC5C}">
        <p15:threadingInfo timeZoneBias="0"/>
      </p:ext>
      <p:ext uri="http://customooxmlschemas.google.com/">
        <go:slidesCustomData xmlns:go="http://customooxmlschemas.google.com/" commentPostId="AAABrSq8EsE"/>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bbda25c5c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bbda25c5c6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d9a76c35b_0_42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37d9a76c35b_0_42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07fa80d02_0_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3807fa80d02_0_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f98f0ae4d_0_29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g37f98f0ae4d_0_29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07fa80d02_0_1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3807fa80d02_0_1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7f98f0ae4d_0_36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g37f98f0ae4d_0_36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07fa80d02_0_18: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g3807fa80d02_0_18: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807fa80d02_0_29: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807fa80d02_0_29: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7f98f0ae4d_0_306: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g37f98f0ae4d_0_306: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7d9a76c35b_0_403: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g37d9a76c35b_0_403: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6d8cfdd53_0_40: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g316d8cfdd53_0_40: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f98f0ae4d_0_334: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g37f98f0ae4d_0_334: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7d9a76c35b_0_411: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g37d9a76c35b_0_411: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7d9a76c35b_0_422:notes"/>
          <p:cNvSpPr txBox="1"/>
          <p:nvPr>
            <p:ph idx="1" type="body"/>
          </p:nvPr>
        </p:nvSpPr>
        <p:spPr>
          <a:xfrm>
            <a:off x="913805" y="4343702"/>
            <a:ext cx="5030400" cy="4113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7d9a76c35b_0_422:notes"/>
          <p:cNvSpPr/>
          <p:nvPr>
            <p:ph idx="2" type="sldImg"/>
          </p:nvPr>
        </p:nvSpPr>
        <p:spPr>
          <a:xfrm>
            <a:off x="428625" y="686405"/>
            <a:ext cx="60009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6de89795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6de8979561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07fa80d0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807fa80d02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bc34c55794_0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gbc34c55794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gbbda25c5c6_0_175"/>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5" name="Google Shape;15;gbbda25c5c6_0_175"/>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6" name="Google Shape;16;gbbda25c5c6_0_17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g305d2edbf8d_0_219"/>
          <p:cNvSpPr txBox="1"/>
          <p:nvPr>
            <p:ph type="title"/>
          </p:nvPr>
        </p:nvSpPr>
        <p:spPr>
          <a:xfrm>
            <a:off x="711200" y="228600"/>
            <a:ext cx="10363200" cy="1143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9" name="Google Shape;19;g305d2edbf8d_0_219"/>
          <p:cNvSpPr txBox="1"/>
          <p:nvPr>
            <p:ph idx="1" type="body"/>
          </p:nvPr>
        </p:nvSpPr>
        <p:spPr>
          <a:xfrm>
            <a:off x="7112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0" name="Google Shape;20;g305d2edbf8d_0_219"/>
          <p:cNvSpPr txBox="1"/>
          <p:nvPr>
            <p:ph idx="2" type="body"/>
          </p:nvPr>
        </p:nvSpPr>
        <p:spPr>
          <a:xfrm>
            <a:off x="5994400" y="1600200"/>
            <a:ext cx="5079900" cy="4648200"/>
          </a:xfrm>
          <a:prstGeom prst="rect">
            <a:avLst/>
          </a:prstGeom>
          <a:noFill/>
          <a:ln>
            <a:noFill/>
          </a:ln>
        </p:spPr>
        <p:txBody>
          <a:bodyPr anchorCtr="0" anchor="t" bIns="45700" lIns="91425" spcFirstLastPara="1" rIns="91425" wrap="square" tIns="45700">
            <a:noAutofit/>
          </a:bodyPr>
          <a:lstStyle>
            <a:lvl1pPr indent="-344170" lvl="0" marL="457200" algn="l">
              <a:lnSpc>
                <a:spcPct val="85000"/>
              </a:lnSpc>
              <a:spcBef>
                <a:spcPts val="560"/>
              </a:spcBef>
              <a:spcAft>
                <a:spcPts val="0"/>
              </a:spcAft>
              <a:buSzPts val="1820"/>
              <a:buChar char="●"/>
              <a:defRPr sz="2800"/>
            </a:lvl1pPr>
            <a:lvl2pPr indent="-381000" lvl="1" marL="914400" algn="l">
              <a:lnSpc>
                <a:spcPct val="85000"/>
              </a:lnSpc>
              <a:spcBef>
                <a:spcPts val="480"/>
              </a:spcBef>
              <a:spcAft>
                <a:spcPts val="0"/>
              </a:spcAft>
              <a:buSzPts val="2400"/>
              <a:buChar char="○"/>
              <a:defRPr sz="2400"/>
            </a:lvl2pPr>
            <a:lvl3pPr indent="-355600" lvl="2" marL="1371600" algn="l">
              <a:lnSpc>
                <a:spcPct val="115000"/>
              </a:lnSpc>
              <a:spcBef>
                <a:spcPts val="400"/>
              </a:spcBef>
              <a:spcAft>
                <a:spcPts val="0"/>
              </a:spcAft>
              <a:buClr>
                <a:schemeClr val="dk1"/>
              </a:buClr>
              <a:buSzPts val="2000"/>
              <a:buFont typeface="Comic Sans MS"/>
              <a:buChar char="■"/>
              <a:defRPr sz="2000"/>
            </a:lvl3pPr>
            <a:lvl4pPr indent="-342900" lvl="3" marL="1828800" algn="l">
              <a:lnSpc>
                <a:spcPct val="115000"/>
              </a:lnSpc>
              <a:spcBef>
                <a:spcPts val="360"/>
              </a:spcBef>
              <a:spcAft>
                <a:spcPts val="0"/>
              </a:spcAft>
              <a:buClr>
                <a:schemeClr val="dk1"/>
              </a:buClr>
              <a:buSzPts val="1800"/>
              <a:buFont typeface="Times New Roman"/>
              <a:buChar char="●"/>
              <a:defRPr sz="1800"/>
            </a:lvl4pPr>
            <a:lvl5pPr indent="-342900" lvl="4" marL="2286000" algn="l">
              <a:lnSpc>
                <a:spcPct val="115000"/>
              </a:lnSpc>
              <a:spcBef>
                <a:spcPts val="360"/>
              </a:spcBef>
              <a:spcAft>
                <a:spcPts val="0"/>
              </a:spcAft>
              <a:buClr>
                <a:schemeClr val="dk1"/>
              </a:buClr>
              <a:buSzPts val="1800"/>
              <a:buFont typeface="Times New Roman"/>
              <a:buChar char="○"/>
              <a:defRPr sz="1800"/>
            </a:lvl5pPr>
            <a:lvl6pPr indent="-342900" lvl="5" marL="2743200" algn="l">
              <a:lnSpc>
                <a:spcPct val="115000"/>
              </a:lnSpc>
              <a:spcBef>
                <a:spcPts val="360"/>
              </a:spcBef>
              <a:spcAft>
                <a:spcPts val="0"/>
              </a:spcAft>
              <a:buClr>
                <a:schemeClr val="dk1"/>
              </a:buClr>
              <a:buSzPts val="1800"/>
              <a:buFont typeface="Times New Roman"/>
              <a:buChar char="■"/>
              <a:defRPr sz="1800"/>
            </a:lvl6pPr>
            <a:lvl7pPr indent="-342900" lvl="6" marL="3200400" algn="l">
              <a:lnSpc>
                <a:spcPct val="115000"/>
              </a:lnSpc>
              <a:spcBef>
                <a:spcPts val="360"/>
              </a:spcBef>
              <a:spcAft>
                <a:spcPts val="0"/>
              </a:spcAft>
              <a:buClr>
                <a:schemeClr val="dk1"/>
              </a:buClr>
              <a:buSzPts val="1800"/>
              <a:buFont typeface="Times New Roman"/>
              <a:buChar char="●"/>
              <a:defRPr sz="1800"/>
            </a:lvl7pPr>
            <a:lvl8pPr indent="-342900" lvl="7" marL="3657600" algn="l">
              <a:lnSpc>
                <a:spcPct val="115000"/>
              </a:lnSpc>
              <a:spcBef>
                <a:spcPts val="360"/>
              </a:spcBef>
              <a:spcAft>
                <a:spcPts val="0"/>
              </a:spcAft>
              <a:buClr>
                <a:schemeClr val="dk1"/>
              </a:buClr>
              <a:buSzPts val="1800"/>
              <a:buFont typeface="Times New Roman"/>
              <a:buChar char="○"/>
              <a:defRPr sz="1800"/>
            </a:lvl8pPr>
            <a:lvl9pPr indent="-342900" lvl="8" marL="4114800" algn="l">
              <a:lnSpc>
                <a:spcPct val="115000"/>
              </a:lnSpc>
              <a:spcBef>
                <a:spcPts val="360"/>
              </a:spcBef>
              <a:spcAft>
                <a:spcPts val="0"/>
              </a:spcAft>
              <a:buClr>
                <a:schemeClr val="dk1"/>
              </a:buClr>
              <a:buSzPts val="1800"/>
              <a:buFont typeface="Times New Roman"/>
              <a:buChar char="■"/>
              <a:defRPr sz="1800"/>
            </a:lvl9pPr>
          </a:lstStyle>
          <a:p/>
        </p:txBody>
      </p:sp>
      <p:sp>
        <p:nvSpPr>
          <p:cNvPr id="21" name="Google Shape;21;g305d2edbf8d_0_219"/>
          <p:cNvSpPr txBox="1"/>
          <p:nvPr>
            <p:ph idx="10" type="dt"/>
          </p:nvPr>
        </p:nvSpPr>
        <p:spPr>
          <a:xfrm>
            <a:off x="914400" y="6248400"/>
            <a:ext cx="25401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g305d2edbf8d_0_219"/>
          <p:cNvSpPr txBox="1"/>
          <p:nvPr>
            <p:ph idx="11" type="ftr"/>
          </p:nvPr>
        </p:nvSpPr>
        <p:spPr>
          <a:xfrm>
            <a:off x="7376583" y="6467475"/>
            <a:ext cx="3860700" cy="2874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g305d2edbf8d_0_219"/>
          <p:cNvSpPr txBox="1"/>
          <p:nvPr>
            <p:ph idx="12" type="sldNum"/>
          </p:nvPr>
        </p:nvSpPr>
        <p:spPr>
          <a:xfrm>
            <a:off x="11099800" y="6462712"/>
            <a:ext cx="901500" cy="2763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1pPr>
            <a:lvl2pPr indent="0" lvl="1"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2pPr>
            <a:lvl3pPr indent="0" lvl="2"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3pPr>
            <a:lvl4pPr indent="0" lvl="3"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4pPr>
            <a:lvl5pPr indent="0" lvl="4"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5pPr>
            <a:lvl6pPr indent="0" lvl="5"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6pPr>
            <a:lvl7pPr indent="0" lvl="6"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7pPr>
            <a:lvl8pPr indent="0" lvl="7"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8pPr>
            <a:lvl9pPr indent="0" lvl="8" marL="0" marR="0" algn="l">
              <a:lnSpc>
                <a:spcPct val="100000"/>
              </a:lnSpc>
              <a:spcBef>
                <a:spcPts val="0"/>
              </a:spcBef>
              <a:spcAft>
                <a:spcPts val="0"/>
              </a:spcAft>
              <a:buClr>
                <a:schemeClr val="dk1"/>
              </a:buClr>
              <a:buSzPts val="1200"/>
              <a:buFont typeface="Tahoma"/>
              <a:buNone/>
              <a:defRPr b="0" i="0" sz="1200" u="none" cap="none" strike="noStrike">
                <a:solidFill>
                  <a:schemeClr val="dk1"/>
                </a:solidFill>
                <a:latin typeface="Tahoma"/>
                <a:ea typeface="Tahoma"/>
                <a:cs typeface="Tahoma"/>
                <a:sym typeface="Tahoma"/>
              </a:defRPr>
            </a:lvl9pPr>
          </a:lstStyle>
          <a:p>
            <a:pPr indent="0" lvl="0" marL="0" rtl="0" algn="l">
              <a:spcBef>
                <a:spcPts val="0"/>
              </a:spcBef>
              <a:spcAft>
                <a:spcPts val="0"/>
              </a:spcAft>
              <a:buNone/>
            </a:pPr>
            <a:r>
              <a:rPr lang="en-US"/>
              <a:t>4-</a:t>
            </a:r>
            <a:fld id="{00000000-1234-1234-1234-123412341234}" type="slidenum">
              <a:rPr lang="en-US"/>
              <a:t>‹#›</a:t>
            </a:fld>
            <a:endParaRPr sz="1300">
              <a:solidFill>
                <a:schemeClr val="dk2"/>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gbbda25c5c6_0_17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 name="Google Shape;26;gbbda25c5c6_0_17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7" name="Google Shape;27;gbbda25c5c6_0_17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gbbda25c5c6_0_185"/>
          <p:cNvSpPr txBox="1"/>
          <p:nvPr>
            <p:ph type="title"/>
          </p:nvPr>
        </p:nvSpPr>
        <p:spPr>
          <a:xfrm>
            <a:off x="609600" y="274637"/>
            <a:ext cx="10972800" cy="1143300"/>
          </a:xfrm>
          <a:prstGeom prst="rect">
            <a:avLst/>
          </a:prstGeom>
          <a:noFill/>
          <a:ln>
            <a:noFill/>
          </a:ln>
        </p:spPr>
        <p:txBody>
          <a:bodyPr anchorCtr="0" anchor="t" bIns="60925" lIns="121900" spcFirstLastPara="1" rIns="121900" wrap="square" tIns="60925">
            <a:noAutofit/>
          </a:bodyPr>
          <a:lstStyle>
            <a:lvl1pPr lvl="0"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1pPr>
            <a:lvl2pPr lvl="1"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2pPr>
            <a:lvl3pPr lvl="2"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3pPr>
            <a:lvl4pPr lvl="3"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4pPr>
            <a:lvl5pPr lvl="4"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5pPr>
            <a:lvl6pPr lvl="5"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6pPr>
            <a:lvl7pPr lvl="6"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7pPr>
            <a:lvl8pPr lvl="7"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8pPr>
            <a:lvl9pPr lvl="8" marR="0" algn="l">
              <a:lnSpc>
                <a:spcPct val="100000"/>
              </a:lnSpc>
              <a:spcBef>
                <a:spcPts val="0"/>
              </a:spcBef>
              <a:spcAft>
                <a:spcPts val="0"/>
              </a:spcAft>
              <a:buSzPts val="3700"/>
              <a:buNone/>
              <a:defRPr b="0" i="0" sz="5900" u="none" cap="none" strike="noStrike">
                <a:solidFill>
                  <a:schemeClr val="dk2"/>
                </a:solidFill>
                <a:latin typeface="Tahoma"/>
                <a:ea typeface="Tahoma"/>
                <a:cs typeface="Tahoma"/>
                <a:sym typeface="Tahoma"/>
              </a:defRPr>
            </a:lvl9pPr>
          </a:lstStyle>
          <a:p/>
        </p:txBody>
      </p:sp>
      <p:sp>
        <p:nvSpPr>
          <p:cNvPr id="30" name="Google Shape;30;gbbda25c5c6_0_185"/>
          <p:cNvSpPr txBox="1"/>
          <p:nvPr>
            <p:ph idx="1" type="body"/>
          </p:nvPr>
        </p:nvSpPr>
        <p:spPr>
          <a:xfrm>
            <a:off x="609600" y="1600200"/>
            <a:ext cx="10972800" cy="4526100"/>
          </a:xfrm>
          <a:prstGeom prst="rect">
            <a:avLst/>
          </a:prstGeom>
          <a:noFill/>
          <a:ln>
            <a:noFill/>
          </a:ln>
        </p:spPr>
        <p:txBody>
          <a:bodyPr anchorCtr="0" anchor="t" bIns="60925" lIns="121900" spcFirstLastPara="1" rIns="121900" wrap="square" tIns="60925">
            <a:noAutofit/>
          </a:bodyPr>
          <a:lstStyle>
            <a:lvl1pPr indent="-393700" lvl="0" marL="457200" marR="0" algn="l">
              <a:lnSpc>
                <a:spcPct val="115000"/>
              </a:lnSpc>
              <a:spcBef>
                <a:spcPts val="900"/>
              </a:spcBef>
              <a:spcAft>
                <a:spcPts val="0"/>
              </a:spcAft>
              <a:buClr>
                <a:schemeClr val="folHlink"/>
              </a:buClr>
              <a:buSzPts val="2600"/>
              <a:buFont typeface="Noto Sans Symbols"/>
              <a:buChar char="■"/>
              <a:defRPr b="0" i="0" sz="4300" u="none" cap="none" strike="noStrike">
                <a:solidFill>
                  <a:schemeClr val="dk1"/>
                </a:solidFill>
                <a:latin typeface="Tahoma"/>
                <a:ea typeface="Tahoma"/>
                <a:cs typeface="Tahoma"/>
                <a:sym typeface="Tahoma"/>
              </a:defRPr>
            </a:lvl1pPr>
            <a:lvl2pPr indent="-361950" lvl="1" marL="914400" marR="0" algn="l">
              <a:lnSpc>
                <a:spcPct val="115000"/>
              </a:lnSpc>
              <a:spcBef>
                <a:spcPts val="700"/>
              </a:spcBef>
              <a:spcAft>
                <a:spcPts val="0"/>
              </a:spcAft>
              <a:buClr>
                <a:schemeClr val="hlink"/>
              </a:buClr>
              <a:buSzPts val="2100"/>
              <a:buFont typeface="Noto Sans Symbols"/>
              <a:buChar char="■"/>
              <a:defRPr b="0" i="0" sz="3700" u="none" cap="none" strike="noStrike">
                <a:solidFill>
                  <a:schemeClr val="dk1"/>
                </a:solidFill>
                <a:latin typeface="Tahoma"/>
                <a:ea typeface="Tahoma"/>
                <a:cs typeface="Tahoma"/>
                <a:sym typeface="Tahoma"/>
              </a:defRPr>
            </a:lvl2pPr>
            <a:lvl3pPr indent="-330200" lvl="2" marL="1371600" marR="0" algn="l">
              <a:lnSpc>
                <a:spcPct val="115000"/>
              </a:lnSpc>
              <a:spcBef>
                <a:spcPts val="600"/>
              </a:spcBef>
              <a:spcAft>
                <a:spcPts val="0"/>
              </a:spcAft>
              <a:buClr>
                <a:schemeClr val="folHlink"/>
              </a:buClr>
              <a:buSzPts val="1600"/>
              <a:buFont typeface="Noto Sans Symbols"/>
              <a:buChar char="■"/>
              <a:defRPr b="0" i="0" sz="3200" u="none" cap="none" strike="noStrike">
                <a:solidFill>
                  <a:schemeClr val="dk1"/>
                </a:solidFill>
                <a:latin typeface="Tahoma"/>
                <a:ea typeface="Tahoma"/>
                <a:cs typeface="Tahoma"/>
                <a:sym typeface="Tahoma"/>
              </a:defRPr>
            </a:lvl3pPr>
            <a:lvl4pPr indent="-323850" lvl="3" marL="1828800" marR="0" algn="l">
              <a:lnSpc>
                <a:spcPct val="115000"/>
              </a:lnSpc>
              <a:spcBef>
                <a:spcPts val="500"/>
              </a:spcBef>
              <a:spcAft>
                <a:spcPts val="0"/>
              </a:spcAft>
              <a:buClr>
                <a:schemeClr val="accent2"/>
              </a:buClr>
              <a:buSzPts val="1500"/>
              <a:buFont typeface="Noto Sans Symbols"/>
              <a:buChar char="■"/>
              <a:defRPr b="0" i="0" sz="2700" u="none" cap="none" strike="noStrike">
                <a:solidFill>
                  <a:schemeClr val="dk1"/>
                </a:solidFill>
                <a:latin typeface="Tahoma"/>
                <a:ea typeface="Tahoma"/>
                <a:cs typeface="Tahoma"/>
                <a:sym typeface="Tahoma"/>
              </a:defRPr>
            </a:lvl4pPr>
            <a:lvl5pPr indent="-311150" lvl="4" marL="22860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5pPr>
            <a:lvl6pPr indent="-311150" lvl="5" marL="27432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6pPr>
            <a:lvl7pPr indent="-311150" lvl="6" marL="32004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7pPr>
            <a:lvl8pPr indent="-311150" lvl="7" marL="36576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8pPr>
            <a:lvl9pPr indent="-311150" lvl="8" marL="4114800" marR="0" algn="l">
              <a:lnSpc>
                <a:spcPct val="115000"/>
              </a:lnSpc>
              <a:spcBef>
                <a:spcPts val="500"/>
              </a:spcBef>
              <a:spcAft>
                <a:spcPts val="0"/>
              </a:spcAft>
              <a:buClr>
                <a:schemeClr val="accent1"/>
              </a:buClr>
              <a:buSzPts val="1300"/>
              <a:buFont typeface="Noto Sans Symbols"/>
              <a:buChar char="■"/>
              <a:defRPr b="0" i="0" sz="2700" u="none" cap="none" strike="noStrike">
                <a:solidFill>
                  <a:schemeClr val="dk1"/>
                </a:solidFill>
                <a:latin typeface="Tahoma"/>
                <a:ea typeface="Tahoma"/>
                <a:cs typeface="Tahoma"/>
                <a:sym typeface="Tahoma"/>
              </a:defRPr>
            </a:lvl9pPr>
          </a:lstStyle>
          <a:p/>
        </p:txBody>
      </p:sp>
      <p:sp>
        <p:nvSpPr>
          <p:cNvPr id="31" name="Google Shape;31;gbbda25c5c6_0_185"/>
          <p:cNvSpPr txBox="1"/>
          <p:nvPr>
            <p:ph idx="12" type="sldNum"/>
          </p:nvPr>
        </p:nvSpPr>
        <p:spPr>
          <a:xfrm>
            <a:off x="-101600" y="6400800"/>
            <a:ext cx="2540100" cy="457200"/>
          </a:xfrm>
          <a:prstGeom prst="rect">
            <a:avLst/>
          </a:prstGeom>
          <a:noFill/>
          <a:ln>
            <a:noFill/>
          </a:ln>
        </p:spPr>
        <p:txBody>
          <a:bodyPr anchorCtr="0" anchor="b" bIns="60925" lIns="121900" spcFirstLastPara="1" rIns="121900" wrap="square" tIns="60925">
            <a:noAutofit/>
          </a:bodyPr>
          <a:lstStyle>
            <a:lvl1pPr indent="0" lvl="0"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2700"/>
              <a:buFont typeface="Arial"/>
              <a:buNone/>
              <a:defRPr b="1" i="0" sz="2700" u="none" cap="none" strike="noStrike">
                <a:solidFill>
                  <a:schemeClr val="lt2"/>
                </a:solidFill>
                <a:latin typeface="Arial"/>
                <a:ea typeface="Arial"/>
                <a:cs typeface="Arial"/>
                <a:sym typeface="Arial"/>
              </a:defRPr>
            </a:lvl9pPr>
          </a:lstStyle>
          <a:p>
            <a:pPr indent="0" lvl="0" marL="0" rtl="0" algn="l">
              <a:spcBef>
                <a:spcPts val="0"/>
              </a:spcBef>
              <a:spcAft>
                <a:spcPts val="0"/>
              </a:spcAft>
              <a:buNone/>
            </a:pPr>
            <a:r>
              <a:rPr lang="en-US"/>
              <a:t>19.</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2" name="Shape 32"/>
        <p:cNvGrpSpPr/>
        <p:nvPr/>
      </p:nvGrpSpPr>
      <p:grpSpPr>
        <a:xfrm>
          <a:off x="0" y="0"/>
          <a:ext cx="0" cy="0"/>
          <a:chOff x="0" y="0"/>
          <a:chExt cx="0" cy="0"/>
        </a:xfrm>
      </p:grpSpPr>
      <p:sp>
        <p:nvSpPr>
          <p:cNvPr id="33" name="Google Shape;33;g31d3c0017c5_0_529"/>
          <p:cNvSpPr txBox="1"/>
          <p:nvPr>
            <p:ph type="title"/>
          </p:nvPr>
        </p:nvSpPr>
        <p:spPr>
          <a:xfrm>
            <a:off x="960000" y="593367"/>
            <a:ext cx="102720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4" name="Google Shape;34;g31d3c0017c5_0_529"/>
          <p:cNvSpPr txBox="1"/>
          <p:nvPr>
            <p:ph idx="1" type="subTitle"/>
          </p:nvPr>
        </p:nvSpPr>
        <p:spPr>
          <a:xfrm>
            <a:off x="950967" y="2722033"/>
            <a:ext cx="7437900" cy="808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5" name="Google Shape;35;g31d3c0017c5_0_529"/>
          <p:cNvSpPr txBox="1"/>
          <p:nvPr>
            <p:ph idx="2" type="subTitle"/>
          </p:nvPr>
        </p:nvSpPr>
        <p:spPr>
          <a:xfrm>
            <a:off x="950967" y="4488867"/>
            <a:ext cx="7437900" cy="856800"/>
          </a:xfrm>
          <a:prstGeom prst="rect">
            <a:avLst/>
          </a:prstGeom>
          <a:noFill/>
          <a:ln>
            <a:noFill/>
          </a:ln>
        </p:spPr>
        <p:txBody>
          <a:bodyPr anchorCtr="0" anchor="t" bIns="121900" lIns="121900" spcFirstLastPara="1" rIns="121900" wrap="square" tIns="121900">
            <a:noAutofit/>
          </a:bodyPr>
          <a:lstStyle>
            <a:lvl1pPr lvl="0" algn="l">
              <a:lnSpc>
                <a:spcPct val="115000"/>
              </a:lnSpc>
              <a:spcBef>
                <a:spcPts val="0"/>
              </a:spcBef>
              <a:spcAft>
                <a:spcPts val="0"/>
              </a:spcAft>
              <a:buSzPts val="3700"/>
              <a:buNone/>
              <a:defRPr b="0" sz="19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36" name="Google Shape;36;g31d3c0017c5_0_529"/>
          <p:cNvSpPr txBox="1"/>
          <p:nvPr>
            <p:ph idx="3" type="subTitle"/>
          </p:nvPr>
        </p:nvSpPr>
        <p:spPr>
          <a:xfrm>
            <a:off x="950967" y="2239200"/>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sp>
        <p:nvSpPr>
          <p:cNvPr id="37" name="Google Shape;37;g31d3c0017c5_0_529"/>
          <p:cNvSpPr txBox="1"/>
          <p:nvPr>
            <p:ph idx="4" type="subTitle"/>
          </p:nvPr>
        </p:nvSpPr>
        <p:spPr>
          <a:xfrm>
            <a:off x="950967" y="4054067"/>
            <a:ext cx="7437900" cy="536400"/>
          </a:xfrm>
          <a:prstGeom prst="rect">
            <a:avLst/>
          </a:prstGeom>
          <a:noFill/>
          <a:ln>
            <a:noFill/>
          </a:ln>
        </p:spPr>
        <p:txBody>
          <a:bodyPr anchorCtr="0" anchor="b" bIns="121900" lIns="121900" spcFirstLastPara="1" rIns="121900" wrap="square" tIns="121900">
            <a:noAutofit/>
          </a:bodyPr>
          <a:lstStyle>
            <a:lvl1pPr lvl="0" algn="l">
              <a:lnSpc>
                <a:spcPct val="115000"/>
              </a:lnSpc>
              <a:spcBef>
                <a:spcPts val="0"/>
              </a:spcBef>
              <a:spcAft>
                <a:spcPts val="0"/>
              </a:spcAft>
              <a:buSzPts val="3200"/>
              <a:buFont typeface="IBM Plex Mono"/>
              <a:buNone/>
              <a:defRPr b="1" sz="2700">
                <a:latin typeface="IBM Plex Mono"/>
                <a:ea typeface="IBM Plex Mono"/>
                <a:cs typeface="IBM Plex Mono"/>
                <a:sym typeface="IBM Plex Mono"/>
              </a:defRPr>
            </a:lvl1pPr>
            <a:lvl2pPr lvl="1"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2pPr>
            <a:lvl3pPr lvl="2"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3pPr>
            <a:lvl4pPr lvl="3"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4pPr>
            <a:lvl5pPr lvl="4"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5pPr>
            <a:lvl6pPr lvl="5"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6pPr>
            <a:lvl7pPr lvl="6"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7pPr>
            <a:lvl8pPr lvl="7"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8pPr>
            <a:lvl9pPr lvl="8" algn="ctr">
              <a:lnSpc>
                <a:spcPct val="100000"/>
              </a:lnSpc>
              <a:spcBef>
                <a:spcPts val="0"/>
              </a:spcBef>
              <a:spcAft>
                <a:spcPts val="0"/>
              </a:spcAft>
              <a:buSzPts val="3200"/>
              <a:buFont typeface="IBM Plex Mono"/>
              <a:buNone/>
              <a:defRPr b="1" sz="3200">
                <a:latin typeface="IBM Plex Mono"/>
                <a:ea typeface="IBM Plex Mono"/>
                <a:cs typeface="IBM Plex Mono"/>
                <a:sym typeface="IBM Plex Mono"/>
              </a:defRPr>
            </a:lvl9pPr>
          </a:lstStyle>
          <a:p/>
        </p:txBody>
      </p:sp>
      <p:grpSp>
        <p:nvGrpSpPr>
          <p:cNvPr id="38" name="Google Shape;38;g31d3c0017c5_0_529"/>
          <p:cNvGrpSpPr/>
          <p:nvPr/>
        </p:nvGrpSpPr>
        <p:grpSpPr>
          <a:xfrm flipH="1" rot="-5400000">
            <a:off x="8318748" y="1376863"/>
            <a:ext cx="6695882" cy="6352440"/>
            <a:chOff x="4571988" y="2268212"/>
            <a:chExt cx="5022034" cy="4764449"/>
          </a:xfrm>
        </p:grpSpPr>
        <p:pic>
          <p:nvPicPr>
            <p:cNvPr id="39" name="Google Shape;39;g31d3c0017c5_0_529"/>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40" name="Google Shape;40;g31d3c0017c5_0_529"/>
            <p:cNvGrpSpPr/>
            <p:nvPr/>
          </p:nvGrpSpPr>
          <p:grpSpPr>
            <a:xfrm rot="10800000">
              <a:off x="4571988" y="2268212"/>
              <a:ext cx="5022034" cy="4764449"/>
              <a:chOff x="-494405" y="-1584825"/>
              <a:chExt cx="4397193" cy="4171657"/>
            </a:xfrm>
          </p:grpSpPr>
          <p:grpSp>
            <p:nvGrpSpPr>
              <p:cNvPr id="41" name="Google Shape;41;g31d3c0017c5_0_529"/>
              <p:cNvGrpSpPr/>
              <p:nvPr/>
            </p:nvGrpSpPr>
            <p:grpSpPr>
              <a:xfrm>
                <a:off x="245875" y="-51824"/>
                <a:ext cx="208200" cy="1824700"/>
                <a:chOff x="1040050" y="3812126"/>
                <a:chExt cx="208200" cy="1824700"/>
              </a:xfrm>
            </p:grpSpPr>
            <p:sp>
              <p:nvSpPr>
                <p:cNvPr id="42" name="Google Shape;42;g31d3c0017c5_0_529"/>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3137"/>
                      </a:srgbClr>
                    </a:gs>
                    <a:gs pos="100000">
                      <a:srgbClr val="FFFFFF">
                        <a:alpha val="43137"/>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3" name="Google Shape;43;g31d3c0017c5_0_529"/>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rgbClr val="EB9109">
                        <a:alpha val="43137"/>
                      </a:srgbClr>
                    </a:gs>
                    <a:gs pos="78000">
                      <a:srgbClr val="F5F8FF">
                        <a:alpha val="43137"/>
                      </a:srgbClr>
                    </a:gs>
                    <a:gs pos="100000">
                      <a:srgbClr val="F5F8FF">
                        <a:alpha val="43137"/>
                      </a:srgbClr>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4" name="Google Shape;44;g31d3c0017c5_0_529"/>
              <p:cNvGrpSpPr/>
              <p:nvPr/>
            </p:nvGrpSpPr>
            <p:grpSpPr>
              <a:xfrm rot="-8100000">
                <a:off x="540898" y="-1172741"/>
                <a:ext cx="2552124" cy="3347490"/>
                <a:chOff x="2976325" y="908175"/>
                <a:chExt cx="4028179" cy="5283555"/>
              </a:xfrm>
            </p:grpSpPr>
            <p:sp>
              <p:nvSpPr>
                <p:cNvPr id="45" name="Google Shape;45;g31d3c0017c5_0_52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6" name="Google Shape;46;g31d3c0017c5_0_52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7" name="Google Shape;47;g31d3c0017c5_0_52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48" name="Google Shape;48;g31d3c0017c5_0_529"/>
              <p:cNvGrpSpPr/>
              <p:nvPr/>
            </p:nvGrpSpPr>
            <p:grpSpPr>
              <a:xfrm>
                <a:off x="-1" y="621223"/>
                <a:ext cx="699940" cy="478601"/>
                <a:chOff x="39723" y="4349022"/>
                <a:chExt cx="1061964" cy="726143"/>
              </a:xfrm>
            </p:grpSpPr>
            <p:grpSp>
              <p:nvGrpSpPr>
                <p:cNvPr id="49" name="Google Shape;49;g31d3c0017c5_0_529"/>
                <p:cNvGrpSpPr/>
                <p:nvPr/>
              </p:nvGrpSpPr>
              <p:grpSpPr>
                <a:xfrm rot="2700000">
                  <a:off x="140502" y="4460925"/>
                  <a:ext cx="524584" cy="502337"/>
                  <a:chOff x="1189791" y="-1767331"/>
                  <a:chExt cx="904284" cy="865933"/>
                </a:xfrm>
              </p:grpSpPr>
              <p:sp>
                <p:nvSpPr>
                  <p:cNvPr id="50" name="Google Shape;5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705"/>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51" name="Google Shape;51;g31d3c0017c5_0_529"/>
                  <p:cNvGrpSpPr/>
                  <p:nvPr/>
                </p:nvGrpSpPr>
                <p:grpSpPr>
                  <a:xfrm>
                    <a:off x="1232795" y="-1740829"/>
                    <a:ext cx="717622" cy="717393"/>
                    <a:chOff x="1483457" y="3953671"/>
                    <a:chExt cx="717622" cy="717393"/>
                  </a:xfrm>
                </p:grpSpPr>
                <p:sp>
                  <p:nvSpPr>
                    <p:cNvPr id="52" name="Google Shape;5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3" name="Google Shape;5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 name="Google Shape;5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 name="Google Shape;5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 name="Google Shape;5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57" name="Google Shape;5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745"/>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58" name="Google Shape;58;g31d3c0017c5_0_529"/>
              <p:cNvGrpSpPr/>
              <p:nvPr/>
            </p:nvGrpSpPr>
            <p:grpSpPr>
              <a:xfrm>
                <a:off x="955673" y="14"/>
                <a:ext cx="592576" cy="405260"/>
                <a:chOff x="39723" y="4349022"/>
                <a:chExt cx="1061964" cy="726143"/>
              </a:xfrm>
            </p:grpSpPr>
            <p:grpSp>
              <p:nvGrpSpPr>
                <p:cNvPr id="59" name="Google Shape;59;g31d3c0017c5_0_529"/>
                <p:cNvGrpSpPr/>
                <p:nvPr/>
              </p:nvGrpSpPr>
              <p:grpSpPr>
                <a:xfrm rot="2700000">
                  <a:off x="140502" y="4460925"/>
                  <a:ext cx="524584" cy="502337"/>
                  <a:chOff x="1189791" y="-1767331"/>
                  <a:chExt cx="904284" cy="865933"/>
                </a:xfrm>
              </p:grpSpPr>
              <p:sp>
                <p:nvSpPr>
                  <p:cNvPr id="60" name="Google Shape;6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705"/>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61" name="Google Shape;61;g31d3c0017c5_0_529"/>
                  <p:cNvGrpSpPr/>
                  <p:nvPr/>
                </p:nvGrpSpPr>
                <p:grpSpPr>
                  <a:xfrm>
                    <a:off x="1232795" y="-1740829"/>
                    <a:ext cx="717622" cy="717393"/>
                    <a:chOff x="1483457" y="3953671"/>
                    <a:chExt cx="717622" cy="717393"/>
                  </a:xfrm>
                </p:grpSpPr>
                <p:sp>
                  <p:nvSpPr>
                    <p:cNvPr id="62" name="Google Shape;6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 name="Google Shape;6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4" name="Google Shape;6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5" name="Google Shape;6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 name="Google Shape;6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67" name="Google Shape;6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745"/>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68" name="Google Shape;68;g31d3c0017c5_0_529"/>
              <p:cNvGrpSpPr/>
              <p:nvPr/>
            </p:nvGrpSpPr>
            <p:grpSpPr>
              <a:xfrm>
                <a:off x="441574" y="-36652"/>
                <a:ext cx="699940" cy="478601"/>
                <a:chOff x="39723" y="4349022"/>
                <a:chExt cx="1061964" cy="726143"/>
              </a:xfrm>
            </p:grpSpPr>
            <p:grpSp>
              <p:nvGrpSpPr>
                <p:cNvPr id="69" name="Google Shape;69;g31d3c0017c5_0_529"/>
                <p:cNvGrpSpPr/>
                <p:nvPr/>
              </p:nvGrpSpPr>
              <p:grpSpPr>
                <a:xfrm rot="2700000">
                  <a:off x="140502" y="4460925"/>
                  <a:ext cx="524584" cy="502337"/>
                  <a:chOff x="1189791" y="-1767331"/>
                  <a:chExt cx="904284" cy="865933"/>
                </a:xfrm>
              </p:grpSpPr>
              <p:sp>
                <p:nvSpPr>
                  <p:cNvPr id="70" name="Google Shape;70;g31d3c0017c5_0_5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4705"/>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71" name="Google Shape;71;g31d3c0017c5_0_529"/>
                  <p:cNvGrpSpPr/>
                  <p:nvPr/>
                </p:nvGrpSpPr>
                <p:grpSpPr>
                  <a:xfrm>
                    <a:off x="1232795" y="-1740829"/>
                    <a:ext cx="717622" cy="717393"/>
                    <a:chOff x="1483457" y="3953671"/>
                    <a:chExt cx="717622" cy="717393"/>
                  </a:xfrm>
                </p:grpSpPr>
                <p:sp>
                  <p:nvSpPr>
                    <p:cNvPr id="72" name="Google Shape;72;g31d3c0017c5_0_5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3" name="Google Shape;73;g31d3c0017c5_0_5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4" name="Google Shape;74;g31d3c0017c5_0_5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5" name="Google Shape;75;g31d3c0017c5_0_5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6" name="Google Shape;76;g31d3c0017c5_0_5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3137"/>
                          </a:srgbClr>
                        </a:gs>
                        <a:gs pos="100000">
                          <a:srgbClr val="FFFFFF">
                            <a:alpha val="43137"/>
                          </a:srgbClr>
                        </a:gs>
                      </a:gsLst>
                      <a:lin ang="54007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77" name="Google Shape;77;g31d3c0017c5_0_5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2745"/>
                      </a:srgbClr>
                    </a:gs>
                    <a:gs pos="100000">
                      <a:srgbClr val="FFFFFF">
                        <a:alpha val="0"/>
                      </a:srgbClr>
                    </a:gs>
                  </a:gsLst>
                  <a:path path="circle">
                    <a:fillToRect b="50%" l="50%" r="50%" t="50%"/>
                  </a:path>
                  <a:tileRect/>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78" name="Google Shape;78;g31d3c0017c5_0_529"/>
              <p:cNvGrpSpPr/>
              <p:nvPr/>
            </p:nvGrpSpPr>
            <p:grpSpPr>
              <a:xfrm>
                <a:off x="-494405" y="-252396"/>
                <a:ext cx="1741563" cy="1288563"/>
                <a:chOff x="-494405" y="-252396"/>
                <a:chExt cx="1741563" cy="1288563"/>
              </a:xfrm>
            </p:grpSpPr>
            <p:sp>
              <p:nvSpPr>
                <p:cNvPr id="79" name="Google Shape;79;g31d3c0017c5_0_529"/>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0" name="Google Shape;80;g31d3c0017c5_0_529"/>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grpSp>
          <p:nvGrpSpPr>
            <p:cNvPr id="81" name="Google Shape;81;g31d3c0017c5_0_529"/>
            <p:cNvGrpSpPr/>
            <p:nvPr/>
          </p:nvGrpSpPr>
          <p:grpSpPr>
            <a:xfrm>
              <a:off x="5643425" y="4968525"/>
              <a:ext cx="439200" cy="439100"/>
              <a:chOff x="1101075" y="2142375"/>
              <a:chExt cx="439200" cy="439100"/>
            </a:xfrm>
          </p:grpSpPr>
          <p:sp>
            <p:nvSpPr>
              <p:cNvPr id="82" name="Google Shape;82;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745"/>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3" name="Google Shape;83;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745"/>
                    </a:srgbClr>
                  </a:gs>
                  <a:gs pos="100000">
                    <a:srgbClr val="FFFFFF">
                      <a:alpha val="0"/>
                    </a:srgbClr>
                  </a:gs>
                </a:gsLst>
                <a:lin ang="5400012"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pic>
        <p:nvPicPr>
          <p:cNvPr id="84" name="Google Shape;84;g31d3c0017c5_0_529"/>
          <p:cNvPicPr preferRelativeResize="0"/>
          <p:nvPr/>
        </p:nvPicPr>
        <p:blipFill rotWithShape="1">
          <a:blip r:embed="rId2">
            <a:alphaModFix/>
          </a:blip>
          <a:srcRect b="26177" l="16960" r="7121" t="24718"/>
          <a:stretch/>
        </p:blipFill>
        <p:spPr>
          <a:xfrm rot="5400000">
            <a:off x="-1910466" y="1177267"/>
            <a:ext cx="3255933" cy="2484998"/>
          </a:xfrm>
          <a:prstGeom prst="rect">
            <a:avLst/>
          </a:prstGeom>
          <a:noFill/>
          <a:ln>
            <a:noFill/>
          </a:ln>
        </p:spPr>
      </p:pic>
      <p:grpSp>
        <p:nvGrpSpPr>
          <p:cNvPr id="85" name="Google Shape;85;g31d3c0017c5_0_529"/>
          <p:cNvGrpSpPr/>
          <p:nvPr/>
        </p:nvGrpSpPr>
        <p:grpSpPr>
          <a:xfrm rot="10800000">
            <a:off x="8061112" y="317406"/>
            <a:ext cx="6078471" cy="178796"/>
            <a:chOff x="796100" y="3019701"/>
            <a:chExt cx="4558967" cy="134100"/>
          </a:xfrm>
        </p:grpSpPr>
        <p:sp>
          <p:nvSpPr>
            <p:cNvPr id="86" name="Google Shape;86;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87" name="Google Shape;87;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88" name="Google Shape;88;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89" name="Google Shape;89;g31d3c0017c5_0_529"/>
          <p:cNvGrpSpPr/>
          <p:nvPr/>
        </p:nvGrpSpPr>
        <p:grpSpPr>
          <a:xfrm>
            <a:off x="-1524962" y="5234388"/>
            <a:ext cx="6078471" cy="2023665"/>
            <a:chOff x="-1143750" y="3849687"/>
            <a:chExt cx="4558967" cy="1517787"/>
          </a:xfrm>
        </p:grpSpPr>
        <p:grpSp>
          <p:nvGrpSpPr>
            <p:cNvPr id="90" name="Google Shape;90;g31d3c0017c5_0_529"/>
            <p:cNvGrpSpPr/>
            <p:nvPr/>
          </p:nvGrpSpPr>
          <p:grpSpPr>
            <a:xfrm rot="5400000">
              <a:off x="-805838" y="4155104"/>
              <a:ext cx="1517787" cy="906953"/>
              <a:chOff x="-55500" y="4835979"/>
              <a:chExt cx="1517787" cy="906953"/>
            </a:xfrm>
          </p:grpSpPr>
          <p:sp>
            <p:nvSpPr>
              <p:cNvPr id="91" name="Google Shape;91;g31d3c0017c5_0_52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7450"/>
                    </a:srgbClr>
                  </a:gs>
                  <a:gs pos="22000">
                    <a:srgbClr val="F5F8FF">
                      <a:alpha val="27450"/>
                    </a:srgbClr>
                  </a:gs>
                  <a:gs pos="45000">
                    <a:srgbClr val="FFFFFF">
                      <a:alpha val="27450"/>
                    </a:srgbClr>
                  </a:gs>
                  <a:gs pos="100000">
                    <a:srgbClr val="0C0A9E">
                      <a:alpha val="27450"/>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2" name="Google Shape;92;g31d3c0017c5_0_52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6274"/>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g31d3c0017c5_0_52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rgbClr val="F5F8FF">
                      <a:alpha val="27450"/>
                    </a:srgbClr>
                  </a:gs>
                  <a:gs pos="22000">
                    <a:srgbClr val="F5F8FF">
                      <a:alpha val="27450"/>
                    </a:srgbClr>
                  </a:gs>
                  <a:gs pos="45000">
                    <a:srgbClr val="FFFFFF">
                      <a:alpha val="27450"/>
                    </a:srgbClr>
                  </a:gs>
                  <a:gs pos="100000">
                    <a:srgbClr val="0C0A9E">
                      <a:alpha val="27450"/>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4" name="Google Shape;94;g31d3c0017c5_0_52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46274"/>
                    </a:srgbClr>
                  </a:gs>
                </a:gsLst>
                <a:lin ang="2698631"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95" name="Google Shape;95;g31d3c0017c5_0_529"/>
            <p:cNvGrpSpPr/>
            <p:nvPr/>
          </p:nvGrpSpPr>
          <p:grpSpPr>
            <a:xfrm>
              <a:off x="-549966" y="3946425"/>
              <a:ext cx="2833357" cy="1421047"/>
              <a:chOff x="-677366" y="4067275"/>
              <a:chExt cx="2833357" cy="1421047"/>
            </a:xfrm>
          </p:grpSpPr>
          <p:sp>
            <p:nvSpPr>
              <p:cNvPr id="96" name="Google Shape;96;g31d3c0017c5_0_52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97" name="Google Shape;97;g31d3c0017c5_0_529"/>
              <p:cNvGrpSpPr/>
              <p:nvPr/>
            </p:nvGrpSpPr>
            <p:grpSpPr>
              <a:xfrm>
                <a:off x="317735" y="4614472"/>
                <a:ext cx="161977" cy="161940"/>
                <a:chOff x="1101075" y="2142375"/>
                <a:chExt cx="439200" cy="439100"/>
              </a:xfrm>
            </p:grpSpPr>
            <p:sp>
              <p:nvSpPr>
                <p:cNvPr id="98" name="Google Shape;98;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9" name="Google Shape;99;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nvGrpSpPr>
              <p:cNvPr id="100" name="Google Shape;100;g31d3c0017c5_0_529"/>
              <p:cNvGrpSpPr/>
              <p:nvPr/>
            </p:nvGrpSpPr>
            <p:grpSpPr>
              <a:xfrm rot="10800000">
                <a:off x="1700151" y="5032693"/>
                <a:ext cx="161977" cy="161940"/>
                <a:chOff x="1101075" y="2142375"/>
                <a:chExt cx="439200" cy="439100"/>
              </a:xfrm>
            </p:grpSpPr>
            <p:sp>
              <p:nvSpPr>
                <p:cNvPr id="101" name="Google Shape;101;g31d3c0017c5_0_5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2" name="Google Shape;102;g31d3c0017c5_0_5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2745"/>
                      </a:srgbClr>
                    </a:gs>
                    <a:gs pos="100000">
                      <a:srgbClr val="FFFFFF">
                        <a:alpha val="0"/>
                      </a:srgbClr>
                    </a:gs>
                  </a:gsLst>
                  <a:lin ang="1080140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
          <p:nvSpPr>
            <p:cNvPr id="103" name="Google Shape;103;g31d3c0017c5_0_529"/>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nvGrpSpPr>
            <p:cNvPr id="104" name="Google Shape;104;g31d3c0017c5_0_529"/>
            <p:cNvGrpSpPr/>
            <p:nvPr/>
          </p:nvGrpSpPr>
          <p:grpSpPr>
            <a:xfrm>
              <a:off x="-1143750" y="4741576"/>
              <a:ext cx="4558967" cy="134100"/>
              <a:chOff x="796100" y="3019701"/>
              <a:chExt cx="4558967" cy="134100"/>
            </a:xfrm>
          </p:grpSpPr>
          <p:sp>
            <p:nvSpPr>
              <p:cNvPr id="105" name="Google Shape;105;g31d3c0017c5_0_5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cxnSp>
            <p:nvCxnSpPr>
              <p:cNvPr id="106" name="Google Shape;106;g31d3c0017c5_0_529"/>
              <p:cNvCxnSpPr/>
              <p:nvPr/>
            </p:nvCxnSpPr>
            <p:spPr>
              <a:xfrm>
                <a:off x="796100" y="3086750"/>
                <a:ext cx="4462800" cy="0"/>
              </a:xfrm>
              <a:prstGeom prst="straightConnector1">
                <a:avLst/>
              </a:prstGeom>
              <a:noFill/>
              <a:ln cap="flat" cmpd="sng" w="9525">
                <a:solidFill>
                  <a:schemeClr val="dk2"/>
                </a:solidFill>
                <a:prstDash val="solid"/>
                <a:round/>
                <a:headEnd len="sm" w="sm" type="none"/>
                <a:tailEnd len="sm" w="sm" type="none"/>
              </a:ln>
            </p:spPr>
          </p:cxnSp>
          <p:sp>
            <p:nvSpPr>
              <p:cNvPr id="107" name="Google Shape;107;g31d3c0017c5_0_529"/>
              <p:cNvSpPr/>
              <p:nvPr/>
            </p:nvSpPr>
            <p:spPr>
              <a:xfrm>
                <a:off x="5251079" y="3049843"/>
                <a:ext cx="73800" cy="73800"/>
              </a:xfrm>
              <a:prstGeom prst="ellipse">
                <a:avLst/>
              </a:prstGeom>
              <a:solidFill>
                <a:schemeClr val="dk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8" name="Shape 108"/>
        <p:cNvGrpSpPr/>
        <p:nvPr/>
      </p:nvGrpSpPr>
      <p:grpSpPr>
        <a:xfrm>
          <a:off x="0" y="0"/>
          <a:ext cx="0" cy="0"/>
          <a:chOff x="0" y="0"/>
          <a:chExt cx="0" cy="0"/>
        </a:xfrm>
      </p:grpSpPr>
      <p:sp>
        <p:nvSpPr>
          <p:cNvPr id="109" name="Google Shape;109;gbbda25c5c6_0_18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
        <p:nvSpPr>
          <p:cNvPr id="111" name="Google Shape;111;gbbda25c5c6_0_1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2" name="Google Shape;112;gbbda25c5c6_0_189"/>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3" name="Shape 113"/>
        <p:cNvGrpSpPr/>
        <p:nvPr/>
      </p:nvGrpSpPr>
      <p:grpSpPr>
        <a:xfrm>
          <a:off x="0" y="0"/>
          <a:ext cx="0" cy="0"/>
          <a:chOff x="0" y="0"/>
          <a:chExt cx="0" cy="0"/>
        </a:xfrm>
      </p:grpSpPr>
      <p:sp>
        <p:nvSpPr>
          <p:cNvPr id="114" name="Google Shape;114;gbbda25c5c6_0_192"/>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5" name="Google Shape;115;gbbda25c5c6_0_192"/>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gbbda25c5c6_0_19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8" name="Google Shape;118;gbbda25c5c6_0_195"/>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19" name="Google Shape;119;gbbda25c5c6_0_195"/>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0" name="Google Shape;120;gbbda25c5c6_0_195"/>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1" name="Shape 121"/>
        <p:cNvGrpSpPr/>
        <p:nvPr/>
      </p:nvGrpSpPr>
      <p:grpSpPr>
        <a:xfrm>
          <a:off x="0" y="0"/>
          <a:ext cx="0" cy="0"/>
          <a:chOff x="0" y="0"/>
          <a:chExt cx="0" cy="0"/>
        </a:xfrm>
      </p:grpSpPr>
      <p:sp>
        <p:nvSpPr>
          <p:cNvPr id="122" name="Google Shape;122;gbbda25c5c6_0_200"/>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23" name="Google Shape;123;gbbda25c5c6_0_200"/>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24" name="Google Shape;124;gbbda25c5c6_0_200"/>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5" name="Shape 125"/>
        <p:cNvGrpSpPr/>
        <p:nvPr/>
      </p:nvGrpSpPr>
      <p:grpSpPr>
        <a:xfrm>
          <a:off x="0" y="0"/>
          <a:ext cx="0" cy="0"/>
          <a:chOff x="0" y="0"/>
          <a:chExt cx="0" cy="0"/>
        </a:xfrm>
      </p:grpSpPr>
      <p:sp>
        <p:nvSpPr>
          <p:cNvPr id="126" name="Google Shape;126;gbbda25c5c6_0_204"/>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27" name="Google Shape;127;gbbda25c5c6_0_204"/>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8" name="Shape 128"/>
        <p:cNvGrpSpPr/>
        <p:nvPr/>
      </p:nvGrpSpPr>
      <p:grpSpPr>
        <a:xfrm>
          <a:off x="0" y="0"/>
          <a:ext cx="0" cy="0"/>
          <a:chOff x="0" y="0"/>
          <a:chExt cx="0" cy="0"/>
        </a:xfrm>
      </p:grpSpPr>
      <p:sp>
        <p:nvSpPr>
          <p:cNvPr id="129" name="Google Shape;129;gbbda25c5c6_0_207"/>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30" name="Google Shape;130;gbbda25c5c6_0_207"/>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31" name="Google Shape;131;gbbda25c5c6_0_207"/>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2" name="Google Shape;132;gbbda25c5c6_0_207"/>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33" name="Google Shape;133;gbbda25c5c6_0_207"/>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4" name="Shape 134"/>
        <p:cNvGrpSpPr/>
        <p:nvPr/>
      </p:nvGrpSpPr>
      <p:grpSpPr>
        <a:xfrm>
          <a:off x="0" y="0"/>
          <a:ext cx="0" cy="0"/>
          <a:chOff x="0" y="0"/>
          <a:chExt cx="0" cy="0"/>
        </a:xfrm>
      </p:grpSpPr>
      <p:sp>
        <p:nvSpPr>
          <p:cNvPr id="135" name="Google Shape;135;gbbda25c5c6_0_213"/>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36" name="Google Shape;136;gbbda25c5c6_0_213"/>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7" name="Shape 137"/>
        <p:cNvGrpSpPr/>
        <p:nvPr/>
      </p:nvGrpSpPr>
      <p:grpSpPr>
        <a:xfrm>
          <a:off x="0" y="0"/>
          <a:ext cx="0" cy="0"/>
          <a:chOff x="0" y="0"/>
          <a:chExt cx="0" cy="0"/>
        </a:xfrm>
      </p:grpSpPr>
      <p:sp>
        <p:nvSpPr>
          <p:cNvPr id="138" name="Google Shape;138;gbbda25c5c6_0_216"/>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39" name="Google Shape;139;gbbda25c5c6_0_216"/>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140" name="Google Shape;140;gbbda25c5c6_0_216"/>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45" name="Shape 145"/>
        <p:cNvGrpSpPr/>
        <p:nvPr/>
      </p:nvGrpSpPr>
      <p:grpSpPr>
        <a:xfrm>
          <a:off x="0" y="0"/>
          <a:ext cx="0" cy="0"/>
          <a:chOff x="0" y="0"/>
          <a:chExt cx="0" cy="0"/>
        </a:xfrm>
      </p:grpSpPr>
      <p:sp>
        <p:nvSpPr>
          <p:cNvPr id="146" name="Google Shape;146;gbc34c55794_0_173"/>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7" name="Shape 147"/>
        <p:cNvGrpSpPr/>
        <p:nvPr/>
      </p:nvGrpSpPr>
      <p:grpSpPr>
        <a:xfrm>
          <a:off x="0" y="0"/>
          <a:ext cx="0" cy="0"/>
          <a:chOff x="0" y="0"/>
          <a:chExt cx="0" cy="0"/>
        </a:xfrm>
      </p:grpSpPr>
      <p:sp>
        <p:nvSpPr>
          <p:cNvPr id="148" name="Google Shape;148;gbc34c55794_0_132"/>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49" name="Google Shape;149;gbc34c55794_0_13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50" name="Google Shape;150;gbc34c55794_0_13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1" name="Shape 151"/>
        <p:cNvGrpSpPr/>
        <p:nvPr/>
      </p:nvGrpSpPr>
      <p:grpSpPr>
        <a:xfrm>
          <a:off x="0" y="0"/>
          <a:ext cx="0" cy="0"/>
          <a:chOff x="0" y="0"/>
          <a:chExt cx="0" cy="0"/>
        </a:xfrm>
      </p:grpSpPr>
      <p:sp>
        <p:nvSpPr>
          <p:cNvPr id="152" name="Google Shape;152;gbc34c55794_0_136"/>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3" name="Google Shape;153;gbc34c55794_0_13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4" name="Shape 154"/>
        <p:cNvGrpSpPr/>
        <p:nvPr/>
      </p:nvGrpSpPr>
      <p:grpSpPr>
        <a:xfrm>
          <a:off x="0" y="0"/>
          <a:ext cx="0" cy="0"/>
          <a:chOff x="0" y="0"/>
          <a:chExt cx="0" cy="0"/>
        </a:xfrm>
      </p:grpSpPr>
      <p:sp>
        <p:nvSpPr>
          <p:cNvPr id="155" name="Google Shape;155;gbc34c55794_0_13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56" name="Google Shape;156;gbc34c55794_0_13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57" name="Google Shape;157;gbc34c55794_0_13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8" name="Shape 158"/>
        <p:cNvGrpSpPr/>
        <p:nvPr/>
      </p:nvGrpSpPr>
      <p:grpSpPr>
        <a:xfrm>
          <a:off x="0" y="0"/>
          <a:ext cx="0" cy="0"/>
          <a:chOff x="0" y="0"/>
          <a:chExt cx="0" cy="0"/>
        </a:xfrm>
      </p:grpSpPr>
      <p:sp>
        <p:nvSpPr>
          <p:cNvPr id="159" name="Google Shape;159;gbc34c55794_0_14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0" name="Google Shape;160;gbc34c55794_0_143"/>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1" name="Google Shape;161;gbc34c55794_0_143"/>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2" name="Google Shape;162;gbc34c55794_0_143"/>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3" name="Shape 163"/>
        <p:cNvGrpSpPr/>
        <p:nvPr/>
      </p:nvGrpSpPr>
      <p:grpSpPr>
        <a:xfrm>
          <a:off x="0" y="0"/>
          <a:ext cx="0" cy="0"/>
          <a:chOff x="0" y="0"/>
          <a:chExt cx="0" cy="0"/>
        </a:xfrm>
      </p:grpSpPr>
      <p:sp>
        <p:nvSpPr>
          <p:cNvPr id="164" name="Google Shape;164;gbc34c55794_0_14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5" name="Google Shape;165;gbc34c55794_0_14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66" name="Shape 166"/>
        <p:cNvGrpSpPr/>
        <p:nvPr/>
      </p:nvGrpSpPr>
      <p:grpSpPr>
        <a:xfrm>
          <a:off x="0" y="0"/>
          <a:ext cx="0" cy="0"/>
          <a:chOff x="0" y="0"/>
          <a:chExt cx="0" cy="0"/>
        </a:xfrm>
      </p:grpSpPr>
      <p:sp>
        <p:nvSpPr>
          <p:cNvPr id="167" name="Google Shape;167;gbc34c55794_0_151"/>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168" name="Google Shape;168;gbc34c55794_0_151"/>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2100"/>
              </a:spcBef>
              <a:spcAft>
                <a:spcPts val="0"/>
              </a:spcAft>
              <a:buSzPts val="1600"/>
              <a:buChar char="○"/>
              <a:defRPr sz="1600"/>
            </a:lvl2pPr>
            <a:lvl3pPr indent="-330200" lvl="2" marL="1371600" algn="l">
              <a:lnSpc>
                <a:spcPct val="115000"/>
              </a:lnSpc>
              <a:spcBef>
                <a:spcPts val="2100"/>
              </a:spcBef>
              <a:spcAft>
                <a:spcPts val="0"/>
              </a:spcAft>
              <a:buSzPts val="1600"/>
              <a:buChar char="■"/>
              <a:defRPr sz="1600"/>
            </a:lvl3pPr>
            <a:lvl4pPr indent="-330200" lvl="3" marL="1828800" algn="l">
              <a:lnSpc>
                <a:spcPct val="115000"/>
              </a:lnSpc>
              <a:spcBef>
                <a:spcPts val="2100"/>
              </a:spcBef>
              <a:spcAft>
                <a:spcPts val="0"/>
              </a:spcAft>
              <a:buSzPts val="1600"/>
              <a:buChar char="●"/>
              <a:defRPr sz="1600"/>
            </a:lvl4pPr>
            <a:lvl5pPr indent="-330200" lvl="4" marL="2286000" algn="l">
              <a:lnSpc>
                <a:spcPct val="115000"/>
              </a:lnSpc>
              <a:spcBef>
                <a:spcPts val="2100"/>
              </a:spcBef>
              <a:spcAft>
                <a:spcPts val="0"/>
              </a:spcAft>
              <a:buSzPts val="1600"/>
              <a:buChar char="○"/>
              <a:defRPr sz="1600"/>
            </a:lvl5pPr>
            <a:lvl6pPr indent="-330200" lvl="5" marL="2743200" algn="l">
              <a:lnSpc>
                <a:spcPct val="115000"/>
              </a:lnSpc>
              <a:spcBef>
                <a:spcPts val="2100"/>
              </a:spcBef>
              <a:spcAft>
                <a:spcPts val="0"/>
              </a:spcAft>
              <a:buSzPts val="1600"/>
              <a:buChar char="■"/>
              <a:defRPr sz="1600"/>
            </a:lvl6pPr>
            <a:lvl7pPr indent="-330200" lvl="6" marL="3200400" algn="l">
              <a:lnSpc>
                <a:spcPct val="115000"/>
              </a:lnSpc>
              <a:spcBef>
                <a:spcPts val="2100"/>
              </a:spcBef>
              <a:spcAft>
                <a:spcPts val="0"/>
              </a:spcAft>
              <a:buSzPts val="1600"/>
              <a:buChar char="●"/>
              <a:defRPr sz="1600"/>
            </a:lvl7pPr>
            <a:lvl8pPr indent="-330200" lvl="7" marL="3657600" algn="l">
              <a:lnSpc>
                <a:spcPct val="115000"/>
              </a:lnSpc>
              <a:spcBef>
                <a:spcPts val="2100"/>
              </a:spcBef>
              <a:spcAft>
                <a:spcPts val="0"/>
              </a:spcAft>
              <a:buSzPts val="1600"/>
              <a:buChar char="○"/>
              <a:defRPr sz="1600"/>
            </a:lvl8pPr>
            <a:lvl9pPr indent="-330200" lvl="8" marL="4114800" algn="l">
              <a:lnSpc>
                <a:spcPct val="115000"/>
              </a:lnSpc>
              <a:spcBef>
                <a:spcPts val="2100"/>
              </a:spcBef>
              <a:spcAft>
                <a:spcPts val="2100"/>
              </a:spcAft>
              <a:buSzPts val="1600"/>
              <a:buChar char="■"/>
              <a:defRPr sz="1600"/>
            </a:lvl9pPr>
          </a:lstStyle>
          <a:p/>
        </p:txBody>
      </p:sp>
      <p:sp>
        <p:nvSpPr>
          <p:cNvPr id="169" name="Google Shape;169;gbc34c55794_0_15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0" name="Shape 170"/>
        <p:cNvGrpSpPr/>
        <p:nvPr/>
      </p:nvGrpSpPr>
      <p:grpSpPr>
        <a:xfrm>
          <a:off x="0" y="0"/>
          <a:ext cx="0" cy="0"/>
          <a:chOff x="0" y="0"/>
          <a:chExt cx="0" cy="0"/>
        </a:xfrm>
      </p:grpSpPr>
      <p:sp>
        <p:nvSpPr>
          <p:cNvPr id="171" name="Google Shape;171;gbc34c55794_0_155"/>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p:txBody>
      </p:sp>
      <p:sp>
        <p:nvSpPr>
          <p:cNvPr id="172" name="Google Shape;172;gbc34c55794_0_155"/>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3" name="Shape 173"/>
        <p:cNvGrpSpPr/>
        <p:nvPr/>
      </p:nvGrpSpPr>
      <p:grpSpPr>
        <a:xfrm>
          <a:off x="0" y="0"/>
          <a:ext cx="0" cy="0"/>
          <a:chOff x="0" y="0"/>
          <a:chExt cx="0" cy="0"/>
        </a:xfrm>
      </p:grpSpPr>
      <p:sp>
        <p:nvSpPr>
          <p:cNvPr id="174" name="Google Shape;174;gbc34c55794_0_158"/>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bc34c55794_0_158"/>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76" name="Google Shape;176;gbc34c55794_0_158"/>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7" name="Google Shape;177;gbc34c55794_0_158"/>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78" name="Google Shape;178;gbc34c55794_0_15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9" name="Shape 179"/>
        <p:cNvGrpSpPr/>
        <p:nvPr/>
      </p:nvGrpSpPr>
      <p:grpSpPr>
        <a:xfrm>
          <a:off x="0" y="0"/>
          <a:ext cx="0" cy="0"/>
          <a:chOff x="0" y="0"/>
          <a:chExt cx="0" cy="0"/>
        </a:xfrm>
      </p:grpSpPr>
      <p:sp>
        <p:nvSpPr>
          <p:cNvPr id="180" name="Google Shape;180;gbc34c55794_0_164"/>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Autofit/>
          </a:bodyPr>
          <a:lstStyle>
            <a:lvl1pPr indent="-228600" lvl="0" marL="457200" algn="l">
              <a:lnSpc>
                <a:spcPct val="100000"/>
              </a:lnSpc>
              <a:spcBef>
                <a:spcPts val="0"/>
              </a:spcBef>
              <a:spcAft>
                <a:spcPts val="0"/>
              </a:spcAft>
              <a:buSzPts val="2400"/>
              <a:buNone/>
              <a:defRPr/>
            </a:lvl1pPr>
          </a:lstStyle>
          <a:p/>
        </p:txBody>
      </p:sp>
      <p:sp>
        <p:nvSpPr>
          <p:cNvPr id="181" name="Google Shape;181;gbc34c55794_0_164"/>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2" name="Shape 182"/>
        <p:cNvGrpSpPr/>
        <p:nvPr/>
      </p:nvGrpSpPr>
      <p:grpSpPr>
        <a:xfrm>
          <a:off x="0" y="0"/>
          <a:ext cx="0" cy="0"/>
          <a:chOff x="0" y="0"/>
          <a:chExt cx="0" cy="0"/>
        </a:xfrm>
      </p:grpSpPr>
      <p:sp>
        <p:nvSpPr>
          <p:cNvPr id="183" name="Google Shape;183;gbc34c55794_0_167"/>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184" name="Google Shape;184;gbc34c55794_0_167"/>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2100"/>
              </a:spcBef>
              <a:spcAft>
                <a:spcPts val="0"/>
              </a:spcAft>
              <a:buSzPts val="1900"/>
              <a:buChar char="○"/>
              <a:defRPr/>
            </a:lvl2pPr>
            <a:lvl3pPr indent="-349250" lvl="2" marL="1371600" algn="ctr">
              <a:lnSpc>
                <a:spcPct val="115000"/>
              </a:lnSpc>
              <a:spcBef>
                <a:spcPts val="2100"/>
              </a:spcBef>
              <a:spcAft>
                <a:spcPts val="0"/>
              </a:spcAft>
              <a:buSzPts val="1900"/>
              <a:buChar char="■"/>
              <a:defRPr/>
            </a:lvl3pPr>
            <a:lvl4pPr indent="-349250" lvl="3" marL="1828800" algn="ctr">
              <a:lnSpc>
                <a:spcPct val="115000"/>
              </a:lnSpc>
              <a:spcBef>
                <a:spcPts val="2100"/>
              </a:spcBef>
              <a:spcAft>
                <a:spcPts val="0"/>
              </a:spcAft>
              <a:buSzPts val="1900"/>
              <a:buChar char="●"/>
              <a:defRPr/>
            </a:lvl4pPr>
            <a:lvl5pPr indent="-349250" lvl="4" marL="2286000" algn="ctr">
              <a:lnSpc>
                <a:spcPct val="115000"/>
              </a:lnSpc>
              <a:spcBef>
                <a:spcPts val="2100"/>
              </a:spcBef>
              <a:spcAft>
                <a:spcPts val="0"/>
              </a:spcAft>
              <a:buSzPts val="1900"/>
              <a:buChar char="○"/>
              <a:defRPr/>
            </a:lvl5pPr>
            <a:lvl6pPr indent="-349250" lvl="5" marL="2743200" algn="ctr">
              <a:lnSpc>
                <a:spcPct val="115000"/>
              </a:lnSpc>
              <a:spcBef>
                <a:spcPts val="2100"/>
              </a:spcBef>
              <a:spcAft>
                <a:spcPts val="0"/>
              </a:spcAft>
              <a:buSzPts val="1900"/>
              <a:buChar char="■"/>
              <a:defRPr/>
            </a:lvl6pPr>
            <a:lvl7pPr indent="-349250" lvl="6" marL="3200400" algn="ctr">
              <a:lnSpc>
                <a:spcPct val="115000"/>
              </a:lnSpc>
              <a:spcBef>
                <a:spcPts val="2100"/>
              </a:spcBef>
              <a:spcAft>
                <a:spcPts val="0"/>
              </a:spcAft>
              <a:buSzPts val="1900"/>
              <a:buChar char="●"/>
              <a:defRPr/>
            </a:lvl7pPr>
            <a:lvl8pPr indent="-349250" lvl="7" marL="3657600" algn="ctr">
              <a:lnSpc>
                <a:spcPct val="115000"/>
              </a:lnSpc>
              <a:spcBef>
                <a:spcPts val="2100"/>
              </a:spcBef>
              <a:spcAft>
                <a:spcPts val="0"/>
              </a:spcAft>
              <a:buSzPts val="1900"/>
              <a:buChar char="○"/>
              <a:defRPr/>
            </a:lvl8pPr>
            <a:lvl9pPr indent="-349250" lvl="8" marL="4114800" algn="ctr">
              <a:lnSpc>
                <a:spcPct val="115000"/>
              </a:lnSpc>
              <a:spcBef>
                <a:spcPts val="2100"/>
              </a:spcBef>
              <a:spcAft>
                <a:spcPts val="2100"/>
              </a:spcAft>
              <a:buSzPts val="1900"/>
              <a:buChar char="■"/>
              <a:defRPr/>
            </a:lvl9pPr>
          </a:lstStyle>
          <a:p/>
        </p:txBody>
      </p:sp>
      <p:sp>
        <p:nvSpPr>
          <p:cNvPr id="185" name="Google Shape;185;gbc34c55794_0_16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6" name="Shape 186"/>
        <p:cNvGrpSpPr/>
        <p:nvPr/>
      </p:nvGrpSpPr>
      <p:grpSpPr>
        <a:xfrm>
          <a:off x="0" y="0"/>
          <a:ext cx="0" cy="0"/>
          <a:chOff x="0" y="0"/>
          <a:chExt cx="0" cy="0"/>
        </a:xfrm>
      </p:grpSpPr>
      <p:sp>
        <p:nvSpPr>
          <p:cNvPr id="187" name="Google Shape;187;gbc34c55794_0_17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188" name="Shape 188"/>
        <p:cNvGrpSpPr/>
        <p:nvPr/>
      </p:nvGrpSpPr>
      <p:grpSpPr>
        <a:xfrm>
          <a:off x="0" y="0"/>
          <a:ext cx="0" cy="0"/>
          <a:chOff x="0" y="0"/>
          <a:chExt cx="0" cy="0"/>
        </a:xfrm>
      </p:grpSpPr>
      <p:sp>
        <p:nvSpPr>
          <p:cNvPr id="189" name="Google Shape;189;gbc34c55794_0_175"/>
          <p:cNvSpPr txBox="1"/>
          <p:nvPr>
            <p:ph idx="1" type="body"/>
          </p:nvPr>
        </p:nvSpPr>
        <p:spPr>
          <a:xfrm>
            <a:off x="517092" y="974040"/>
            <a:ext cx="11157900" cy="231300"/>
          </a:xfrm>
          <a:prstGeom prst="rect">
            <a:avLst/>
          </a:prstGeom>
          <a:noFill/>
          <a:ln>
            <a:noFill/>
          </a:ln>
        </p:spPr>
        <p:txBody>
          <a:bodyPr anchorCtr="0" anchor="ctr" bIns="0" lIns="0" spcFirstLastPara="1" rIns="0" wrap="square" tIns="0">
            <a:noAutofit/>
          </a:bodyPr>
          <a:lstStyle>
            <a:lvl1pPr indent="-228600" lvl="0" marL="457200" marR="0" algn="l">
              <a:lnSpc>
                <a:spcPct val="115000"/>
              </a:lnSpc>
              <a:spcBef>
                <a:spcPts val="300"/>
              </a:spcBef>
              <a:spcAft>
                <a:spcPts val="0"/>
              </a:spcAft>
              <a:buClr>
                <a:srgbClr val="7F7F7F"/>
              </a:buClr>
              <a:buSzPts val="1500"/>
              <a:buFont typeface="Arial"/>
              <a:buNone/>
              <a:defRPr b="0" i="0" sz="1500" u="none" cap="none" strike="noStrike">
                <a:solidFill>
                  <a:srgbClr val="7F7F7F"/>
                </a:solidFill>
                <a:latin typeface="Roboto"/>
                <a:ea typeface="Roboto"/>
                <a:cs typeface="Roboto"/>
                <a:sym typeface="Roboto"/>
              </a:defRPr>
            </a:lvl1pPr>
            <a:lvl2pPr indent="-228600" lvl="1" marL="914400" marR="0" algn="l">
              <a:lnSpc>
                <a:spcPct val="115000"/>
              </a:lnSpc>
              <a:spcBef>
                <a:spcPts val="2100"/>
              </a:spcBef>
              <a:spcAft>
                <a:spcPts val="0"/>
              </a:spcAft>
              <a:buClr>
                <a:schemeClr val="dk1"/>
              </a:buClr>
              <a:buSzPts val="1600"/>
              <a:buFont typeface="Arial"/>
              <a:buNone/>
              <a:defRPr b="0" i="0" sz="1600" u="none" cap="none" strike="noStrike">
                <a:solidFill>
                  <a:schemeClr val="dk1"/>
                </a:solidFill>
                <a:latin typeface="Roboto"/>
                <a:ea typeface="Roboto"/>
                <a:cs typeface="Roboto"/>
                <a:sym typeface="Roboto"/>
              </a:defRPr>
            </a:lvl2pPr>
            <a:lvl3pPr indent="-228600" lvl="2" marL="1371600" marR="0" algn="l">
              <a:lnSpc>
                <a:spcPct val="115000"/>
              </a:lnSpc>
              <a:spcBef>
                <a:spcPts val="2100"/>
              </a:spcBef>
              <a:spcAft>
                <a:spcPts val="0"/>
              </a:spcAft>
              <a:buClr>
                <a:schemeClr val="dk1"/>
              </a:buClr>
              <a:buSzPts val="1300"/>
              <a:buFont typeface="Arial"/>
              <a:buNone/>
              <a:defRPr b="0" i="0" sz="1300" u="none" cap="none" strike="noStrike">
                <a:solidFill>
                  <a:schemeClr val="dk1"/>
                </a:solidFill>
                <a:latin typeface="Roboto"/>
                <a:ea typeface="Roboto"/>
                <a:cs typeface="Roboto"/>
                <a:sym typeface="Roboto"/>
              </a:defRPr>
            </a:lvl3pPr>
            <a:lvl4pPr indent="-228600" lvl="3" marL="18288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4pPr>
            <a:lvl5pPr indent="-228600" lvl="4" marL="22860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5pPr>
            <a:lvl6pPr indent="-228600" lvl="5" marL="27432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6pPr>
            <a:lvl7pPr indent="-228600" lvl="6" marL="32004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7pPr>
            <a:lvl8pPr indent="-228600" lvl="7" marL="3657600" marR="0" algn="l">
              <a:lnSpc>
                <a:spcPct val="115000"/>
              </a:lnSpc>
              <a:spcBef>
                <a:spcPts val="21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8pPr>
            <a:lvl9pPr indent="-228600" lvl="8" marL="4114800" marR="0" algn="l">
              <a:lnSpc>
                <a:spcPct val="115000"/>
              </a:lnSpc>
              <a:spcBef>
                <a:spcPts val="2100"/>
              </a:spcBef>
              <a:spcAft>
                <a:spcPts val="2100"/>
              </a:spcAft>
              <a:buClr>
                <a:schemeClr val="dk1"/>
              </a:buClr>
              <a:buSzPts val="1200"/>
              <a:buFont typeface="Arial"/>
              <a:buNone/>
              <a:defRPr b="0" i="0" sz="1200" u="none" cap="none" strike="noStrike">
                <a:solidFill>
                  <a:schemeClr val="dk1"/>
                </a:solidFill>
                <a:latin typeface="Roboto"/>
                <a:ea typeface="Roboto"/>
                <a:cs typeface="Roboto"/>
                <a:sym typeface="Roboto"/>
              </a:defRPr>
            </a:lvl9pPr>
          </a:lstStyle>
          <a:p/>
        </p:txBody>
      </p:sp>
      <p:sp>
        <p:nvSpPr>
          <p:cNvPr id="190" name="Google Shape;190;gbc34c55794_0_175"/>
          <p:cNvSpPr txBox="1"/>
          <p:nvPr>
            <p:ph type="title"/>
          </p:nvPr>
        </p:nvSpPr>
        <p:spPr>
          <a:xfrm>
            <a:off x="517092" y="376815"/>
            <a:ext cx="11157900" cy="546000"/>
          </a:xfrm>
          <a:prstGeom prst="rect">
            <a:avLst/>
          </a:prstGeom>
          <a:noFill/>
          <a:ln>
            <a:noFill/>
          </a:ln>
        </p:spPr>
        <p:txBody>
          <a:bodyPr anchorCtr="0" anchor="ctr" bIns="0" lIns="0" spcFirstLastPara="1" rIns="0" wrap="square" tIns="0">
            <a:noAutofit/>
          </a:bodyPr>
          <a:lstStyle>
            <a:lvl1pPr lvl="0" marR="0" algn="l">
              <a:lnSpc>
                <a:spcPct val="100000"/>
              </a:lnSpc>
              <a:spcBef>
                <a:spcPts val="0"/>
              </a:spcBef>
              <a:spcAft>
                <a:spcPts val="0"/>
              </a:spcAft>
              <a:buClr>
                <a:srgbClr val="5B5B5B"/>
              </a:buClr>
              <a:buSzPts val="3700"/>
              <a:buFont typeface="Roboto"/>
              <a:buNone/>
              <a:defRPr b="0" i="0" sz="37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3700"/>
              <a:buNone/>
              <a:defRPr sz="2400"/>
            </a:lvl2pPr>
            <a:lvl3pPr lvl="2" algn="l">
              <a:lnSpc>
                <a:spcPct val="100000"/>
              </a:lnSpc>
              <a:spcBef>
                <a:spcPts val="0"/>
              </a:spcBef>
              <a:spcAft>
                <a:spcPts val="0"/>
              </a:spcAft>
              <a:buSzPts val="3700"/>
              <a:buNone/>
              <a:defRPr sz="2400"/>
            </a:lvl3pPr>
            <a:lvl4pPr lvl="3" algn="l">
              <a:lnSpc>
                <a:spcPct val="100000"/>
              </a:lnSpc>
              <a:spcBef>
                <a:spcPts val="0"/>
              </a:spcBef>
              <a:spcAft>
                <a:spcPts val="0"/>
              </a:spcAft>
              <a:buSzPts val="3700"/>
              <a:buNone/>
              <a:defRPr sz="2400"/>
            </a:lvl4pPr>
            <a:lvl5pPr lvl="4" algn="l">
              <a:lnSpc>
                <a:spcPct val="100000"/>
              </a:lnSpc>
              <a:spcBef>
                <a:spcPts val="0"/>
              </a:spcBef>
              <a:spcAft>
                <a:spcPts val="0"/>
              </a:spcAft>
              <a:buSzPts val="3700"/>
              <a:buNone/>
              <a:defRPr sz="2400"/>
            </a:lvl5pPr>
            <a:lvl6pPr lvl="5" algn="l">
              <a:lnSpc>
                <a:spcPct val="100000"/>
              </a:lnSpc>
              <a:spcBef>
                <a:spcPts val="0"/>
              </a:spcBef>
              <a:spcAft>
                <a:spcPts val="0"/>
              </a:spcAft>
              <a:buSzPts val="3700"/>
              <a:buNone/>
              <a:defRPr sz="2400"/>
            </a:lvl6pPr>
            <a:lvl7pPr lvl="6" algn="l">
              <a:lnSpc>
                <a:spcPct val="100000"/>
              </a:lnSpc>
              <a:spcBef>
                <a:spcPts val="0"/>
              </a:spcBef>
              <a:spcAft>
                <a:spcPts val="0"/>
              </a:spcAft>
              <a:buSzPts val="3700"/>
              <a:buNone/>
              <a:defRPr sz="2400"/>
            </a:lvl7pPr>
            <a:lvl8pPr lvl="7" algn="l">
              <a:lnSpc>
                <a:spcPct val="100000"/>
              </a:lnSpc>
              <a:spcBef>
                <a:spcPts val="0"/>
              </a:spcBef>
              <a:spcAft>
                <a:spcPts val="0"/>
              </a:spcAft>
              <a:buSzPts val="3700"/>
              <a:buNone/>
              <a:defRPr sz="2400"/>
            </a:lvl8pPr>
            <a:lvl9pPr lvl="8" algn="l">
              <a:lnSpc>
                <a:spcPct val="100000"/>
              </a:lnSpc>
              <a:spcBef>
                <a:spcPts val="0"/>
              </a:spcBef>
              <a:spcAft>
                <a:spcPts val="0"/>
              </a:spcAft>
              <a:buSzPts val="3700"/>
              <a:buNone/>
              <a:defRPr sz="2400"/>
            </a:lvl9pPr>
          </a:lstStyle>
          <a:p/>
        </p:txBody>
      </p:sp>
      <p:sp>
        <p:nvSpPr>
          <p:cNvPr id="191" name="Google Shape;191;gbc34c55794_0_175"/>
          <p:cNvSpPr txBox="1"/>
          <p:nvPr>
            <p:ph idx="12" type="sldNum"/>
          </p:nvPr>
        </p:nvSpPr>
        <p:spPr>
          <a:xfrm>
            <a:off x="11409045" y="6333134"/>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bbda25c5c6_0_1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1" name="Google Shape;11;gbbda25c5c6_0_17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2" name="Google Shape;12;gbbda25c5c6_0_171"/>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1" name="Shape 141"/>
        <p:cNvGrpSpPr/>
        <p:nvPr/>
      </p:nvGrpSpPr>
      <p:grpSpPr>
        <a:xfrm>
          <a:off x="0" y="0"/>
          <a:ext cx="0" cy="0"/>
          <a:chOff x="0" y="0"/>
          <a:chExt cx="0" cy="0"/>
        </a:xfrm>
      </p:grpSpPr>
      <p:sp>
        <p:nvSpPr>
          <p:cNvPr id="142" name="Google Shape;142;gbc34c55794_0_12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143" name="Google Shape;143;gbc34c55794_0_12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210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2100"/>
              </a:spcBef>
              <a:spcAft>
                <a:spcPts val="210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144" name="Google Shape;144;gbc34c55794_0_128"/>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mc:AlternateContent>
    <mc:Choice Requires="p14">
      <p:transition spd="slow" p14:dur="10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comments" Target="../comments/commen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bbda25c5c6_0_54"/>
          <p:cNvSpPr/>
          <p:nvPr/>
        </p:nvSpPr>
        <p:spPr>
          <a:xfrm>
            <a:off x="1318200" y="2643925"/>
            <a:ext cx="10126500" cy="1094100"/>
          </a:xfrm>
          <a:prstGeom prst="roundRect">
            <a:avLst>
              <a:gd fmla="val 16667" name="adj"/>
            </a:avLst>
          </a:prstGeom>
          <a:solidFill>
            <a:schemeClr val="accent3"/>
          </a:solidFill>
          <a:ln>
            <a:noFill/>
          </a:ln>
          <a:effectLst>
            <a:outerShdw blurRad="57150" rotWithShape="0" algn="bl" dir="5400000" dist="19050">
              <a:srgbClr val="000000">
                <a:alpha val="45882"/>
              </a:srgbClr>
            </a:outerShdw>
          </a:effectLst>
        </p:spPr>
        <p:txBody>
          <a:bodyPr anchorCtr="0" anchor="ctr" bIns="121900" lIns="121900" spcFirstLastPara="1" rIns="121900" wrap="square" tIns="121900">
            <a:noAutofit/>
          </a:bodyPr>
          <a:lstStyle/>
          <a:p>
            <a:pPr indent="0" lvl="0" marL="0" marR="0" rtl="0" algn="ctr">
              <a:lnSpc>
                <a:spcPct val="85000"/>
              </a:lnSpc>
              <a:spcBef>
                <a:spcPts val="0"/>
              </a:spcBef>
              <a:spcAft>
                <a:spcPts val="0"/>
              </a:spcAft>
              <a:buClr>
                <a:srgbClr val="262626"/>
              </a:buClr>
              <a:buSzPts val="8000"/>
              <a:buFont typeface="Calibri"/>
              <a:buNone/>
            </a:pPr>
            <a:r>
              <a:t/>
            </a:r>
            <a:endParaRPr b="1" sz="3600">
              <a:solidFill>
                <a:schemeClr val="lt1"/>
              </a:solidFill>
              <a:latin typeface="Calibri"/>
              <a:ea typeface="Calibri"/>
              <a:cs typeface="Calibri"/>
              <a:sym typeface="Calibri"/>
            </a:endParaRPr>
          </a:p>
          <a:p>
            <a:pPr indent="0" lvl="0" marL="0" marR="0" rtl="0" algn="ctr">
              <a:lnSpc>
                <a:spcPct val="85000"/>
              </a:lnSpc>
              <a:spcBef>
                <a:spcPts val="0"/>
              </a:spcBef>
              <a:spcAft>
                <a:spcPts val="0"/>
              </a:spcAft>
              <a:buClr>
                <a:srgbClr val="262626"/>
              </a:buClr>
              <a:buSzPts val="8000"/>
              <a:buFont typeface="Calibri"/>
              <a:buNone/>
            </a:pPr>
            <a:r>
              <a:rPr b="1" i="0" lang="en-US" sz="3600" u="none" cap="none" strike="noStrike">
                <a:solidFill>
                  <a:schemeClr val="lt1"/>
                </a:solidFill>
                <a:latin typeface="Calibri"/>
                <a:ea typeface="Calibri"/>
                <a:cs typeface="Calibri"/>
                <a:sym typeface="Calibri"/>
              </a:rPr>
              <a:t>Types of Attacks</a:t>
            </a:r>
            <a:endParaRPr b="1" i="0" sz="3600" u="none" cap="none" strike="noStrike">
              <a:solidFill>
                <a:schemeClr val="lt1"/>
              </a:solidFill>
              <a:latin typeface="Calibri"/>
              <a:ea typeface="Calibri"/>
              <a:cs typeface="Calibri"/>
              <a:sym typeface="Calibri"/>
            </a:endParaRPr>
          </a:p>
          <a:p>
            <a:pPr indent="0" lvl="0" marL="0" marR="0" rtl="0" algn="ctr">
              <a:lnSpc>
                <a:spcPct val="85000"/>
              </a:lnSpc>
              <a:spcBef>
                <a:spcPts val="0"/>
              </a:spcBef>
              <a:spcAft>
                <a:spcPts val="0"/>
              </a:spcAft>
              <a:buClr>
                <a:srgbClr val="262626"/>
              </a:buClr>
              <a:buSzPts val="8000"/>
              <a:buFont typeface="Calibri"/>
              <a:buNone/>
            </a:pPr>
            <a:r>
              <a:t/>
            </a:r>
            <a:endParaRPr b="0" i="0" sz="3700" u="none" cap="none" strike="noStrike">
              <a:solidFill>
                <a:schemeClr val="lt1"/>
              </a:solidFill>
              <a:latin typeface="Calibri"/>
              <a:ea typeface="Calibri"/>
              <a:cs typeface="Calibri"/>
              <a:sym typeface="Calibri"/>
            </a:endParaRPr>
          </a:p>
        </p:txBody>
      </p:sp>
      <p:sp>
        <p:nvSpPr>
          <p:cNvPr id="197" name="Google Shape;197;gbbda25c5c6_0_54"/>
          <p:cNvSpPr txBox="1"/>
          <p:nvPr/>
        </p:nvSpPr>
        <p:spPr>
          <a:xfrm>
            <a:off x="4507850" y="4021625"/>
            <a:ext cx="3950700" cy="603300"/>
          </a:xfrm>
          <a:prstGeom prst="rect">
            <a:avLst/>
          </a:prstGeom>
          <a:noFill/>
          <a:ln>
            <a:noFill/>
          </a:ln>
        </p:spPr>
        <p:txBody>
          <a:bodyPr anchorCtr="0" anchor="t" bIns="91425" lIns="91425" spcFirstLastPara="1" rIns="91425" wrap="square" tIns="91425">
            <a:spAutoFit/>
          </a:bodyPr>
          <a:lstStyle/>
          <a:p>
            <a:pPr indent="0" lvl="0" marL="0" rtl="0" algn="ctr">
              <a:lnSpc>
                <a:spcPct val="85000"/>
              </a:lnSpc>
              <a:spcBef>
                <a:spcPts val="0"/>
              </a:spcBef>
              <a:spcAft>
                <a:spcPts val="0"/>
              </a:spcAft>
              <a:buNone/>
            </a:pPr>
            <a:r>
              <a:rPr b="1" lang="en-US" sz="3200">
                <a:solidFill>
                  <a:srgbClr val="78909C"/>
                </a:solidFill>
                <a:latin typeface="Times New Roman"/>
                <a:ea typeface="Times New Roman"/>
                <a:cs typeface="Times New Roman"/>
                <a:sym typeface="Times New Roman"/>
              </a:rPr>
              <a:t>Lecture 3</a:t>
            </a:r>
            <a:endParaRPr b="1" sz="3200">
              <a:solidFill>
                <a:srgbClr val="78909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7d9a76c35b_0_428"/>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‘Attack’ in Cyber and Information Security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03" name="Google Shape;203;g37d9a76c35b_0_428"/>
          <p:cNvSpPr txBox="1"/>
          <p:nvPr/>
        </p:nvSpPr>
        <p:spPr>
          <a:xfrm>
            <a:off x="499200" y="868500"/>
            <a:ext cx="11403600" cy="2786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2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just">
              <a:lnSpc>
                <a:spcPct val="100000"/>
              </a:lnSpc>
              <a:spcBef>
                <a:spcPts val="1000"/>
              </a:spcBef>
              <a:spcAft>
                <a:spcPts val="0"/>
              </a:spcAft>
              <a:buClr>
                <a:schemeClr val="accent3"/>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An attack refers to an intentional or malicious act that aims to compromise the confidentiality, integrity, or availability of information or information systems. </a:t>
            </a:r>
            <a:endParaRPr b="0" i="0" sz="2400" u="none" cap="none" strike="noStrike">
              <a:solidFill>
                <a:schemeClr val="dk2"/>
              </a:solidFill>
              <a:latin typeface="Times New Roman"/>
              <a:ea typeface="Times New Roman"/>
              <a:cs typeface="Times New Roman"/>
              <a:sym typeface="Times New Roman"/>
            </a:endParaRPr>
          </a:p>
          <a:p>
            <a:pPr indent="-381000" lvl="0" marL="457200" marR="0" rtl="0" algn="just">
              <a:lnSpc>
                <a:spcPct val="100000"/>
              </a:lnSpc>
              <a:spcBef>
                <a:spcPts val="1000"/>
              </a:spcBef>
              <a:spcAft>
                <a:spcPts val="0"/>
              </a:spcAft>
              <a:buClr>
                <a:schemeClr val="accent3"/>
              </a:buClr>
              <a:buSzPts val="2400"/>
              <a:buFont typeface="Times New Roman"/>
              <a:buChar char="■"/>
            </a:pPr>
            <a:r>
              <a:rPr b="0" i="0" lang="en-US" sz="2400" u="none" cap="none" strike="noStrike">
                <a:solidFill>
                  <a:schemeClr val="dk2"/>
                </a:solidFill>
                <a:latin typeface="Times New Roman"/>
                <a:ea typeface="Times New Roman"/>
                <a:cs typeface="Times New Roman"/>
                <a:sym typeface="Times New Roman"/>
              </a:rPr>
              <a:t>It is the process of attempting to steal data or gaining unauthorized access to computers and networks using one or more computers.</a:t>
            </a:r>
            <a:endParaRPr b="0" i="0" sz="2400" u="none" cap="none" strike="noStrike">
              <a:solidFill>
                <a:schemeClr val="dk2"/>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1" i="0" sz="2400" u="none" cap="none" strike="noStrike">
              <a:solidFill>
                <a:srgbClr val="980000"/>
              </a:solidFill>
              <a:latin typeface="Times New Roman"/>
              <a:ea typeface="Times New Roman"/>
              <a:cs typeface="Times New Roman"/>
              <a:sym typeface="Times New Roman"/>
            </a:endParaRPr>
          </a:p>
        </p:txBody>
      </p:sp>
      <p:sp>
        <p:nvSpPr>
          <p:cNvPr id="204" name="Google Shape;204;g37d9a76c35b_0_428"/>
          <p:cNvSpPr txBox="1"/>
          <p:nvPr/>
        </p:nvSpPr>
        <p:spPr>
          <a:xfrm>
            <a:off x="1651200" y="3788625"/>
            <a:ext cx="8682900" cy="507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0"/>
              </a:spcBef>
              <a:spcAft>
                <a:spcPts val="0"/>
              </a:spcAft>
              <a:buClr>
                <a:srgbClr val="000000"/>
              </a:buClr>
              <a:buSzPts val="2100"/>
              <a:buFont typeface="Arial"/>
              <a:buNone/>
            </a:pPr>
            <a:r>
              <a:rPr b="1" i="0" lang="en-US" sz="2100" u="none" cap="none" strike="noStrike">
                <a:solidFill>
                  <a:srgbClr val="980000"/>
                </a:solidFill>
                <a:latin typeface="Poppins"/>
                <a:ea typeface="Poppins"/>
                <a:cs typeface="Poppins"/>
                <a:sym typeface="Poppins"/>
              </a:rPr>
              <a:t>                    Attacks = Motive (Goal) + Vulnerability + Method </a:t>
            </a:r>
            <a:endParaRPr b="0" i="0" sz="2100" u="none" cap="none" strike="noStrike">
              <a:solidFill>
                <a:srgbClr val="98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807fa80d02_0_2"/>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Types of Attack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pic>
        <p:nvPicPr>
          <p:cNvPr id="210" name="Google Shape;210;g3807fa80d02_0_2"/>
          <p:cNvPicPr preferRelativeResize="0"/>
          <p:nvPr/>
        </p:nvPicPr>
        <p:blipFill rotWithShape="1">
          <a:blip r:embed="rId3">
            <a:alphaModFix/>
          </a:blip>
          <a:srcRect b="0" l="0" r="0" t="0"/>
          <a:stretch/>
        </p:blipFill>
        <p:spPr>
          <a:xfrm>
            <a:off x="824325" y="1438226"/>
            <a:ext cx="10758699" cy="4183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7f98f0ae4d_0_299"/>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Passive Attack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16" name="Google Shape;216;g37f98f0ae4d_0_299"/>
          <p:cNvSpPr txBox="1"/>
          <p:nvPr/>
        </p:nvSpPr>
        <p:spPr>
          <a:xfrm>
            <a:off x="425450" y="1206250"/>
            <a:ext cx="10879500" cy="3494100"/>
          </a:xfrm>
          <a:prstGeom prst="rect">
            <a:avLst/>
          </a:prstGeom>
          <a:noFill/>
          <a:ln>
            <a:noFill/>
          </a:ln>
        </p:spPr>
        <p:txBody>
          <a:bodyPr anchorCtr="0" anchor="t" bIns="91425" lIns="91425" spcFirstLastPara="1" rIns="91425" wrap="square" tIns="91425">
            <a:spAutoFit/>
          </a:bodyPr>
          <a:lstStyle/>
          <a:p>
            <a:pPr indent="-425450" lvl="0" marL="4572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rgbClr val="000000"/>
                </a:solidFill>
                <a:latin typeface="Times New Roman"/>
                <a:ea typeface="Times New Roman"/>
                <a:cs typeface="Times New Roman"/>
                <a:sym typeface="Times New Roman"/>
              </a:rPr>
              <a:t>Passive attacks, on the other hand, focus on unauthorized monitoring or capturing of data without altering it, like eavesdropping or sniffing network traffic.</a:t>
            </a:r>
            <a:endParaRPr b="0" i="0" sz="2300" u="none" cap="none" strike="noStrike">
              <a:solidFill>
                <a:srgbClr val="000000"/>
              </a:solidFill>
              <a:latin typeface="Times New Roman"/>
              <a:ea typeface="Times New Roman"/>
              <a:cs typeface="Times New Roman"/>
              <a:sym typeface="Times New Roman"/>
            </a:endParaRPr>
          </a:p>
          <a:p>
            <a:pPr indent="-425450" lvl="0" marL="4572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rgbClr val="000000"/>
                </a:solidFill>
                <a:latin typeface="Times New Roman"/>
                <a:ea typeface="Times New Roman"/>
                <a:cs typeface="Times New Roman"/>
                <a:sym typeface="Times New Roman"/>
              </a:rPr>
              <a:t>Types of passive attacks are as follows: </a:t>
            </a:r>
            <a:endParaRPr b="0" i="0" sz="2300" u="none" cap="none" strike="noStrike">
              <a:solidFill>
                <a:srgbClr val="000000"/>
              </a:solidFill>
              <a:latin typeface="Times New Roman"/>
              <a:ea typeface="Times New Roman"/>
              <a:cs typeface="Times New Roman"/>
              <a:sym typeface="Times New Roman"/>
            </a:endParaRPr>
          </a:p>
          <a:p>
            <a:pPr indent="-425450" lvl="1" marL="9144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rgbClr val="000000"/>
                </a:solidFill>
                <a:latin typeface="Times New Roman"/>
                <a:ea typeface="Times New Roman"/>
                <a:cs typeface="Times New Roman"/>
                <a:sym typeface="Times New Roman"/>
              </a:rPr>
              <a:t>The release of message content</a:t>
            </a:r>
            <a:endParaRPr b="0" i="0" sz="2300" u="none" cap="none" strike="noStrike">
              <a:solidFill>
                <a:srgbClr val="000000"/>
              </a:solidFill>
              <a:latin typeface="Times New Roman"/>
              <a:ea typeface="Times New Roman"/>
              <a:cs typeface="Times New Roman"/>
              <a:sym typeface="Times New Roman"/>
            </a:endParaRPr>
          </a:p>
          <a:p>
            <a:pPr indent="-425450" lvl="1" marL="9144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rgbClr val="000000"/>
                </a:solidFill>
                <a:latin typeface="Times New Roman"/>
                <a:ea typeface="Times New Roman"/>
                <a:cs typeface="Times New Roman"/>
                <a:sym typeface="Times New Roman"/>
              </a:rPr>
              <a:t>Traffic analysis</a:t>
            </a:r>
            <a:endParaRPr b="0" i="0" sz="23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807fa80d02_0_1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Passive Attack (Release of message content)</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22" name="Google Shape;222;g3807fa80d02_0_11"/>
          <p:cNvSpPr txBox="1"/>
          <p:nvPr/>
        </p:nvSpPr>
        <p:spPr>
          <a:xfrm>
            <a:off x="425450" y="1206250"/>
            <a:ext cx="6007200" cy="4304700"/>
          </a:xfrm>
          <a:prstGeom prst="rect">
            <a:avLst/>
          </a:prstGeom>
          <a:noFill/>
          <a:ln>
            <a:noFill/>
          </a:ln>
        </p:spPr>
        <p:txBody>
          <a:bodyPr anchorCtr="0" anchor="t" bIns="91425" lIns="91425" spcFirstLastPara="1" rIns="91425" wrap="square" tIns="91425">
            <a:spAutoFit/>
          </a:bodyPr>
          <a:lstStyle/>
          <a:p>
            <a:pPr indent="-425450" lvl="0" marL="4572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rgbClr val="000000"/>
                </a:solidFill>
                <a:latin typeface="Times New Roman"/>
                <a:ea typeface="Times New Roman"/>
                <a:cs typeface="Times New Roman"/>
                <a:sym typeface="Times New Roman"/>
              </a:rPr>
              <a:t>A telephone conversation, an electronic mail message, and a transferred file may contain sensitive or confidential information. </a:t>
            </a:r>
            <a:endParaRPr b="0" i="0" sz="2300" u="none" cap="none" strike="noStrike">
              <a:solidFill>
                <a:srgbClr val="000000"/>
              </a:solidFill>
              <a:latin typeface="Times New Roman"/>
              <a:ea typeface="Times New Roman"/>
              <a:cs typeface="Times New Roman"/>
              <a:sym typeface="Times New Roman"/>
            </a:endParaRPr>
          </a:p>
          <a:p>
            <a:pPr indent="-425450" lvl="0" marL="4572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rgbClr val="000000"/>
                </a:solidFill>
                <a:latin typeface="Times New Roman"/>
                <a:ea typeface="Times New Roman"/>
                <a:cs typeface="Times New Roman"/>
                <a:sym typeface="Times New Roman"/>
              </a:rPr>
              <a:t> In this type of attack, the attacker secretly listens to a conversation or communication that is not intended for him. </a:t>
            </a:r>
            <a:endParaRPr b="0" i="0" sz="2300" u="none" cap="none" strike="noStrike">
              <a:solidFill>
                <a:srgbClr val="000000"/>
              </a:solidFill>
              <a:latin typeface="Times New Roman"/>
              <a:ea typeface="Times New Roman"/>
              <a:cs typeface="Times New Roman"/>
              <a:sym typeface="Times New Roman"/>
            </a:endParaRPr>
          </a:p>
          <a:p>
            <a:pPr indent="-425450" lvl="0" marL="457200" marR="0" rtl="0" algn="just">
              <a:lnSpc>
                <a:spcPct val="100000"/>
              </a:lnSpc>
              <a:spcBef>
                <a:spcPts val="1000"/>
              </a:spcBef>
              <a:spcAft>
                <a:spcPts val="0"/>
              </a:spcAft>
              <a:buClr>
                <a:schemeClr val="accent3"/>
              </a:buClr>
              <a:buSzPts val="3100"/>
              <a:buFont typeface="Times New Roman"/>
              <a:buChar char="■"/>
            </a:pPr>
            <a:r>
              <a:rPr b="0" i="0" lang="en-US" sz="2300" u="none" cap="none" strike="noStrike">
                <a:solidFill>
                  <a:srgbClr val="000000"/>
                </a:solidFill>
                <a:latin typeface="Times New Roman"/>
                <a:ea typeface="Times New Roman"/>
                <a:cs typeface="Times New Roman"/>
                <a:sym typeface="Times New Roman"/>
              </a:rPr>
              <a:t>It can be done for various purposes, such as gathering information, spying, or blackmailing.</a:t>
            </a:r>
            <a:endParaRPr b="0" i="0" sz="23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 </a:t>
            </a:r>
            <a:endParaRPr b="0" i="0" sz="2000" u="none" cap="none" strike="noStrike">
              <a:solidFill>
                <a:srgbClr val="000000"/>
              </a:solidFill>
              <a:latin typeface="Times New Roman"/>
              <a:ea typeface="Times New Roman"/>
              <a:cs typeface="Times New Roman"/>
              <a:sym typeface="Times New Roman"/>
            </a:endParaRPr>
          </a:p>
        </p:txBody>
      </p:sp>
      <p:pic>
        <p:nvPicPr>
          <p:cNvPr id="223" name="Google Shape;223;g3807fa80d02_0_11"/>
          <p:cNvPicPr preferRelativeResize="0"/>
          <p:nvPr/>
        </p:nvPicPr>
        <p:blipFill rotWithShape="1">
          <a:blip r:embed="rId3">
            <a:alphaModFix/>
          </a:blip>
          <a:srcRect b="15260" l="0" r="0" t="0"/>
          <a:stretch/>
        </p:blipFill>
        <p:spPr>
          <a:xfrm>
            <a:off x="6868458" y="2629358"/>
            <a:ext cx="4924017" cy="1767046"/>
          </a:xfrm>
          <a:prstGeom prst="rect">
            <a:avLst/>
          </a:prstGeom>
          <a:noFill/>
          <a:ln>
            <a:noFill/>
          </a:ln>
        </p:spPr>
      </p:pic>
      <p:sp>
        <p:nvSpPr>
          <p:cNvPr id="224" name="Google Shape;224;g3807fa80d02_0_11"/>
          <p:cNvSpPr txBox="1"/>
          <p:nvPr/>
        </p:nvSpPr>
        <p:spPr>
          <a:xfrm>
            <a:off x="6766826" y="1698725"/>
            <a:ext cx="5127300" cy="589800"/>
          </a:xfrm>
          <a:prstGeom prst="rect">
            <a:avLst/>
          </a:prstGeom>
          <a:noFill/>
          <a:ln cap="flat" cmpd="sng" w="25175">
            <a:solidFill>
              <a:srgbClr val="EB9109"/>
            </a:solidFill>
            <a:prstDash val="dot"/>
            <a:round/>
            <a:headEnd len="sm" w="sm" type="none"/>
            <a:tailEnd len="sm" w="sm" type="none"/>
          </a:ln>
        </p:spPr>
        <p:txBody>
          <a:bodyPr anchorCtr="0" anchor="t" bIns="120800" lIns="120800" spcFirstLastPara="1" rIns="120800" wrap="square" tIns="120800">
            <a:spAutoFit/>
          </a:bodyPr>
          <a:lstStyle/>
          <a:p>
            <a:pPr indent="0" lvl="0" marL="0" marR="0" rtl="0" algn="ctr">
              <a:lnSpc>
                <a:spcPct val="100000"/>
              </a:lnSpc>
              <a:spcBef>
                <a:spcPts val="0"/>
              </a:spcBef>
              <a:spcAft>
                <a:spcPts val="0"/>
              </a:spcAft>
              <a:buClr>
                <a:srgbClr val="000000"/>
              </a:buClr>
              <a:buSzPts val="2246"/>
              <a:buFont typeface="Arial"/>
              <a:buNone/>
            </a:pPr>
            <a:r>
              <a:rPr b="1" i="0" lang="en-US" sz="2246" u="none" cap="none" strike="noStrike">
                <a:solidFill>
                  <a:srgbClr val="980000"/>
                </a:solidFill>
                <a:latin typeface="Arial"/>
                <a:ea typeface="Arial"/>
                <a:cs typeface="Arial"/>
                <a:sym typeface="Arial"/>
              </a:rPr>
              <a:t>Release of message content</a:t>
            </a:r>
            <a:endParaRPr b="1" i="0" sz="2246" u="none" cap="none" strike="noStrike">
              <a:solidFill>
                <a:srgbClr val="98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7f98f0ae4d_0_360"/>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Passive Attack (Traffic analysis)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0" name="Google Shape;230;g37f98f0ae4d_0_360"/>
          <p:cNvSpPr txBox="1"/>
          <p:nvPr/>
        </p:nvSpPr>
        <p:spPr>
          <a:xfrm>
            <a:off x="455850" y="1189100"/>
            <a:ext cx="5196600" cy="5182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Traffic analysis is a passive attack that focuses on observing the exchange of information between two entities to extract valuable information. Even the encrypted data can be used by attackers to discover the geographical location and the identities of the communicating entities, along with details regarding the frequency and duration of the exchanged messages. This information is valuable in determining the nature of the ongoing communication.</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pic>
        <p:nvPicPr>
          <p:cNvPr id="231" name="Google Shape;231;g37f98f0ae4d_0_360"/>
          <p:cNvPicPr preferRelativeResize="0"/>
          <p:nvPr/>
        </p:nvPicPr>
        <p:blipFill rotWithShape="1">
          <a:blip r:embed="rId3">
            <a:alphaModFix/>
          </a:blip>
          <a:srcRect b="6881" l="5582" r="15227" t="4197"/>
          <a:stretch/>
        </p:blipFill>
        <p:spPr>
          <a:xfrm>
            <a:off x="5983876" y="2794949"/>
            <a:ext cx="5828299" cy="2868600"/>
          </a:xfrm>
          <a:prstGeom prst="rect">
            <a:avLst/>
          </a:prstGeom>
          <a:noFill/>
          <a:ln>
            <a:noFill/>
          </a:ln>
        </p:spPr>
      </p:pic>
      <p:sp>
        <p:nvSpPr>
          <p:cNvPr id="232" name="Google Shape;232;g37f98f0ae4d_0_360"/>
          <p:cNvSpPr txBox="1"/>
          <p:nvPr/>
        </p:nvSpPr>
        <p:spPr>
          <a:xfrm>
            <a:off x="6138175" y="1857850"/>
            <a:ext cx="5519700" cy="652800"/>
          </a:xfrm>
          <a:prstGeom prst="rect">
            <a:avLst/>
          </a:prstGeom>
          <a:noFill/>
          <a:ln cap="flat" cmpd="sng" w="27850">
            <a:solidFill>
              <a:srgbClr val="EB9109"/>
            </a:solidFill>
            <a:prstDash val="dot"/>
            <a:round/>
            <a:headEnd len="sm" w="sm" type="none"/>
            <a:tailEnd len="sm" w="sm" type="none"/>
          </a:ln>
        </p:spPr>
        <p:txBody>
          <a:bodyPr anchorCtr="0" anchor="t" bIns="133700" lIns="133700" spcFirstLastPara="1" rIns="133700" wrap="square" tIns="133700">
            <a:spAutoFit/>
          </a:bodyPr>
          <a:lstStyle/>
          <a:p>
            <a:pPr indent="0" lvl="0" marL="0" marR="0" rtl="0" algn="ctr">
              <a:lnSpc>
                <a:spcPct val="100000"/>
              </a:lnSpc>
              <a:spcBef>
                <a:spcPts val="0"/>
              </a:spcBef>
              <a:spcAft>
                <a:spcPts val="0"/>
              </a:spcAft>
              <a:buClr>
                <a:srgbClr val="000000"/>
              </a:buClr>
              <a:buSzPts val="2486"/>
              <a:buFont typeface="Arial"/>
              <a:buNone/>
            </a:pPr>
            <a:r>
              <a:rPr b="1" i="0" lang="en-US" sz="2486" u="none" cap="none" strike="noStrike">
                <a:solidFill>
                  <a:srgbClr val="980000"/>
                </a:solidFill>
                <a:latin typeface="Arial"/>
                <a:ea typeface="Arial"/>
                <a:cs typeface="Arial"/>
                <a:sym typeface="Arial"/>
              </a:rPr>
              <a:t>Traffic analysis</a:t>
            </a:r>
            <a:endParaRPr b="1" i="0" sz="2486" u="none" cap="none" strike="noStrike">
              <a:solidFill>
                <a:srgbClr val="98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807fa80d02_0_18"/>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Active Attack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38" name="Google Shape;238;g3807fa80d02_0_18"/>
          <p:cNvSpPr txBox="1"/>
          <p:nvPr/>
        </p:nvSpPr>
        <p:spPr>
          <a:xfrm>
            <a:off x="455850" y="1189100"/>
            <a:ext cx="10768200" cy="446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An active attack involves direct interference or manipulation of data or systems, such as modifying or deleting data, launching Denial of Service (DoS) attacks, or injecting malware.</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A few common types of active attacks are</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Masquerade</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Modification of messages</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Replay</a:t>
            </a:r>
            <a:endParaRPr b="0" i="0" sz="2200" u="none" cap="none" strike="noStrike">
              <a:solidFill>
                <a:srgbClr val="000000"/>
              </a:solidFill>
              <a:latin typeface="Times New Roman"/>
              <a:ea typeface="Times New Roman"/>
              <a:cs typeface="Times New Roman"/>
              <a:sym typeface="Times New Roman"/>
            </a:endParaRPr>
          </a:p>
          <a:p>
            <a:pPr indent="-368300" lvl="1" marL="914400" marR="0" rtl="0" algn="just">
              <a:lnSpc>
                <a:spcPct val="100000"/>
              </a:lnSpc>
              <a:spcBef>
                <a:spcPts val="100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Denial of Service</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807fa80d02_0_29"/>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ctr">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Active Attack (Masquerade)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44" name="Google Shape;244;g3807fa80d02_0_29"/>
          <p:cNvSpPr txBox="1"/>
          <p:nvPr/>
        </p:nvSpPr>
        <p:spPr>
          <a:xfrm>
            <a:off x="276825" y="1104500"/>
            <a:ext cx="11423400" cy="2986200"/>
          </a:xfrm>
          <a:prstGeom prst="rect">
            <a:avLst/>
          </a:prstGeom>
          <a:noFill/>
          <a:ln>
            <a:noFill/>
          </a:ln>
        </p:spPr>
        <p:txBody>
          <a:bodyPr anchorCtr="0" anchor="t" bIns="91425" lIns="91425" spcFirstLastPara="1" rIns="91425" wrap="square" tIns="91425">
            <a:spAutoFit/>
          </a:bodyPr>
          <a:lstStyle/>
          <a:p>
            <a:pPr indent="-431800" lvl="0" marL="457200" marR="0" rtl="0" algn="just">
              <a:lnSpc>
                <a:spcPct val="100000"/>
              </a:lnSpc>
              <a:spcBef>
                <a:spcPts val="0"/>
              </a:spcBef>
              <a:spcAft>
                <a:spcPts val="0"/>
              </a:spcAft>
              <a:buClr>
                <a:schemeClr val="accent3"/>
              </a:buClr>
              <a:buSzPts val="3200"/>
              <a:buFont typeface="Times New Roman"/>
              <a:buChar char="■"/>
            </a:pPr>
            <a:r>
              <a:rPr b="0" i="0" lang="en-US" sz="2200" u="none" cap="none" strike="noStrike">
                <a:solidFill>
                  <a:schemeClr val="dk1"/>
                </a:solidFill>
                <a:latin typeface="Times New Roman"/>
                <a:ea typeface="Times New Roman"/>
                <a:cs typeface="Times New Roman"/>
                <a:sym typeface="Times New Roman"/>
              </a:rPr>
              <a:t>A masquerade attack is a type of active cyberattack that happens when an attacker impersonates a legitimate user or system to gain access to sensitive information.</a:t>
            </a:r>
            <a:endParaRPr b="0" i="0" sz="2200" u="none" cap="none" strike="noStrike">
              <a:solidFill>
                <a:schemeClr val="dk1"/>
              </a:solidFill>
              <a:latin typeface="Times New Roman"/>
              <a:ea typeface="Times New Roman"/>
              <a:cs typeface="Times New Roman"/>
              <a:sym typeface="Times New Roman"/>
            </a:endParaRPr>
          </a:p>
          <a:p>
            <a:pPr indent="-431800" lvl="0" marL="457200" marR="0" rtl="0" algn="just">
              <a:lnSpc>
                <a:spcPct val="100000"/>
              </a:lnSpc>
              <a:spcBef>
                <a:spcPts val="0"/>
              </a:spcBef>
              <a:spcAft>
                <a:spcPts val="0"/>
              </a:spcAft>
              <a:buClr>
                <a:schemeClr val="accent3"/>
              </a:buClr>
              <a:buSzPts val="3200"/>
              <a:buFont typeface="Times New Roman"/>
              <a:buChar char="■"/>
            </a:pPr>
            <a:r>
              <a:rPr b="0" i="0" lang="en-US" sz="2200" u="none" cap="none" strike="noStrike">
                <a:solidFill>
                  <a:schemeClr val="dk1"/>
                </a:solidFill>
                <a:latin typeface="Times New Roman"/>
                <a:ea typeface="Times New Roman"/>
                <a:cs typeface="Times New Roman"/>
                <a:sym typeface="Times New Roman"/>
              </a:rPr>
              <a:t>Hackers may use stolen credentials, user identifiers, fake identities, or malicious software to trick security mechanisms and individuals and bypass authentication processes.</a:t>
            </a:r>
            <a:endParaRPr b="0" i="0" sz="2200" u="none" cap="none" strike="noStrike">
              <a:solidFill>
                <a:schemeClr val="dk1"/>
              </a:solidFill>
              <a:latin typeface="Times New Roman"/>
              <a:ea typeface="Times New Roman"/>
              <a:cs typeface="Times New Roman"/>
              <a:sym typeface="Times New Roman"/>
            </a:endParaRPr>
          </a:p>
          <a:p>
            <a:pPr indent="-431800" lvl="0" marL="457200" marR="0" rtl="0" algn="just">
              <a:lnSpc>
                <a:spcPct val="100000"/>
              </a:lnSpc>
              <a:spcBef>
                <a:spcPts val="0"/>
              </a:spcBef>
              <a:spcAft>
                <a:spcPts val="0"/>
              </a:spcAft>
              <a:buClr>
                <a:schemeClr val="accent3"/>
              </a:buClr>
              <a:buSzPts val="3200"/>
              <a:buFont typeface="Times New Roman"/>
              <a:buChar char="■"/>
            </a:pPr>
            <a:r>
              <a:rPr b="0" i="0" lang="en-US" sz="2200" u="none" cap="none" strike="noStrike">
                <a:solidFill>
                  <a:schemeClr val="dk1"/>
                </a:solidFill>
                <a:latin typeface="Times New Roman"/>
                <a:ea typeface="Times New Roman"/>
                <a:cs typeface="Times New Roman"/>
                <a:sym typeface="Times New Roman"/>
              </a:rPr>
              <a:t> These attacks can have severe consequences, including data breaches, financial loss, and security risks.</a:t>
            </a:r>
            <a:endParaRPr b="0" i="0" sz="22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p:txBody>
      </p:sp>
      <p:pic>
        <p:nvPicPr>
          <p:cNvPr id="245" name="Google Shape;245;g3807fa80d02_0_29"/>
          <p:cNvPicPr preferRelativeResize="0"/>
          <p:nvPr/>
        </p:nvPicPr>
        <p:blipFill rotWithShape="1">
          <a:blip r:embed="rId3">
            <a:alphaModFix/>
          </a:blip>
          <a:srcRect b="14569" l="2972" r="1443" t="14774"/>
          <a:stretch/>
        </p:blipFill>
        <p:spPr>
          <a:xfrm>
            <a:off x="1955075" y="3972125"/>
            <a:ext cx="6245474" cy="2371300"/>
          </a:xfrm>
          <a:prstGeom prst="rect">
            <a:avLst/>
          </a:prstGeom>
          <a:noFill/>
          <a:ln>
            <a:noFill/>
          </a:ln>
        </p:spPr>
      </p:pic>
      <p:sp>
        <p:nvSpPr>
          <p:cNvPr id="246" name="Google Shape;246;g3807fa80d02_0_29"/>
          <p:cNvSpPr txBox="1"/>
          <p:nvPr/>
        </p:nvSpPr>
        <p:spPr>
          <a:xfrm>
            <a:off x="8053350" y="4883150"/>
            <a:ext cx="3748200" cy="44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700"/>
              <a:buFont typeface="Arial"/>
              <a:buNone/>
            </a:pPr>
            <a:r>
              <a:rPr b="1" i="0" lang="en-US" sz="1700" u="none" cap="none" strike="noStrike">
                <a:solidFill>
                  <a:srgbClr val="980000"/>
                </a:solidFill>
                <a:latin typeface="Arial"/>
                <a:ea typeface="Arial"/>
                <a:cs typeface="Arial"/>
                <a:sym typeface="Arial"/>
              </a:rPr>
              <a:t>Masquerade Attack</a:t>
            </a:r>
            <a:endParaRPr b="1" i="0" sz="1700" u="none" cap="none" strike="noStrike">
              <a:solidFill>
                <a:srgbClr val="98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7f98f0ae4d_0_306"/>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Clr>
                <a:schemeClr val="dk1"/>
              </a:buClr>
              <a:buSzPts val="3700"/>
              <a:buFont typeface="Arial"/>
              <a:buNone/>
            </a:pPr>
            <a:r>
              <a:rPr lang="en-US" sz="4000">
                <a:solidFill>
                  <a:schemeClr val="lt1"/>
                </a:solidFill>
                <a:latin typeface="Gill Sans"/>
                <a:ea typeface="Gill Sans"/>
                <a:cs typeface="Gill Sans"/>
                <a:sym typeface="Gill Sans"/>
              </a:rPr>
              <a:t>Active Attack (Masquerade)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52" name="Google Shape;252;g37f98f0ae4d_0_306"/>
          <p:cNvSpPr txBox="1"/>
          <p:nvPr/>
        </p:nvSpPr>
        <p:spPr>
          <a:xfrm>
            <a:off x="384950" y="1013000"/>
            <a:ext cx="11305200" cy="51204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0"/>
              </a:spcBef>
              <a:spcAft>
                <a:spcPts val="0"/>
              </a:spcAft>
              <a:buClr>
                <a:schemeClr val="accent3"/>
              </a:buClr>
              <a:buSzPts val="2500"/>
              <a:buFont typeface="Times New Roman"/>
              <a:buChar char="■"/>
            </a:pPr>
            <a:r>
              <a:rPr b="0" i="0" lang="en-US" sz="2000" u="none" cap="none" strike="noStrike">
                <a:solidFill>
                  <a:srgbClr val="000000"/>
                </a:solidFill>
                <a:latin typeface="Times New Roman"/>
                <a:ea typeface="Times New Roman"/>
                <a:cs typeface="Times New Roman"/>
                <a:sym typeface="Times New Roman"/>
              </a:rPr>
              <a:t>Masquerade attacks can take various forms, including:</a:t>
            </a:r>
            <a:endParaRPr b="0" i="0" sz="2000" u="none" cap="none" strike="noStrike">
              <a:solidFill>
                <a:srgbClr val="000000"/>
              </a:solidFill>
              <a:latin typeface="Times New Roman"/>
              <a:ea typeface="Times New Roman"/>
              <a:cs typeface="Times New Roman"/>
              <a:sym typeface="Times New Roman"/>
            </a:endParaRPr>
          </a:p>
          <a:p>
            <a:pPr indent="-368300" lvl="0" marL="914400" marR="0" rtl="0" algn="just">
              <a:lnSpc>
                <a:spcPct val="100000"/>
              </a:lnSpc>
              <a:spcBef>
                <a:spcPts val="1000"/>
              </a:spcBef>
              <a:spcAft>
                <a:spcPts val="0"/>
              </a:spcAft>
              <a:buClr>
                <a:schemeClr val="accent3"/>
              </a:buClr>
              <a:buSzPts val="2200"/>
              <a:buFont typeface="Times New Roman"/>
              <a:buChar char="○"/>
            </a:pPr>
            <a:r>
              <a:rPr b="1" i="0" lang="en-US" sz="1800" u="none" cap="none" strike="noStrike">
                <a:solidFill>
                  <a:srgbClr val="000000"/>
                </a:solidFill>
                <a:latin typeface="Times New Roman"/>
                <a:ea typeface="Times New Roman"/>
                <a:cs typeface="Times New Roman"/>
                <a:sym typeface="Times New Roman"/>
              </a:rPr>
              <a:t>User masquerade: </a:t>
            </a:r>
            <a:r>
              <a:rPr b="0" i="0" lang="en-US" sz="1800" u="none" cap="none" strike="noStrike">
                <a:solidFill>
                  <a:srgbClr val="000000"/>
                </a:solidFill>
                <a:latin typeface="Times New Roman"/>
                <a:ea typeface="Times New Roman"/>
                <a:cs typeface="Times New Roman"/>
                <a:sym typeface="Times New Roman"/>
              </a:rPr>
              <a:t>An attacker gains access to valid user credentials (e.g., username and password) through various means, such as phishing, social engineering, or password cracking. They then use these credentials to impersonate the legitimate user and gain unauthorized access to systems or data.</a:t>
            </a:r>
            <a:endParaRPr b="0" i="0" sz="1800" u="none" cap="none" strike="noStrike">
              <a:solidFill>
                <a:srgbClr val="000000"/>
              </a:solidFill>
              <a:latin typeface="Times New Roman"/>
              <a:ea typeface="Times New Roman"/>
              <a:cs typeface="Times New Roman"/>
              <a:sym typeface="Times New Roman"/>
            </a:endParaRPr>
          </a:p>
          <a:p>
            <a:pPr indent="-368300" lvl="0" marL="914400" marR="0" rtl="0" algn="just">
              <a:lnSpc>
                <a:spcPct val="100000"/>
              </a:lnSpc>
              <a:spcBef>
                <a:spcPts val="1000"/>
              </a:spcBef>
              <a:spcAft>
                <a:spcPts val="0"/>
              </a:spcAft>
              <a:buClr>
                <a:schemeClr val="accent3"/>
              </a:buClr>
              <a:buSzPts val="2200"/>
              <a:buFont typeface="Times New Roman"/>
              <a:buChar char="○"/>
            </a:pPr>
            <a:r>
              <a:rPr b="1" i="0" lang="en-US" sz="1800" u="none" cap="none" strike="noStrike">
                <a:solidFill>
                  <a:srgbClr val="000000"/>
                </a:solidFill>
                <a:latin typeface="Times New Roman"/>
                <a:ea typeface="Times New Roman"/>
                <a:cs typeface="Times New Roman"/>
                <a:sym typeface="Times New Roman"/>
              </a:rPr>
              <a:t>Device masquerade:</a:t>
            </a:r>
            <a:r>
              <a:rPr b="0" i="0" lang="en-US" sz="1800" u="none" cap="none" strike="noStrike">
                <a:solidFill>
                  <a:srgbClr val="000000"/>
                </a:solidFill>
                <a:latin typeface="Times New Roman"/>
                <a:ea typeface="Times New Roman"/>
                <a:cs typeface="Times New Roman"/>
                <a:sym typeface="Times New Roman"/>
              </a:rPr>
              <a:t> In this scenario, the attacker pretends to be a trusted device on a network to exploit the trust relationship between devices. For example, an attacker might use the MAC address or IP address of a trusted device to gain access to the network and launch further attacks.</a:t>
            </a:r>
            <a:endParaRPr b="0" i="0" sz="1800" u="none" cap="none" strike="noStrike">
              <a:solidFill>
                <a:srgbClr val="000000"/>
              </a:solidFill>
              <a:latin typeface="Times New Roman"/>
              <a:ea typeface="Times New Roman"/>
              <a:cs typeface="Times New Roman"/>
              <a:sym typeface="Times New Roman"/>
            </a:endParaRPr>
          </a:p>
          <a:p>
            <a:pPr indent="-368300" lvl="0" marL="914400" marR="0" rtl="0" algn="just">
              <a:lnSpc>
                <a:spcPct val="100000"/>
              </a:lnSpc>
              <a:spcBef>
                <a:spcPts val="1000"/>
              </a:spcBef>
              <a:spcAft>
                <a:spcPts val="0"/>
              </a:spcAft>
              <a:buClr>
                <a:schemeClr val="accent3"/>
              </a:buClr>
              <a:buSzPts val="2200"/>
              <a:buFont typeface="Times New Roman"/>
              <a:buChar char="○"/>
            </a:pPr>
            <a:r>
              <a:rPr b="1" i="0" lang="en-US" sz="1800" u="none" cap="none" strike="noStrike">
                <a:solidFill>
                  <a:srgbClr val="000000"/>
                </a:solidFill>
                <a:latin typeface="Times New Roman"/>
                <a:ea typeface="Times New Roman"/>
                <a:cs typeface="Times New Roman"/>
                <a:sym typeface="Times New Roman"/>
              </a:rPr>
              <a:t>Website masquerade: </a:t>
            </a:r>
            <a:r>
              <a:rPr b="0" i="0" lang="en-US" sz="1800" u="none" cap="none" strike="noStrike">
                <a:solidFill>
                  <a:srgbClr val="000000"/>
                </a:solidFill>
                <a:latin typeface="Times New Roman"/>
                <a:ea typeface="Times New Roman"/>
                <a:cs typeface="Times New Roman"/>
                <a:sym typeface="Times New Roman"/>
              </a:rPr>
              <a:t>Here, the attacker creates a fake website that closely resembles a legitimate one to trick users into providing sensitive information like login credentials, credit card details, or personal information.</a:t>
            </a:r>
            <a:endParaRPr b="0" i="0" sz="1800" u="none" cap="none" strike="noStrike">
              <a:solidFill>
                <a:srgbClr val="000000"/>
              </a:solidFill>
              <a:latin typeface="Times New Roman"/>
              <a:ea typeface="Times New Roman"/>
              <a:cs typeface="Times New Roman"/>
              <a:sym typeface="Times New Roman"/>
            </a:endParaRPr>
          </a:p>
          <a:p>
            <a:pPr indent="-368300" lvl="0" marL="914400" marR="0" rtl="0" algn="just">
              <a:lnSpc>
                <a:spcPct val="100000"/>
              </a:lnSpc>
              <a:spcBef>
                <a:spcPts val="1000"/>
              </a:spcBef>
              <a:spcAft>
                <a:spcPts val="0"/>
              </a:spcAft>
              <a:buClr>
                <a:schemeClr val="accent3"/>
              </a:buClr>
              <a:buSzPts val="2200"/>
              <a:buFont typeface="Times New Roman"/>
              <a:buChar char="○"/>
            </a:pPr>
            <a:r>
              <a:rPr b="1" i="0" lang="en-US" sz="1800" u="none" cap="none" strike="noStrike">
                <a:solidFill>
                  <a:srgbClr val="000000"/>
                </a:solidFill>
                <a:latin typeface="Times New Roman"/>
                <a:ea typeface="Times New Roman"/>
                <a:cs typeface="Times New Roman"/>
                <a:sym typeface="Times New Roman"/>
              </a:rPr>
              <a:t>Application masquerade:</a:t>
            </a:r>
            <a:r>
              <a:rPr b="0" i="0" lang="en-US" sz="1800" u="none" cap="none" strike="noStrike">
                <a:solidFill>
                  <a:srgbClr val="000000"/>
                </a:solidFill>
                <a:latin typeface="Times New Roman"/>
                <a:ea typeface="Times New Roman"/>
                <a:cs typeface="Times New Roman"/>
                <a:sym typeface="Times New Roman"/>
              </a:rPr>
              <a:t> In this case, the attacker creates a malicious application that appears legitimate, tricking users into installing it on their devices. Once installed, the application may perform malicious actions or steal sensitive data.</a:t>
            </a:r>
            <a:endParaRPr b="0" i="0" sz="1800" u="none" cap="none" strike="noStrike">
              <a:solidFill>
                <a:srgbClr val="000000"/>
              </a:solidFill>
              <a:latin typeface="Times New Roman"/>
              <a:ea typeface="Times New Roman"/>
              <a:cs typeface="Times New Roman"/>
              <a:sym typeface="Times New Roman"/>
            </a:endParaRPr>
          </a:p>
          <a:p>
            <a:pPr indent="-368300" lvl="0" marL="914400" marR="0" rtl="0" algn="just">
              <a:lnSpc>
                <a:spcPct val="100000"/>
              </a:lnSpc>
              <a:spcBef>
                <a:spcPts val="1000"/>
              </a:spcBef>
              <a:spcAft>
                <a:spcPts val="0"/>
              </a:spcAft>
              <a:buClr>
                <a:schemeClr val="accent3"/>
              </a:buClr>
              <a:buSzPts val="2200"/>
              <a:buFont typeface="Times New Roman"/>
              <a:buChar char="○"/>
            </a:pPr>
            <a:r>
              <a:rPr b="1" i="0" lang="en-US" sz="1800" u="none" cap="none" strike="noStrike">
                <a:solidFill>
                  <a:srgbClr val="000000"/>
                </a:solidFill>
                <a:latin typeface="Times New Roman"/>
                <a:ea typeface="Times New Roman"/>
                <a:cs typeface="Times New Roman"/>
                <a:sym typeface="Times New Roman"/>
              </a:rPr>
              <a:t>System masquerade: </a:t>
            </a:r>
            <a:r>
              <a:rPr b="0" i="0" lang="en-US" sz="1800" u="none" cap="none" strike="noStrike">
                <a:solidFill>
                  <a:srgbClr val="000000"/>
                </a:solidFill>
                <a:latin typeface="Times New Roman"/>
                <a:ea typeface="Times New Roman"/>
                <a:cs typeface="Times New Roman"/>
                <a:sym typeface="Times New Roman"/>
              </a:rPr>
              <a:t>The attacker disguises their system or network as a trusted one to intercept or redirect network traffic or launch attacks on other systems, exploiting the trust established between systems.</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7d9a76c35b_0_403"/>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Clr>
                <a:schemeClr val="dk1"/>
              </a:buClr>
              <a:buSzPts val="3700"/>
              <a:buFont typeface="Arial"/>
              <a:buNone/>
            </a:pPr>
            <a:r>
              <a:rPr lang="en-US" sz="4000">
                <a:solidFill>
                  <a:schemeClr val="lt1"/>
                </a:solidFill>
                <a:latin typeface="Gill Sans"/>
                <a:ea typeface="Gill Sans"/>
                <a:cs typeface="Gill Sans"/>
                <a:sym typeface="Gill Sans"/>
              </a:rPr>
              <a:t>Active Attack (Modification of message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58" name="Google Shape;258;g37d9a76c35b_0_403"/>
          <p:cNvSpPr txBox="1"/>
          <p:nvPr/>
        </p:nvSpPr>
        <p:spPr>
          <a:xfrm>
            <a:off x="237725" y="1020575"/>
            <a:ext cx="76434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59" name="Google Shape;259;g37d9a76c35b_0_403"/>
          <p:cNvSpPr txBox="1"/>
          <p:nvPr/>
        </p:nvSpPr>
        <p:spPr>
          <a:xfrm>
            <a:off x="344425" y="1268700"/>
            <a:ext cx="11406300" cy="2539800"/>
          </a:xfrm>
          <a:prstGeom prst="rect">
            <a:avLst/>
          </a:prstGeom>
          <a:noFill/>
          <a:ln>
            <a:noFill/>
          </a:ln>
        </p:spPr>
        <p:txBody>
          <a:bodyPr anchorCtr="0" anchor="t" bIns="68575" lIns="68575" spcFirstLastPara="1" rIns="68575" wrap="square" tIns="68575">
            <a:spAutoFit/>
          </a:bodyPr>
          <a:lstStyle/>
          <a:p>
            <a:pPr indent="-381000" lvl="0" marL="457200" marR="0" rtl="0" algn="just">
              <a:lnSpc>
                <a:spcPct val="15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It simply means that some portion of an authorized message is altered, or that messages are delayed or reordered, to produce an unauthorized effect. </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just">
              <a:lnSpc>
                <a:spcPct val="15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For example, a message meaning "Allow Alice to read confidential file accounts" is changed to "Allow Bob to read confidential file accounts."</a:t>
            </a:r>
            <a:endParaRPr b="0" i="0" sz="2400" u="none" cap="none" strike="noStrike">
              <a:solidFill>
                <a:srgbClr val="000000"/>
              </a:solidFill>
              <a:latin typeface="Times New Roman"/>
              <a:ea typeface="Times New Roman"/>
              <a:cs typeface="Times New Roman"/>
              <a:sym typeface="Times New Roman"/>
            </a:endParaRPr>
          </a:p>
          <a:p>
            <a:pPr indent="0" lvl="0" marL="3429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pic>
        <p:nvPicPr>
          <p:cNvPr id="260" name="Google Shape;260;g37d9a76c35b_0_403"/>
          <p:cNvPicPr preferRelativeResize="0"/>
          <p:nvPr/>
        </p:nvPicPr>
        <p:blipFill rotWithShape="1">
          <a:blip r:embed="rId3">
            <a:alphaModFix/>
          </a:blip>
          <a:srcRect b="13814" l="0" r="0" t="0"/>
          <a:stretch/>
        </p:blipFill>
        <p:spPr>
          <a:xfrm>
            <a:off x="2341113" y="3766100"/>
            <a:ext cx="7509776" cy="1957350"/>
          </a:xfrm>
          <a:prstGeom prst="rect">
            <a:avLst/>
          </a:prstGeom>
          <a:noFill/>
          <a:ln>
            <a:noFill/>
          </a:ln>
        </p:spPr>
      </p:pic>
      <p:sp>
        <p:nvSpPr>
          <p:cNvPr id="261" name="Google Shape;261;g37d9a76c35b_0_403"/>
          <p:cNvSpPr txBox="1"/>
          <p:nvPr/>
        </p:nvSpPr>
        <p:spPr>
          <a:xfrm>
            <a:off x="3339438" y="6045006"/>
            <a:ext cx="5513100" cy="528300"/>
          </a:xfrm>
          <a:prstGeom prst="rect">
            <a:avLst/>
          </a:prstGeom>
          <a:noFill/>
          <a:ln>
            <a:noFill/>
          </a:ln>
        </p:spPr>
        <p:txBody>
          <a:bodyPr anchorCtr="0" anchor="t" bIns="109175" lIns="109175" spcFirstLastPara="1" rIns="109175" wrap="square" tIns="10917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980000"/>
                </a:solidFill>
                <a:latin typeface="Arial"/>
                <a:ea typeface="Arial"/>
                <a:cs typeface="Arial"/>
                <a:sym typeface="Arial"/>
              </a:rPr>
              <a:t>  Modification of Message</a:t>
            </a:r>
            <a:endParaRPr b="1" i="0" sz="2000" u="none" cap="none" strike="noStrike">
              <a:solidFill>
                <a:srgbClr val="98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16d8cfdd53_0_40"/>
          <p:cNvSpPr txBox="1"/>
          <p:nvPr>
            <p:ph type="title"/>
          </p:nvPr>
        </p:nvSpPr>
        <p:spPr>
          <a:xfrm>
            <a:off x="0" y="0"/>
            <a:ext cx="12192000" cy="739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Active Attack (Replay)</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67" name="Google Shape;267;g316d8cfdd53_0_40"/>
          <p:cNvSpPr txBox="1"/>
          <p:nvPr/>
        </p:nvSpPr>
        <p:spPr>
          <a:xfrm>
            <a:off x="81050" y="877100"/>
            <a:ext cx="11679900" cy="20811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15000"/>
              </a:lnSpc>
              <a:spcBef>
                <a:spcPts val="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It is a passive capturing of a message with an objective to transmit it for the production of an authorized effect. </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15000"/>
              </a:lnSpc>
              <a:spcBef>
                <a:spcPts val="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Thus, in this type of attack, the main objective of an attacker is saving a copy of the data that was originally present on that particular network and later on using it for personal uses. Once the data gets corrupted or leaked, it becomes an insecure and unsafe tool for its users.</a:t>
            </a:r>
            <a:endParaRPr b="0" i="0" sz="1600" u="none" cap="none" strike="noStrike">
              <a:solidFill>
                <a:srgbClr val="000000"/>
              </a:solidFill>
              <a:latin typeface="Times New Roman"/>
              <a:ea typeface="Times New Roman"/>
              <a:cs typeface="Times New Roman"/>
              <a:sym typeface="Times New Roman"/>
            </a:endParaRPr>
          </a:p>
        </p:txBody>
      </p:sp>
      <p:sp>
        <p:nvSpPr>
          <p:cNvPr id="268" name="Google Shape;268;g316d8cfdd53_0_40"/>
          <p:cNvSpPr txBox="1"/>
          <p:nvPr/>
        </p:nvSpPr>
        <p:spPr>
          <a:xfrm>
            <a:off x="6250200" y="3646800"/>
            <a:ext cx="5753700" cy="27705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0"/>
              </a:spcBef>
              <a:spcAft>
                <a:spcPts val="0"/>
              </a:spcAft>
              <a:buClr>
                <a:schemeClr val="accent3"/>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From online banking transactions to keyless car entry, replay attacks are a security concern whenever an authenticated message authorizes a specific action. This action can be unlocking a car, sending a banking transaction, or any other number of security-sensitive actions.</a:t>
            </a:r>
            <a:endParaRPr b="0" i="0" sz="22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69" name="Google Shape;269;g316d8cfdd53_0_40"/>
          <p:cNvPicPr preferRelativeResize="0"/>
          <p:nvPr/>
        </p:nvPicPr>
        <p:blipFill rotWithShape="1">
          <a:blip r:embed="rId4">
            <a:alphaModFix/>
          </a:blip>
          <a:srcRect b="9685" l="5064" r="7169" t="8978"/>
          <a:stretch/>
        </p:blipFill>
        <p:spPr>
          <a:xfrm>
            <a:off x="81050" y="3480625"/>
            <a:ext cx="6077972" cy="264320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7f98f0ae4d_0_334"/>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Clr>
                <a:schemeClr val="dk1"/>
              </a:buClr>
              <a:buSzPts val="3700"/>
              <a:buFont typeface="Arial"/>
              <a:buNone/>
            </a:pPr>
            <a:r>
              <a:rPr lang="en-US" sz="4000">
                <a:solidFill>
                  <a:schemeClr val="lt1"/>
                </a:solidFill>
                <a:latin typeface="Gill Sans"/>
                <a:ea typeface="Gill Sans"/>
                <a:cs typeface="Gill Sans"/>
                <a:sym typeface="Gill Sans"/>
              </a:rPr>
              <a:t>Active Attack (Denial of Service)</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75" name="Google Shape;275;g37f98f0ae4d_0_334"/>
          <p:cNvSpPr txBox="1"/>
          <p:nvPr/>
        </p:nvSpPr>
        <p:spPr>
          <a:xfrm>
            <a:off x="73700" y="1073900"/>
            <a:ext cx="5153400" cy="48948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Denial of Service (DoS) is a cyberattack on an individual computer or website with the intent to deny services to intended users. </a:t>
            </a:r>
            <a:endParaRPr b="0" i="0" sz="2000" u="none" cap="none" strike="noStrike">
              <a:solidFill>
                <a:srgbClr val="000000"/>
              </a:solidFill>
              <a:latin typeface="Times New Roman"/>
              <a:ea typeface="Times New Roman"/>
              <a:cs typeface="Times New Roman"/>
              <a:sym typeface="Times New Roman"/>
            </a:endParaRPr>
          </a:p>
          <a:p>
            <a:pPr indent="-393700" lvl="0" marL="457200" marR="0" rtl="0" algn="just">
              <a:lnSpc>
                <a:spcPct val="100000"/>
              </a:lnSpc>
              <a:spcBef>
                <a:spcPts val="0"/>
              </a:spcBef>
              <a:spcAft>
                <a:spcPts val="0"/>
              </a:spcAft>
              <a:buClr>
                <a:schemeClr val="accent3"/>
              </a:buClr>
              <a:buSzPts val="2600"/>
              <a:buFont typeface="Times New Roman"/>
              <a:buChar char="■"/>
            </a:pPr>
            <a:r>
              <a:rPr b="0" i="0" lang="en-US" sz="2000" u="none" cap="none" strike="noStrike">
                <a:solidFill>
                  <a:schemeClr val="dk1"/>
                </a:solidFill>
                <a:latin typeface="Times New Roman"/>
                <a:ea typeface="Times New Roman"/>
                <a:cs typeface="Times New Roman"/>
                <a:sym typeface="Times New Roman"/>
              </a:rPr>
              <a:t>In this type of attack, the attacker floods the system with fake requests or data in order to make a service, website, or server unavailable.</a:t>
            </a:r>
            <a:endParaRPr b="0" i="0" sz="20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just">
              <a:lnSpc>
                <a:spcPct val="100000"/>
              </a:lnSpc>
              <a:spcBef>
                <a:spcPts val="0"/>
              </a:spcBef>
              <a:spcAft>
                <a:spcPts val="0"/>
              </a:spcAft>
              <a:buClr>
                <a:schemeClr val="accent3"/>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Their purpose is to disrupt an organization's network operations by denying access to its users. For example, if a bank website can handle 10 people a second by clicking the Login button, an attacker only has to send 10 fake requests per second to make it so no legitimate users can log in.</a:t>
            </a:r>
            <a:endParaRPr b="0" i="0" sz="2000" u="none" cap="none" strike="noStrike">
              <a:solidFill>
                <a:srgbClr val="000000"/>
              </a:solidFill>
              <a:latin typeface="Times New Roman"/>
              <a:ea typeface="Times New Roman"/>
              <a:cs typeface="Times New Roman"/>
              <a:sym typeface="Times New Roman"/>
            </a:endParaRPr>
          </a:p>
        </p:txBody>
      </p:sp>
      <p:pic>
        <p:nvPicPr>
          <p:cNvPr id="276" name="Google Shape;276;g37f98f0ae4d_0_334"/>
          <p:cNvPicPr preferRelativeResize="0"/>
          <p:nvPr/>
        </p:nvPicPr>
        <p:blipFill rotWithShape="1">
          <a:blip r:embed="rId3">
            <a:alphaModFix/>
          </a:blip>
          <a:srcRect b="0" l="0" r="0" t="0"/>
          <a:stretch/>
        </p:blipFill>
        <p:spPr>
          <a:xfrm>
            <a:off x="5855075" y="980625"/>
            <a:ext cx="6257198" cy="2716800"/>
          </a:xfrm>
          <a:prstGeom prst="rect">
            <a:avLst/>
          </a:prstGeom>
          <a:noFill/>
          <a:ln>
            <a:noFill/>
          </a:ln>
        </p:spPr>
      </p:pic>
      <p:pic>
        <p:nvPicPr>
          <p:cNvPr id="277" name="Google Shape;277;g37f98f0ae4d_0_334"/>
          <p:cNvPicPr preferRelativeResize="0"/>
          <p:nvPr/>
        </p:nvPicPr>
        <p:blipFill rotWithShape="1">
          <a:blip r:embed="rId4">
            <a:alphaModFix/>
          </a:blip>
          <a:srcRect b="0" l="0" r="0" t="0"/>
          <a:stretch/>
        </p:blipFill>
        <p:spPr>
          <a:xfrm>
            <a:off x="5404725" y="3961275"/>
            <a:ext cx="3099401" cy="2066275"/>
          </a:xfrm>
          <a:prstGeom prst="rect">
            <a:avLst/>
          </a:prstGeom>
          <a:noFill/>
          <a:ln>
            <a:noFill/>
          </a:ln>
        </p:spPr>
      </p:pic>
      <p:pic>
        <p:nvPicPr>
          <p:cNvPr id="278" name="Google Shape;278;g37f98f0ae4d_0_334"/>
          <p:cNvPicPr preferRelativeResize="0"/>
          <p:nvPr/>
        </p:nvPicPr>
        <p:blipFill rotWithShape="1">
          <a:blip r:embed="rId5">
            <a:alphaModFix/>
          </a:blip>
          <a:srcRect b="0" l="0" r="0" t="0"/>
          <a:stretch/>
        </p:blipFill>
        <p:spPr>
          <a:xfrm>
            <a:off x="8985751" y="3961275"/>
            <a:ext cx="2851249" cy="2851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7d9a76c35b_0_411"/>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Insider Attack</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84" name="Google Shape;284;g37d9a76c35b_0_411"/>
          <p:cNvSpPr txBox="1"/>
          <p:nvPr/>
        </p:nvSpPr>
        <p:spPr>
          <a:xfrm>
            <a:off x="121550" y="736925"/>
            <a:ext cx="11710200" cy="163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a:p>
            <a:pPr indent="-419100" lvl="0" marL="457200" marR="0" rtl="0" algn="l">
              <a:lnSpc>
                <a:spcPct val="100000"/>
              </a:lnSpc>
              <a:spcBef>
                <a:spcPts val="0"/>
              </a:spcBef>
              <a:spcAft>
                <a:spcPts val="0"/>
              </a:spcAft>
              <a:buClr>
                <a:schemeClr val="accent3"/>
              </a:buClr>
              <a:buSzPts val="3000"/>
              <a:buFont typeface="Times New Roman"/>
              <a:buChar char="■"/>
            </a:pPr>
            <a:r>
              <a:rPr b="0" i="0" lang="en-US" sz="2400" u="none" cap="none" strike="noStrike">
                <a:solidFill>
                  <a:srgbClr val="000000"/>
                </a:solidFill>
                <a:latin typeface="Times New Roman"/>
                <a:ea typeface="Times New Roman"/>
                <a:cs typeface="Times New Roman"/>
                <a:sym typeface="Times New Roman"/>
              </a:rPr>
              <a:t>Insider attacks involve individuals who have authorized access to systems or information but misuse their privileges for malicious purposes.</a:t>
            </a:r>
            <a:endParaRPr b="0" i="0" sz="16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imes New Roman"/>
              <a:ea typeface="Times New Roman"/>
              <a:cs typeface="Times New Roman"/>
              <a:sym typeface="Times New Roman"/>
            </a:endParaRPr>
          </a:p>
        </p:txBody>
      </p:sp>
      <p:pic>
        <p:nvPicPr>
          <p:cNvPr id="285" name="Google Shape;285;g37d9a76c35b_0_411"/>
          <p:cNvPicPr preferRelativeResize="0"/>
          <p:nvPr/>
        </p:nvPicPr>
        <p:blipFill rotWithShape="1">
          <a:blip r:embed="rId3">
            <a:alphaModFix/>
          </a:blip>
          <a:srcRect b="0" l="0" r="0" t="0"/>
          <a:stretch/>
        </p:blipFill>
        <p:spPr>
          <a:xfrm>
            <a:off x="7313850" y="2569525"/>
            <a:ext cx="4452300" cy="3777000"/>
          </a:xfrm>
          <a:prstGeom prst="ellipse">
            <a:avLst/>
          </a:prstGeom>
          <a:noFill/>
          <a:ln cap="flat" cmpd="sng" w="23125">
            <a:solidFill>
              <a:srgbClr val="EB9109"/>
            </a:solidFill>
            <a:prstDash val="dot"/>
            <a:round/>
            <a:headEnd len="sm" w="sm" type="none"/>
            <a:tailEnd len="sm" w="sm" type="none"/>
          </a:ln>
        </p:spPr>
      </p:pic>
      <p:pic>
        <p:nvPicPr>
          <p:cNvPr id="286" name="Google Shape;286;g37d9a76c35b_0_411"/>
          <p:cNvPicPr preferRelativeResize="0"/>
          <p:nvPr/>
        </p:nvPicPr>
        <p:blipFill rotWithShape="1">
          <a:blip r:embed="rId4">
            <a:alphaModFix/>
          </a:blip>
          <a:srcRect b="0" l="0" r="0" t="0"/>
          <a:stretch/>
        </p:blipFill>
        <p:spPr>
          <a:xfrm>
            <a:off x="2695552" y="4192520"/>
            <a:ext cx="1891200" cy="1895700"/>
          </a:xfrm>
          <a:prstGeom prst="roundRect">
            <a:avLst>
              <a:gd fmla="val 16667" name="adj"/>
            </a:avLst>
          </a:prstGeom>
          <a:noFill/>
          <a:ln cap="flat" cmpd="sng" w="25675">
            <a:solidFill>
              <a:srgbClr val="EB9109"/>
            </a:solidFill>
            <a:prstDash val="dot"/>
            <a:round/>
            <a:headEnd len="sm" w="sm" type="none"/>
            <a:tailEnd len="sm" w="sm" type="none"/>
          </a:ln>
        </p:spPr>
      </p:pic>
      <p:pic>
        <p:nvPicPr>
          <p:cNvPr id="287" name="Google Shape;287;g37d9a76c35b_0_411"/>
          <p:cNvPicPr preferRelativeResize="0"/>
          <p:nvPr/>
        </p:nvPicPr>
        <p:blipFill rotWithShape="1">
          <a:blip r:embed="rId5">
            <a:alphaModFix/>
          </a:blip>
          <a:srcRect b="0" l="0" r="0" t="0"/>
          <a:stretch/>
        </p:blipFill>
        <p:spPr>
          <a:xfrm>
            <a:off x="4669700" y="2874917"/>
            <a:ext cx="2011200" cy="1883400"/>
          </a:xfrm>
          <a:prstGeom prst="roundRect">
            <a:avLst>
              <a:gd fmla="val 16667" name="adj"/>
            </a:avLst>
          </a:prstGeom>
          <a:noFill/>
          <a:ln cap="flat" cmpd="sng" w="25675">
            <a:solidFill>
              <a:srgbClr val="EB9109"/>
            </a:solidFill>
            <a:prstDash val="dot"/>
            <a:round/>
            <a:headEnd len="sm" w="sm" type="none"/>
            <a:tailEnd len="sm" w="sm" type="none"/>
          </a:ln>
        </p:spPr>
      </p:pic>
      <p:pic>
        <p:nvPicPr>
          <p:cNvPr id="288" name="Google Shape;288;g37d9a76c35b_0_411"/>
          <p:cNvPicPr preferRelativeResize="0"/>
          <p:nvPr/>
        </p:nvPicPr>
        <p:blipFill rotWithShape="1">
          <a:blip r:embed="rId6">
            <a:alphaModFix/>
          </a:blip>
          <a:srcRect b="0" l="0" r="0" t="0"/>
          <a:stretch/>
        </p:blipFill>
        <p:spPr>
          <a:xfrm>
            <a:off x="684500" y="2868449"/>
            <a:ext cx="2011200" cy="1895700"/>
          </a:xfrm>
          <a:prstGeom prst="roundRect">
            <a:avLst>
              <a:gd fmla="val 16667" name="adj"/>
            </a:avLst>
          </a:prstGeom>
          <a:noFill/>
          <a:ln cap="flat" cmpd="sng" w="25675">
            <a:solidFill>
              <a:srgbClr val="EB9109"/>
            </a:solidFill>
            <a:prstDash val="dot"/>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37d9a76c35b_0_422"/>
          <p:cNvSpPr txBox="1"/>
          <p:nvPr>
            <p:ph type="title"/>
          </p:nvPr>
        </p:nvSpPr>
        <p:spPr>
          <a:xfrm>
            <a:off x="0" y="0"/>
            <a:ext cx="12192000" cy="868500"/>
          </a:xfrm>
          <a:prstGeom prst="rect">
            <a:avLst/>
          </a:prstGeom>
          <a:solidFill>
            <a:schemeClr val="accent3"/>
          </a:solidFill>
          <a:ln>
            <a:noFill/>
          </a:ln>
        </p:spPr>
        <p:txBody>
          <a:bodyPr anchorCtr="0" anchor="t" bIns="60925" lIns="121900" spcFirstLastPara="1" rIns="121900" wrap="square" tIns="60925">
            <a:noAutofit/>
          </a:bodyPr>
          <a:lstStyle/>
          <a:p>
            <a:pPr indent="0" lvl="0" marL="0" rtl="0" algn="l">
              <a:lnSpc>
                <a:spcPct val="100000"/>
              </a:lnSpc>
              <a:spcBef>
                <a:spcPts val="0"/>
              </a:spcBef>
              <a:spcAft>
                <a:spcPts val="0"/>
              </a:spcAft>
              <a:buSzPts val="3700"/>
              <a:buNone/>
            </a:pPr>
            <a:r>
              <a:rPr lang="en-US" sz="4000">
                <a:solidFill>
                  <a:schemeClr val="lt1"/>
                </a:solidFill>
                <a:latin typeface="Gill Sans"/>
                <a:ea typeface="Gill Sans"/>
                <a:cs typeface="Gill Sans"/>
                <a:sym typeface="Gill Sans"/>
              </a:rPr>
              <a:t>External Attacks</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a:p>
            <a:pPr indent="0" lvl="0" marL="0" rtl="0" algn="l">
              <a:lnSpc>
                <a:spcPct val="100000"/>
              </a:lnSpc>
              <a:spcBef>
                <a:spcPts val="0"/>
              </a:spcBef>
              <a:spcAft>
                <a:spcPts val="0"/>
              </a:spcAft>
              <a:buSzPts val="3700"/>
              <a:buNone/>
            </a:pPr>
            <a:r>
              <a:t/>
            </a:r>
            <a:endParaRPr sz="4000">
              <a:solidFill>
                <a:schemeClr val="lt1"/>
              </a:solidFill>
              <a:latin typeface="Gill Sans"/>
              <a:ea typeface="Gill Sans"/>
              <a:cs typeface="Gill Sans"/>
              <a:sym typeface="Gill Sans"/>
            </a:endParaRPr>
          </a:p>
        </p:txBody>
      </p:sp>
      <p:sp>
        <p:nvSpPr>
          <p:cNvPr id="294" name="Google Shape;294;g37d9a76c35b_0_422"/>
          <p:cNvSpPr txBox="1"/>
          <p:nvPr/>
        </p:nvSpPr>
        <p:spPr>
          <a:xfrm>
            <a:off x="607850" y="1183375"/>
            <a:ext cx="10940400" cy="12315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400" u="none" cap="none" strike="noStrike">
                <a:solidFill>
                  <a:srgbClr val="000000"/>
                </a:solidFill>
                <a:latin typeface="Times New Roman"/>
                <a:ea typeface="Times New Roman"/>
                <a:cs typeface="Times New Roman"/>
                <a:sym typeface="Times New Roman"/>
              </a:rPr>
              <a:t>External attacks are conducted by individuals or groups who do not have authorized access and typically target systems from outside the organization's network.</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5" name="Google Shape;295;g37d9a76c35b_0_422"/>
          <p:cNvPicPr preferRelativeResize="0"/>
          <p:nvPr/>
        </p:nvPicPr>
        <p:blipFill rotWithShape="1">
          <a:blip r:embed="rId3">
            <a:alphaModFix/>
          </a:blip>
          <a:srcRect b="27222" l="0" r="0" t="11589"/>
          <a:stretch/>
        </p:blipFill>
        <p:spPr>
          <a:xfrm>
            <a:off x="2279225" y="2464500"/>
            <a:ext cx="6655401" cy="36783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6de8979561_0_1"/>
          <p:cNvSpPr txBox="1"/>
          <p:nvPr>
            <p:ph type="title"/>
          </p:nvPr>
        </p:nvSpPr>
        <p:spPr>
          <a:xfrm>
            <a:off x="415600" y="107826"/>
            <a:ext cx="11360700" cy="699600"/>
          </a:xfrm>
          <a:prstGeom prst="rect">
            <a:avLst/>
          </a:prstGeom>
          <a:solidFill>
            <a:schemeClr val="accent3"/>
          </a:solidFill>
          <a:ln>
            <a:noFill/>
          </a:ln>
        </p:spPr>
        <p:txBody>
          <a:bodyPr anchorCtr="0" anchor="t" bIns="121900" lIns="121900" spcFirstLastPara="1" rIns="121900" wrap="square" tIns="121900">
            <a:noAutofit/>
          </a:bodyPr>
          <a:lstStyle/>
          <a:p>
            <a:pPr indent="0" lvl="0" marL="0" rtl="0" algn="ctr">
              <a:lnSpc>
                <a:spcPct val="100000"/>
              </a:lnSpc>
              <a:spcBef>
                <a:spcPts val="0"/>
              </a:spcBef>
              <a:spcAft>
                <a:spcPts val="0"/>
              </a:spcAft>
              <a:buSzPts val="3700"/>
              <a:buNone/>
            </a:pPr>
            <a:r>
              <a:rPr b="1" lang="en-US" sz="3900">
                <a:solidFill>
                  <a:schemeClr val="lt1"/>
                </a:solidFill>
              </a:rPr>
              <a:t>Network-based attacks</a:t>
            </a:r>
            <a:endParaRPr b="1" sz="3900">
              <a:solidFill>
                <a:schemeClr val="lt1"/>
              </a:solidFill>
            </a:endParaRPr>
          </a:p>
          <a:p>
            <a:pPr indent="0" lvl="0" marL="0" rtl="0" algn="ctr">
              <a:lnSpc>
                <a:spcPct val="100000"/>
              </a:lnSpc>
              <a:spcBef>
                <a:spcPts val="0"/>
              </a:spcBef>
              <a:spcAft>
                <a:spcPts val="0"/>
              </a:spcAft>
              <a:buSzPts val="3700"/>
              <a:buNone/>
            </a:pPr>
            <a:r>
              <a:t/>
            </a:r>
            <a:endParaRPr b="1" sz="3900">
              <a:solidFill>
                <a:schemeClr val="lt1"/>
              </a:solidFill>
            </a:endParaRPr>
          </a:p>
        </p:txBody>
      </p:sp>
      <p:sp>
        <p:nvSpPr>
          <p:cNvPr id="301" name="Google Shape;301;g36de8979561_0_1"/>
          <p:cNvSpPr txBox="1"/>
          <p:nvPr>
            <p:ph idx="12" type="sldNum"/>
          </p:nvPr>
        </p:nvSpPr>
        <p:spPr>
          <a:xfrm>
            <a:off x="15062147" y="8290164"/>
            <a:ext cx="975600" cy="699600"/>
          </a:xfrm>
          <a:prstGeom prst="rect">
            <a:avLst/>
          </a:prstGeom>
          <a:noFill/>
          <a:ln>
            <a:noFill/>
          </a:ln>
        </p:spPr>
        <p:txBody>
          <a:bodyPr anchorCtr="0" anchor="ctr" bIns="121900" lIns="121900" spcFirstLastPara="1" rIns="121900" wrap="square" tIns="121900">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
        <p:nvSpPr>
          <p:cNvPr id="302" name="Google Shape;302;g36de8979561_0_1"/>
          <p:cNvSpPr txBox="1"/>
          <p:nvPr/>
        </p:nvSpPr>
        <p:spPr>
          <a:xfrm>
            <a:off x="648400" y="1053500"/>
            <a:ext cx="11127900" cy="15099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15000"/>
              </a:lnSpc>
              <a:spcBef>
                <a:spcPts val="0"/>
              </a:spcBef>
              <a:spcAft>
                <a:spcPts val="0"/>
              </a:spcAft>
              <a:buClr>
                <a:schemeClr val="accent3"/>
              </a:buClr>
              <a:buSzPts val="3000"/>
              <a:buFont typeface="Times New Roman"/>
              <a:buChar char="■"/>
            </a:pPr>
            <a:r>
              <a:rPr b="1" i="0" lang="en-US" sz="2400" u="none" cap="none" strike="noStrike">
                <a:solidFill>
                  <a:srgbClr val="1D1D1D"/>
                </a:solidFill>
                <a:latin typeface="Times New Roman"/>
                <a:ea typeface="Times New Roman"/>
                <a:cs typeface="Times New Roman"/>
                <a:sym typeface="Times New Roman"/>
              </a:rPr>
              <a:t>Network-based attacks </a:t>
            </a:r>
            <a:r>
              <a:rPr b="0" i="0" lang="en-US" sz="2400" u="none" cap="none" strike="noStrike">
                <a:solidFill>
                  <a:srgbClr val="1D1D1D"/>
                </a:solidFill>
                <a:latin typeface="Times New Roman"/>
                <a:ea typeface="Times New Roman"/>
                <a:cs typeface="Times New Roman"/>
                <a:sym typeface="Times New Roman"/>
              </a:rPr>
              <a:t>target vulnerabilities in network infrastructure, protocols, or services, aiming to gain unauthorized access, disrupt communication, or intercept data. </a:t>
            </a:r>
            <a:endParaRPr b="0" i="0" sz="2400" u="none" cap="none" strike="noStrike">
              <a:solidFill>
                <a:srgbClr val="1D1D1D"/>
              </a:solidFill>
              <a:latin typeface="Times New Roman"/>
              <a:ea typeface="Times New Roman"/>
              <a:cs typeface="Times New Roman"/>
              <a:sym typeface="Times New Roman"/>
            </a:endParaRPr>
          </a:p>
        </p:txBody>
      </p:sp>
      <p:pic>
        <p:nvPicPr>
          <p:cNvPr id="303" name="Google Shape;303;g36de8979561_0_1"/>
          <p:cNvPicPr preferRelativeResize="0"/>
          <p:nvPr/>
        </p:nvPicPr>
        <p:blipFill rotWithShape="1">
          <a:blip r:embed="rId3">
            <a:alphaModFix/>
          </a:blip>
          <a:srcRect b="0" l="0" r="0" t="0"/>
          <a:stretch/>
        </p:blipFill>
        <p:spPr>
          <a:xfrm>
            <a:off x="2542625" y="2370425"/>
            <a:ext cx="7121376" cy="40871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807fa80d02_0_71"/>
          <p:cNvSpPr txBox="1"/>
          <p:nvPr>
            <p:ph type="title"/>
          </p:nvPr>
        </p:nvSpPr>
        <p:spPr>
          <a:xfrm>
            <a:off x="415600" y="107833"/>
            <a:ext cx="11360700" cy="763500"/>
          </a:xfrm>
          <a:prstGeom prst="rect">
            <a:avLst/>
          </a:prstGeom>
          <a:solidFill>
            <a:schemeClr val="accent3"/>
          </a:solidFill>
          <a:ln>
            <a:noFill/>
          </a:ln>
        </p:spPr>
        <p:txBody>
          <a:bodyPr anchorCtr="0" anchor="t" bIns="121900" lIns="121900" spcFirstLastPara="1" rIns="121900" wrap="square" tIns="121900">
            <a:noAutofit/>
          </a:bodyPr>
          <a:lstStyle/>
          <a:p>
            <a:pPr indent="0" lvl="0" marL="0" rtl="0" algn="ctr">
              <a:lnSpc>
                <a:spcPct val="100000"/>
              </a:lnSpc>
              <a:spcBef>
                <a:spcPts val="0"/>
              </a:spcBef>
              <a:spcAft>
                <a:spcPts val="0"/>
              </a:spcAft>
              <a:buSzPts val="3700"/>
              <a:buNone/>
            </a:pPr>
            <a:r>
              <a:rPr b="1" lang="en-US" sz="3900">
                <a:solidFill>
                  <a:schemeClr val="lt1"/>
                </a:solidFill>
              </a:rPr>
              <a:t>Host-based attacks</a:t>
            </a:r>
            <a:endParaRPr b="1" sz="3900">
              <a:solidFill>
                <a:schemeClr val="lt1"/>
              </a:solidFill>
            </a:endParaRPr>
          </a:p>
          <a:p>
            <a:pPr indent="0" lvl="0" marL="0" rtl="0" algn="ctr">
              <a:lnSpc>
                <a:spcPct val="100000"/>
              </a:lnSpc>
              <a:spcBef>
                <a:spcPts val="0"/>
              </a:spcBef>
              <a:spcAft>
                <a:spcPts val="0"/>
              </a:spcAft>
              <a:buSzPts val="3700"/>
              <a:buNone/>
            </a:pPr>
            <a:r>
              <a:t/>
            </a:r>
            <a:endParaRPr b="1" sz="3900">
              <a:solidFill>
                <a:schemeClr val="lt1"/>
              </a:solidFill>
            </a:endParaRPr>
          </a:p>
        </p:txBody>
      </p:sp>
      <p:sp>
        <p:nvSpPr>
          <p:cNvPr id="309" name="Google Shape;309;g3807fa80d02_0_71"/>
          <p:cNvSpPr txBox="1"/>
          <p:nvPr>
            <p:ph idx="12" type="sldNum"/>
          </p:nvPr>
        </p:nvSpPr>
        <p:spPr>
          <a:xfrm>
            <a:off x="15062147" y="8290164"/>
            <a:ext cx="975600" cy="699600"/>
          </a:xfrm>
          <a:prstGeom prst="rect">
            <a:avLst/>
          </a:prstGeom>
          <a:noFill/>
          <a:ln>
            <a:noFill/>
          </a:ln>
        </p:spPr>
        <p:txBody>
          <a:bodyPr anchorCtr="0" anchor="ctr" bIns="121900" lIns="121900" spcFirstLastPara="1" rIns="121900" wrap="square" tIns="121900">
            <a:noAutofit/>
          </a:bodyPr>
          <a:lstStyle/>
          <a:p>
            <a:pPr indent="0" lvl="0" marL="0" rtl="0" algn="r">
              <a:lnSpc>
                <a:spcPct val="100000"/>
              </a:lnSpc>
              <a:spcBef>
                <a:spcPts val="0"/>
              </a:spcBef>
              <a:spcAft>
                <a:spcPts val="0"/>
              </a:spcAft>
              <a:buClr>
                <a:srgbClr val="000000"/>
              </a:buClr>
              <a:buSzPts val="1300"/>
              <a:buFont typeface="Arial"/>
              <a:buNone/>
            </a:pPr>
            <a:fld id="{00000000-1234-1234-1234-123412341234}" type="slidenum">
              <a:rPr lang="en-US"/>
              <a:t>‹#›</a:t>
            </a:fld>
            <a:endParaRPr/>
          </a:p>
        </p:txBody>
      </p:sp>
      <p:sp>
        <p:nvSpPr>
          <p:cNvPr id="310" name="Google Shape;310;g3807fa80d02_0_71"/>
          <p:cNvSpPr txBox="1"/>
          <p:nvPr/>
        </p:nvSpPr>
        <p:spPr>
          <a:xfrm>
            <a:off x="648300" y="1104150"/>
            <a:ext cx="11127900" cy="1934700"/>
          </a:xfrm>
          <a:prstGeom prst="rect">
            <a:avLst/>
          </a:prstGeom>
          <a:noFill/>
          <a:ln>
            <a:noFill/>
          </a:ln>
        </p:spPr>
        <p:txBody>
          <a:bodyPr anchorCtr="0" anchor="t" bIns="91425" lIns="91425" spcFirstLastPara="1" rIns="91425" wrap="square" tIns="91425">
            <a:spAutoFit/>
          </a:bodyPr>
          <a:lstStyle/>
          <a:p>
            <a:pPr indent="-419100" lvl="0" marL="457200" marR="0" rtl="0" algn="just">
              <a:lnSpc>
                <a:spcPct val="115000"/>
              </a:lnSpc>
              <a:spcBef>
                <a:spcPts val="0"/>
              </a:spcBef>
              <a:spcAft>
                <a:spcPts val="0"/>
              </a:spcAft>
              <a:buClr>
                <a:schemeClr val="accent3"/>
              </a:buClr>
              <a:buSzPts val="3000"/>
              <a:buFont typeface="Times New Roman"/>
              <a:buChar char="■"/>
            </a:pPr>
            <a:r>
              <a:rPr b="0" i="0" lang="en-US" sz="2400" u="none" cap="none" strike="noStrike">
                <a:solidFill>
                  <a:srgbClr val="1D1D1D"/>
                </a:solidFill>
                <a:latin typeface="Times New Roman"/>
                <a:ea typeface="Times New Roman"/>
                <a:cs typeface="Times New Roman"/>
                <a:sym typeface="Times New Roman"/>
              </a:rPr>
              <a:t>Host-based attacks focus on exploiting vulnerabilities in individual computer systems or software applications, attempting to gain control over the host or compromise its data.</a:t>
            </a:r>
            <a:endParaRPr b="0" i="0" sz="2400" u="none" cap="none" strike="noStrike">
              <a:solidFill>
                <a:srgbClr val="1D1D1D"/>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2400"/>
              <a:buFont typeface="Arial"/>
              <a:buNone/>
            </a:pPr>
            <a:r>
              <a:t/>
            </a:r>
            <a:endParaRPr b="1" i="0" sz="2400" u="none" cap="none" strike="noStrike">
              <a:solidFill>
                <a:srgbClr val="1D1D1D"/>
              </a:solidFill>
              <a:latin typeface="Times New Roman"/>
              <a:ea typeface="Times New Roman"/>
              <a:cs typeface="Times New Roman"/>
              <a:sym typeface="Times New Roman"/>
            </a:endParaRPr>
          </a:p>
        </p:txBody>
      </p:sp>
      <p:sp>
        <p:nvSpPr>
          <p:cNvPr id="311" name="Google Shape;311;g3807fa80d02_0_71"/>
          <p:cNvSpPr txBox="1"/>
          <p:nvPr/>
        </p:nvSpPr>
        <p:spPr>
          <a:xfrm>
            <a:off x="648300" y="2380550"/>
            <a:ext cx="4872600" cy="28629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accent3"/>
              </a:buClr>
              <a:buSzPts val="3000"/>
              <a:buFont typeface="Times New Roman"/>
              <a:buChar char="■"/>
            </a:pPr>
            <a:r>
              <a:rPr b="0" i="0" lang="en-US" sz="2400" u="none" cap="none" strike="noStrike">
                <a:solidFill>
                  <a:srgbClr val="000000"/>
                </a:solidFill>
                <a:latin typeface="Times New Roman"/>
                <a:ea typeface="Times New Roman"/>
                <a:cs typeface="Times New Roman"/>
                <a:sym typeface="Times New Roman"/>
              </a:rPr>
              <a:t>Types of Host-Based Attacks</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381000" lvl="0" marL="914400" marR="0" rtl="0" algn="l">
              <a:lnSpc>
                <a:spcPct val="10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Virus</a:t>
            </a:r>
            <a:endParaRPr b="0" i="0" sz="2400" u="none" cap="none" strike="noStrike">
              <a:solidFill>
                <a:srgbClr val="000000"/>
              </a:solidFill>
              <a:latin typeface="Times New Roman"/>
              <a:ea typeface="Times New Roman"/>
              <a:cs typeface="Times New Roman"/>
              <a:sym typeface="Times New Roman"/>
            </a:endParaRPr>
          </a:p>
          <a:p>
            <a:pPr indent="-381000" lvl="0" marL="914400" marR="0" rtl="0" algn="l">
              <a:lnSpc>
                <a:spcPct val="10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Worm</a:t>
            </a:r>
            <a:endParaRPr b="0" i="0" sz="2400" u="none" cap="none" strike="noStrike">
              <a:solidFill>
                <a:srgbClr val="000000"/>
              </a:solidFill>
              <a:latin typeface="Times New Roman"/>
              <a:ea typeface="Times New Roman"/>
              <a:cs typeface="Times New Roman"/>
              <a:sym typeface="Times New Roman"/>
            </a:endParaRPr>
          </a:p>
          <a:p>
            <a:pPr indent="-381000" lvl="0" marL="914400" marR="0" rtl="0" algn="l">
              <a:lnSpc>
                <a:spcPct val="10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Trojan Horses</a:t>
            </a:r>
            <a:endParaRPr b="0" i="0" sz="2400" u="none" cap="none" strike="noStrike">
              <a:solidFill>
                <a:srgbClr val="000000"/>
              </a:solidFill>
              <a:latin typeface="Times New Roman"/>
              <a:ea typeface="Times New Roman"/>
              <a:cs typeface="Times New Roman"/>
              <a:sym typeface="Times New Roman"/>
            </a:endParaRPr>
          </a:p>
          <a:p>
            <a:pPr indent="-381000" lvl="0" marL="914400" marR="0" rtl="0" algn="l">
              <a:lnSpc>
                <a:spcPct val="10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Back Door</a:t>
            </a:r>
            <a:endParaRPr b="0" i="0" sz="2400" u="none" cap="none" strike="noStrike">
              <a:solidFill>
                <a:srgbClr val="000000"/>
              </a:solidFill>
              <a:latin typeface="Times New Roman"/>
              <a:ea typeface="Times New Roman"/>
              <a:cs typeface="Times New Roman"/>
              <a:sym typeface="Times New Roman"/>
            </a:endParaRPr>
          </a:p>
          <a:p>
            <a:pPr indent="-381000" lvl="0" marL="914400" marR="0" rtl="0" algn="l">
              <a:lnSpc>
                <a:spcPct val="100000"/>
              </a:lnSpc>
              <a:spcBef>
                <a:spcPts val="0"/>
              </a:spcBef>
              <a:spcAft>
                <a:spcPts val="0"/>
              </a:spcAft>
              <a:buClr>
                <a:schemeClr val="accent3"/>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Trap Door</a:t>
            </a:r>
            <a:endParaRPr b="0" i="0" sz="2400" u="none" cap="none" strike="noStrike">
              <a:solidFill>
                <a:srgbClr val="000000"/>
              </a:solidFill>
              <a:latin typeface="Times New Roman"/>
              <a:ea typeface="Times New Roman"/>
              <a:cs typeface="Times New Roman"/>
              <a:sym typeface="Times New Roman"/>
            </a:endParaRPr>
          </a:p>
        </p:txBody>
      </p:sp>
      <p:sp>
        <p:nvSpPr>
          <p:cNvPr id="312" name="Google Shape;312;g3807fa80d02_0_71"/>
          <p:cNvSpPr/>
          <p:nvPr/>
        </p:nvSpPr>
        <p:spPr>
          <a:xfrm>
            <a:off x="5743700" y="2887875"/>
            <a:ext cx="5601900" cy="2825400"/>
          </a:xfrm>
          <a:prstGeom prst="roundRect">
            <a:avLst>
              <a:gd fmla="val 16667" name="adj"/>
            </a:avLst>
          </a:prstGeom>
          <a:solidFill>
            <a:srgbClr val="EB9109"/>
          </a:solidFill>
          <a:ln cap="flat" cmpd="sng" w="9525">
            <a:solidFill>
              <a:srgbClr val="6AA84F"/>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400"/>
              <a:buFont typeface="Arial"/>
              <a:buNone/>
            </a:pPr>
            <a:r>
              <a:rPr b="1" i="0" lang="en-US" sz="1700" u="none" cap="none" strike="noStrike">
                <a:solidFill>
                  <a:srgbClr val="F5F8FF"/>
                </a:solidFill>
                <a:latin typeface="Arial"/>
                <a:ea typeface="Arial"/>
                <a:cs typeface="Arial"/>
                <a:sym typeface="Arial"/>
              </a:rPr>
              <a:t>Symptoms:</a:t>
            </a:r>
            <a:endParaRPr b="1" i="0" sz="1700" u="none" cap="none" strike="noStrike">
              <a:solidFill>
                <a:srgbClr val="F5F8FF"/>
              </a:solidFill>
              <a:latin typeface="Arial"/>
              <a:ea typeface="Arial"/>
              <a:cs typeface="Arial"/>
              <a:sym typeface="Arial"/>
            </a:endParaRPr>
          </a:p>
          <a:p>
            <a:pPr indent="-336550" lvl="0" marL="457200" marR="0" rtl="0" algn="l">
              <a:lnSpc>
                <a:spcPct val="115000"/>
              </a:lnSpc>
              <a:spcBef>
                <a:spcPts val="1200"/>
              </a:spcBef>
              <a:spcAft>
                <a:spcPts val="0"/>
              </a:spcAft>
              <a:buClr>
                <a:srgbClr val="F5F8FF"/>
              </a:buClr>
              <a:buSzPts val="1700"/>
              <a:buFont typeface="Arial"/>
              <a:buChar char="●"/>
            </a:pPr>
            <a:r>
              <a:rPr b="0" i="0" lang="en-US" sz="1700" u="none" cap="none" strike="noStrike">
                <a:solidFill>
                  <a:srgbClr val="F5F8FF"/>
                </a:solidFill>
                <a:latin typeface="Arial"/>
                <a:ea typeface="Arial"/>
                <a:cs typeface="Arial"/>
                <a:sym typeface="Arial"/>
              </a:rPr>
              <a:t>Virus - Freezing, Slow performance, crashing</a:t>
            </a:r>
            <a:endParaRPr b="0" i="0" sz="1700" u="none" cap="none" strike="noStrike">
              <a:solidFill>
                <a:srgbClr val="F5F8FF"/>
              </a:solidFill>
              <a:latin typeface="Arial"/>
              <a:ea typeface="Arial"/>
              <a:cs typeface="Arial"/>
              <a:sym typeface="Arial"/>
            </a:endParaRPr>
          </a:p>
          <a:p>
            <a:pPr indent="-336550" lvl="0" marL="457200" marR="0" rtl="0" algn="l">
              <a:lnSpc>
                <a:spcPct val="115000"/>
              </a:lnSpc>
              <a:spcBef>
                <a:spcPts val="0"/>
              </a:spcBef>
              <a:spcAft>
                <a:spcPts val="0"/>
              </a:spcAft>
              <a:buClr>
                <a:srgbClr val="F5F8FF"/>
              </a:buClr>
              <a:buSzPts val="1700"/>
              <a:buFont typeface="Arial"/>
              <a:buChar char="●"/>
            </a:pPr>
            <a:r>
              <a:rPr b="0" i="0" lang="en-US" sz="1700" u="none" cap="none" strike="noStrike">
                <a:solidFill>
                  <a:srgbClr val="F5F8FF"/>
                </a:solidFill>
                <a:latin typeface="Arial"/>
                <a:ea typeface="Arial"/>
                <a:cs typeface="Arial"/>
                <a:sym typeface="Arial"/>
              </a:rPr>
              <a:t>Worm - Unexpected restarts, error pop-ups, program malfunctions</a:t>
            </a:r>
            <a:endParaRPr b="0" i="0" sz="1700" u="none" cap="none" strike="noStrike">
              <a:solidFill>
                <a:srgbClr val="F5F8FF"/>
              </a:solidFill>
              <a:latin typeface="Arial"/>
              <a:ea typeface="Arial"/>
              <a:cs typeface="Arial"/>
              <a:sym typeface="Arial"/>
            </a:endParaRPr>
          </a:p>
          <a:p>
            <a:pPr indent="-336550" lvl="0" marL="457200" marR="0" rtl="0" algn="l">
              <a:lnSpc>
                <a:spcPct val="115000"/>
              </a:lnSpc>
              <a:spcBef>
                <a:spcPts val="0"/>
              </a:spcBef>
              <a:spcAft>
                <a:spcPts val="0"/>
              </a:spcAft>
              <a:buClr>
                <a:srgbClr val="F5F8FF"/>
              </a:buClr>
              <a:buSzPts val="1700"/>
              <a:buFont typeface="Arial"/>
              <a:buChar char="●"/>
            </a:pPr>
            <a:r>
              <a:rPr b="0" i="0" lang="en-US" sz="1700" u="none" cap="none" strike="noStrike">
                <a:solidFill>
                  <a:srgbClr val="F5F8FF"/>
                </a:solidFill>
                <a:latin typeface="Arial"/>
                <a:ea typeface="Arial"/>
                <a:cs typeface="Arial"/>
                <a:sym typeface="Arial"/>
              </a:rPr>
              <a:t>Trojan Horses - Mouse moves by itself, volume goes up and down by itself</a:t>
            </a:r>
            <a:endParaRPr b="0" i="0" sz="1700" u="none" cap="none" strike="noStrike">
              <a:solidFill>
                <a:srgbClr val="F5F8FF"/>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bc34c55794_0_124"/>
          <p:cNvSpPr txBox="1"/>
          <p:nvPr/>
        </p:nvSpPr>
        <p:spPr>
          <a:xfrm>
            <a:off x="3389800" y="2462149"/>
            <a:ext cx="4860000" cy="65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100"/>
              <a:buFont typeface="Arial"/>
              <a:buNone/>
            </a:pPr>
            <a:r>
              <a:rPr b="1" i="0" lang="en-US" sz="6100" u="none" cap="none" strike="noStrike">
                <a:solidFill>
                  <a:schemeClr val="accent3"/>
                </a:solidFill>
                <a:latin typeface="Roboto"/>
                <a:ea typeface="Roboto"/>
                <a:cs typeface="Roboto"/>
                <a:sym typeface="Roboto"/>
              </a:rPr>
              <a:t>Thank You</a:t>
            </a:r>
            <a:endParaRPr b="0" i="0" sz="3700" u="none" cap="none" strike="noStrike">
              <a:solidFill>
                <a:schemeClr val="accent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17"/>
                                        </p:tgtEl>
                                        <p:attrNameLst>
                                          <p:attrName>style.visibility</p:attrName>
                                        </p:attrNameLst>
                                      </p:cBhvr>
                                      <p:to>
                                        <p:strVal val="visible"/>
                                      </p:to>
                                    </p:set>
                                    <p:anim calcmode="lin" valueType="num">
                                      <p:cBhvr additive="base">
                                        <p:cTn dur="500"/>
                                        <p:tgtEl>
                                          <p:spTgt spid="3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2020-06-05T17:52:47Z</dcterms:created>
  <dc:creator>Md. Azizul Hakim</dc:creator>
</cp:coreProperties>
</file>