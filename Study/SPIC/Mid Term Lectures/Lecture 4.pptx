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Roboto"/>
      <p:regular r:id="rId18"/>
      <p:bold r:id="rId19"/>
      <p:italic r:id="rId20"/>
      <p:boldItalic r:id="rId21"/>
    </p:embeddedFont>
    <p:embeddedFont>
      <p:font typeface="Tahoma"/>
      <p:regular r:id="rId22"/>
      <p:bold r:id="rId23"/>
    </p:embeddedFont>
    <p:embeddedFont>
      <p:font typeface="IBM Plex Mono"/>
      <p:regular r:id="rId24"/>
      <p:bold r:id="rId25"/>
      <p:italic r:id="rId26"/>
      <p:boldItalic r:id="rId27"/>
    </p:embeddedFon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D8igdKUfpBEoa/XFClc77gEHr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Tahoma-regular.fntdata"/><Relationship Id="rId21" Type="http://schemas.openxmlformats.org/officeDocument/2006/relationships/font" Target="fonts/Roboto-boldItalic.fntdata"/><Relationship Id="rId24" Type="http://schemas.openxmlformats.org/officeDocument/2006/relationships/font" Target="fonts/IBMPlexMono-regular.fntdata"/><Relationship Id="rId23" Type="http://schemas.openxmlformats.org/officeDocument/2006/relationships/font" Target="fonts/Tahoma-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IBMPlexMono-italic.fntdata"/><Relationship Id="rId25" Type="http://schemas.openxmlformats.org/officeDocument/2006/relationships/font" Target="fonts/IBMPlexMono-bold.fntdata"/><Relationship Id="rId28" Type="http://schemas.openxmlformats.org/officeDocument/2006/relationships/font" Target="fonts/GillSans-regular.fntdata"/><Relationship Id="rId27" Type="http://schemas.openxmlformats.org/officeDocument/2006/relationships/font" Target="fonts/IBMPlexMon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bold.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bda25c5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bbda25c5c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f98f0ae4d_0_36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7f98f0ae4d_0_36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7f98f0ae4d_0_29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37f98f0ae4d_0_29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f98f0ae4d_0_26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7f98f0ae4d_0_26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f98f0ae4d_0_30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37f98f0ae4d_0_30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0f6c643e1_0_1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380f6c643e1_0_1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7d9a76c35b_0_42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7d9a76c35b_0_42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0f6c643e1_0_2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80f6c643e1_0_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0f6c643e1_0_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80f6c643e1_0_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7f98f0ae4d_0_32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7f98f0ae4d_0_32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16d8cfdd53_0_4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g316d8cfdd53_0_4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bc34c55794_0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bc34c55794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bbda25c5c6_0_17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bbda25c5c6_0_17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bbda25c5c6_0_17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g305d2edbf8d_0_219"/>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9" name="Google Shape;19;g305d2edbf8d_0_219"/>
          <p:cNvSpPr txBox="1"/>
          <p:nvPr>
            <p:ph idx="1" type="body"/>
          </p:nvPr>
        </p:nvSpPr>
        <p:spPr>
          <a:xfrm>
            <a:off x="7112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0" name="Google Shape;20;g305d2edbf8d_0_219"/>
          <p:cNvSpPr txBox="1"/>
          <p:nvPr>
            <p:ph idx="2" type="body"/>
          </p:nvPr>
        </p:nvSpPr>
        <p:spPr>
          <a:xfrm>
            <a:off x="59944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1" name="Google Shape;21;g305d2edbf8d_0_21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305d2edbf8d_0_219"/>
          <p:cNvSpPr txBox="1"/>
          <p:nvPr>
            <p:ph idx="11" type="ftr"/>
          </p:nvPr>
        </p:nvSpPr>
        <p:spPr>
          <a:xfrm>
            <a:off x="7376583" y="6467475"/>
            <a:ext cx="3860700" cy="2874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g305d2edbf8d_0_219"/>
          <p:cNvSpPr txBox="1"/>
          <p:nvPr>
            <p:ph idx="12" type="sldNum"/>
          </p:nvPr>
        </p:nvSpPr>
        <p:spPr>
          <a:xfrm>
            <a:off x="11099800" y="6462712"/>
            <a:ext cx="901500" cy="276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4-</a:t>
            </a:r>
            <a:fld id="{00000000-1234-1234-1234-123412341234}" type="slidenum">
              <a:rPr lang="en-US"/>
              <a:t>‹#›</a:t>
            </a:fld>
            <a:endParaRPr sz="1300">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bbda25c5c6_0_1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bbda25c5c6_0_1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7" name="Google Shape;27;gbbda25c5c6_0_17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gbbda25c5c6_0_185"/>
          <p:cNvSpPr txBox="1"/>
          <p:nvPr>
            <p:ph type="title"/>
          </p:nvPr>
        </p:nvSpPr>
        <p:spPr>
          <a:xfrm>
            <a:off x="609600" y="274637"/>
            <a:ext cx="10972800" cy="1143300"/>
          </a:xfrm>
          <a:prstGeom prst="rect">
            <a:avLst/>
          </a:prstGeom>
          <a:noFill/>
          <a:ln>
            <a:noFill/>
          </a:ln>
        </p:spPr>
        <p:txBody>
          <a:bodyPr anchorCtr="0" anchor="t" bIns="60925" lIns="121900" spcFirstLastPara="1" rIns="121900" wrap="square" tIns="60925">
            <a:noAutofit/>
          </a:bodyPr>
          <a:lstStyle>
            <a:lvl1pPr lvl="0"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1pPr>
            <a:lvl2pPr lvl="1"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2pPr>
            <a:lvl3pPr lvl="2"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3pPr>
            <a:lvl4pPr lvl="3"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4pPr>
            <a:lvl5pPr lvl="4"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5pPr>
            <a:lvl6pPr lvl="5"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6pPr>
            <a:lvl7pPr lvl="6"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7pPr>
            <a:lvl8pPr lvl="7"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8pPr>
            <a:lvl9pPr lvl="8"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9pPr>
          </a:lstStyle>
          <a:p/>
        </p:txBody>
      </p:sp>
      <p:sp>
        <p:nvSpPr>
          <p:cNvPr id="30" name="Google Shape;30;gbbda25c5c6_0_185"/>
          <p:cNvSpPr txBox="1"/>
          <p:nvPr>
            <p:ph idx="1" type="body"/>
          </p:nvPr>
        </p:nvSpPr>
        <p:spPr>
          <a:xfrm>
            <a:off x="609600" y="1600200"/>
            <a:ext cx="10972800" cy="4526100"/>
          </a:xfrm>
          <a:prstGeom prst="rect">
            <a:avLst/>
          </a:prstGeom>
          <a:noFill/>
          <a:ln>
            <a:noFill/>
          </a:ln>
        </p:spPr>
        <p:txBody>
          <a:bodyPr anchorCtr="0" anchor="t" bIns="60925" lIns="121900" spcFirstLastPara="1" rIns="121900" wrap="square" tIns="60925">
            <a:noAutofit/>
          </a:bodyPr>
          <a:lstStyle>
            <a:lvl1pPr indent="-393700" lvl="0" marL="457200" marR="0" algn="l">
              <a:lnSpc>
                <a:spcPct val="115000"/>
              </a:lnSpc>
              <a:spcBef>
                <a:spcPts val="900"/>
              </a:spcBef>
              <a:spcAft>
                <a:spcPts val="0"/>
              </a:spcAft>
              <a:buClr>
                <a:schemeClr val="folHlink"/>
              </a:buClr>
              <a:buSzPts val="2600"/>
              <a:buFont typeface="Noto Sans Symbols"/>
              <a:buChar char="■"/>
              <a:defRPr b="0" i="0" sz="4300" u="none" cap="none" strike="noStrike">
                <a:solidFill>
                  <a:schemeClr val="dk1"/>
                </a:solidFill>
                <a:latin typeface="Tahoma"/>
                <a:ea typeface="Tahoma"/>
                <a:cs typeface="Tahoma"/>
                <a:sym typeface="Tahoma"/>
              </a:defRPr>
            </a:lvl1pPr>
            <a:lvl2pPr indent="-361950" lvl="1" marL="914400" marR="0" algn="l">
              <a:lnSpc>
                <a:spcPct val="115000"/>
              </a:lnSpc>
              <a:spcBef>
                <a:spcPts val="700"/>
              </a:spcBef>
              <a:spcAft>
                <a:spcPts val="0"/>
              </a:spcAft>
              <a:buClr>
                <a:schemeClr val="hlink"/>
              </a:buClr>
              <a:buSzPts val="2100"/>
              <a:buFont typeface="Noto Sans Symbols"/>
              <a:buChar char="■"/>
              <a:defRPr b="0" i="0" sz="3700" u="none" cap="none" strike="noStrike">
                <a:solidFill>
                  <a:schemeClr val="dk1"/>
                </a:solidFill>
                <a:latin typeface="Tahoma"/>
                <a:ea typeface="Tahoma"/>
                <a:cs typeface="Tahoma"/>
                <a:sym typeface="Tahoma"/>
              </a:defRPr>
            </a:lvl2pPr>
            <a:lvl3pPr indent="-330200" lvl="2" marL="1371600" marR="0" algn="l">
              <a:lnSpc>
                <a:spcPct val="115000"/>
              </a:lnSpc>
              <a:spcBef>
                <a:spcPts val="600"/>
              </a:spcBef>
              <a:spcAft>
                <a:spcPts val="0"/>
              </a:spcAft>
              <a:buClr>
                <a:schemeClr val="folHlink"/>
              </a:buClr>
              <a:buSzPts val="1600"/>
              <a:buFont typeface="Noto Sans Symbols"/>
              <a:buChar char="■"/>
              <a:defRPr b="0" i="0" sz="3200" u="none" cap="none" strike="noStrike">
                <a:solidFill>
                  <a:schemeClr val="dk1"/>
                </a:solidFill>
                <a:latin typeface="Tahoma"/>
                <a:ea typeface="Tahoma"/>
                <a:cs typeface="Tahoma"/>
                <a:sym typeface="Tahoma"/>
              </a:defRPr>
            </a:lvl3pPr>
            <a:lvl4pPr indent="-323850" lvl="3" marL="1828800" marR="0" algn="l">
              <a:lnSpc>
                <a:spcPct val="115000"/>
              </a:lnSpc>
              <a:spcBef>
                <a:spcPts val="500"/>
              </a:spcBef>
              <a:spcAft>
                <a:spcPts val="0"/>
              </a:spcAft>
              <a:buClr>
                <a:schemeClr val="accent2"/>
              </a:buClr>
              <a:buSzPts val="1500"/>
              <a:buFont typeface="Noto Sans Symbols"/>
              <a:buChar char="■"/>
              <a:defRPr b="0" i="0" sz="2700" u="none" cap="none" strike="noStrike">
                <a:solidFill>
                  <a:schemeClr val="dk1"/>
                </a:solidFill>
                <a:latin typeface="Tahoma"/>
                <a:ea typeface="Tahoma"/>
                <a:cs typeface="Tahoma"/>
                <a:sym typeface="Tahoma"/>
              </a:defRPr>
            </a:lvl4pPr>
            <a:lvl5pPr indent="-311150" lvl="4" marL="22860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5pPr>
            <a:lvl6pPr indent="-311150" lvl="5" marL="27432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6pPr>
            <a:lvl7pPr indent="-311150" lvl="6" marL="32004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7pPr>
            <a:lvl8pPr indent="-311150" lvl="7" marL="36576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8pPr>
            <a:lvl9pPr indent="-311150" lvl="8" marL="41148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9pPr>
          </a:lstStyle>
          <a:p/>
        </p:txBody>
      </p:sp>
      <p:sp>
        <p:nvSpPr>
          <p:cNvPr id="31" name="Google Shape;31;gbbda25c5c6_0_185"/>
          <p:cNvSpPr txBox="1"/>
          <p:nvPr>
            <p:ph idx="12" type="sldNum"/>
          </p:nvPr>
        </p:nvSpPr>
        <p:spPr>
          <a:xfrm>
            <a:off x="-101600" y="6400800"/>
            <a:ext cx="2540100" cy="457200"/>
          </a:xfrm>
          <a:prstGeom prst="rect">
            <a:avLst/>
          </a:prstGeom>
          <a:noFill/>
          <a:ln>
            <a:noFill/>
          </a:ln>
        </p:spPr>
        <p:txBody>
          <a:bodyPr anchorCtr="0" anchor="b" bIns="60925" lIns="121900" spcFirstLastPara="1" rIns="121900" wrap="square" tIns="60925">
            <a:noAutofit/>
          </a:bodyPr>
          <a:lstStyle>
            <a:lvl1pPr indent="0" lvl="0"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19.</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2" name="Shape 32"/>
        <p:cNvGrpSpPr/>
        <p:nvPr/>
      </p:nvGrpSpPr>
      <p:grpSpPr>
        <a:xfrm>
          <a:off x="0" y="0"/>
          <a:ext cx="0" cy="0"/>
          <a:chOff x="0" y="0"/>
          <a:chExt cx="0" cy="0"/>
        </a:xfrm>
      </p:grpSpPr>
      <p:sp>
        <p:nvSpPr>
          <p:cNvPr id="33" name="Google Shape;33;g31d3c0017c5_0_529"/>
          <p:cNvSpPr txBox="1"/>
          <p:nvPr>
            <p:ph type="title"/>
          </p:nvPr>
        </p:nvSpPr>
        <p:spPr>
          <a:xfrm>
            <a:off x="960000" y="593367"/>
            <a:ext cx="102720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4" name="Google Shape;34;g31d3c0017c5_0_529"/>
          <p:cNvSpPr txBox="1"/>
          <p:nvPr>
            <p:ph idx="1" type="subTitle"/>
          </p:nvPr>
        </p:nvSpPr>
        <p:spPr>
          <a:xfrm>
            <a:off x="950967" y="2722033"/>
            <a:ext cx="7437900" cy="808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 name="Google Shape;35;g31d3c0017c5_0_529"/>
          <p:cNvSpPr txBox="1"/>
          <p:nvPr>
            <p:ph idx="2" type="subTitle"/>
          </p:nvPr>
        </p:nvSpPr>
        <p:spPr>
          <a:xfrm>
            <a:off x="950967" y="4488867"/>
            <a:ext cx="7437900" cy="856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6" name="Google Shape;36;g31d3c0017c5_0_529"/>
          <p:cNvSpPr txBox="1"/>
          <p:nvPr>
            <p:ph idx="3" type="subTitle"/>
          </p:nvPr>
        </p:nvSpPr>
        <p:spPr>
          <a:xfrm>
            <a:off x="950967" y="2239200"/>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sp>
        <p:nvSpPr>
          <p:cNvPr id="37" name="Google Shape;37;g31d3c0017c5_0_529"/>
          <p:cNvSpPr txBox="1"/>
          <p:nvPr>
            <p:ph idx="4" type="subTitle"/>
          </p:nvPr>
        </p:nvSpPr>
        <p:spPr>
          <a:xfrm>
            <a:off x="950967" y="4054067"/>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grpSp>
        <p:nvGrpSpPr>
          <p:cNvPr id="38" name="Google Shape;38;g31d3c0017c5_0_529"/>
          <p:cNvGrpSpPr/>
          <p:nvPr/>
        </p:nvGrpSpPr>
        <p:grpSpPr>
          <a:xfrm flipH="1" rot="-5400000">
            <a:off x="8318748" y="1376863"/>
            <a:ext cx="6695882" cy="6352440"/>
            <a:chOff x="4571988" y="2268212"/>
            <a:chExt cx="5022034" cy="4764449"/>
          </a:xfrm>
        </p:grpSpPr>
        <p:pic>
          <p:nvPicPr>
            <p:cNvPr id="39" name="Google Shape;39;g31d3c0017c5_0_529"/>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40" name="Google Shape;40;g31d3c0017c5_0_529"/>
            <p:cNvGrpSpPr/>
            <p:nvPr/>
          </p:nvGrpSpPr>
          <p:grpSpPr>
            <a:xfrm rot="10800000">
              <a:off x="4571988" y="2268212"/>
              <a:ext cx="5022034" cy="4764449"/>
              <a:chOff x="-494405" y="-1584825"/>
              <a:chExt cx="4397193" cy="4171657"/>
            </a:xfrm>
          </p:grpSpPr>
          <p:grpSp>
            <p:nvGrpSpPr>
              <p:cNvPr id="41" name="Google Shape;41;g31d3c0017c5_0_529"/>
              <p:cNvGrpSpPr/>
              <p:nvPr/>
            </p:nvGrpSpPr>
            <p:grpSpPr>
              <a:xfrm>
                <a:off x="245875" y="-51824"/>
                <a:ext cx="208200" cy="1824700"/>
                <a:chOff x="1040050" y="3812126"/>
                <a:chExt cx="208200" cy="1824700"/>
              </a:xfrm>
            </p:grpSpPr>
            <p:sp>
              <p:nvSpPr>
                <p:cNvPr id="42" name="Google Shape;42;g31d3c0017c5_0_52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3137"/>
                      </a:srgbClr>
                    </a:gs>
                    <a:gs pos="100000">
                      <a:srgbClr val="FFFFFF">
                        <a:alpha val="43137"/>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 name="Google Shape;43;g31d3c0017c5_0_52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3137"/>
                      </a:srgbClr>
                    </a:gs>
                    <a:gs pos="78000">
                      <a:srgbClr val="F5F8FF">
                        <a:alpha val="43137"/>
                      </a:srgbClr>
                    </a:gs>
                    <a:gs pos="100000">
                      <a:srgbClr val="F5F8FF">
                        <a:alpha val="43137"/>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4" name="Google Shape;44;g31d3c0017c5_0_529"/>
              <p:cNvGrpSpPr/>
              <p:nvPr/>
            </p:nvGrpSpPr>
            <p:grpSpPr>
              <a:xfrm rot="-8100000">
                <a:off x="540898" y="-1172741"/>
                <a:ext cx="2552124" cy="3347490"/>
                <a:chOff x="2976325" y="908175"/>
                <a:chExt cx="4028179" cy="5283555"/>
              </a:xfrm>
            </p:grpSpPr>
            <p:sp>
              <p:nvSpPr>
                <p:cNvPr id="45" name="Google Shape;45;g31d3c0017c5_0_52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6" name="Google Shape;46;g31d3c0017c5_0_52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7" name="Google Shape;47;g31d3c0017c5_0_52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8" name="Google Shape;48;g31d3c0017c5_0_529"/>
              <p:cNvGrpSpPr/>
              <p:nvPr/>
            </p:nvGrpSpPr>
            <p:grpSpPr>
              <a:xfrm>
                <a:off x="-1" y="621223"/>
                <a:ext cx="699940" cy="478601"/>
                <a:chOff x="39723" y="4349022"/>
                <a:chExt cx="1061964" cy="726143"/>
              </a:xfrm>
            </p:grpSpPr>
            <p:grpSp>
              <p:nvGrpSpPr>
                <p:cNvPr id="49" name="Google Shape;49;g31d3c0017c5_0_529"/>
                <p:cNvGrpSpPr/>
                <p:nvPr/>
              </p:nvGrpSpPr>
              <p:grpSpPr>
                <a:xfrm rot="2700000">
                  <a:off x="140502" y="4460925"/>
                  <a:ext cx="524584" cy="502337"/>
                  <a:chOff x="1189791" y="-1767331"/>
                  <a:chExt cx="904284" cy="865933"/>
                </a:xfrm>
              </p:grpSpPr>
              <p:sp>
                <p:nvSpPr>
                  <p:cNvPr id="50" name="Google Shape;5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705"/>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51" name="Google Shape;51;g31d3c0017c5_0_529"/>
                  <p:cNvGrpSpPr/>
                  <p:nvPr/>
                </p:nvGrpSpPr>
                <p:grpSpPr>
                  <a:xfrm>
                    <a:off x="1232795" y="-1740829"/>
                    <a:ext cx="717622" cy="717393"/>
                    <a:chOff x="1483457" y="3953671"/>
                    <a:chExt cx="717622" cy="717393"/>
                  </a:xfrm>
                </p:grpSpPr>
                <p:sp>
                  <p:nvSpPr>
                    <p:cNvPr id="52" name="Google Shape;5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 name="Google Shape;5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 name="Google Shape;5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 name="Google Shape;5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57" name="Google Shape;5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745"/>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58" name="Google Shape;58;g31d3c0017c5_0_529"/>
              <p:cNvGrpSpPr/>
              <p:nvPr/>
            </p:nvGrpSpPr>
            <p:grpSpPr>
              <a:xfrm>
                <a:off x="955673" y="14"/>
                <a:ext cx="592576" cy="405260"/>
                <a:chOff x="39723" y="4349022"/>
                <a:chExt cx="1061964" cy="726143"/>
              </a:xfrm>
            </p:grpSpPr>
            <p:grpSp>
              <p:nvGrpSpPr>
                <p:cNvPr id="59" name="Google Shape;59;g31d3c0017c5_0_529"/>
                <p:cNvGrpSpPr/>
                <p:nvPr/>
              </p:nvGrpSpPr>
              <p:grpSpPr>
                <a:xfrm rot="2700000">
                  <a:off x="140502" y="4460925"/>
                  <a:ext cx="524584" cy="502337"/>
                  <a:chOff x="1189791" y="-1767331"/>
                  <a:chExt cx="904284" cy="865933"/>
                </a:xfrm>
              </p:grpSpPr>
              <p:sp>
                <p:nvSpPr>
                  <p:cNvPr id="60" name="Google Shape;6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705"/>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61" name="Google Shape;61;g31d3c0017c5_0_529"/>
                  <p:cNvGrpSpPr/>
                  <p:nvPr/>
                </p:nvGrpSpPr>
                <p:grpSpPr>
                  <a:xfrm>
                    <a:off x="1232795" y="-1740829"/>
                    <a:ext cx="717622" cy="717393"/>
                    <a:chOff x="1483457" y="3953671"/>
                    <a:chExt cx="717622" cy="717393"/>
                  </a:xfrm>
                </p:grpSpPr>
                <p:sp>
                  <p:nvSpPr>
                    <p:cNvPr id="62" name="Google Shape;6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 name="Google Shape;6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 name="Google Shape;6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 name="Google Shape;6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67" name="Google Shape;6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745"/>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68" name="Google Shape;68;g31d3c0017c5_0_529"/>
              <p:cNvGrpSpPr/>
              <p:nvPr/>
            </p:nvGrpSpPr>
            <p:grpSpPr>
              <a:xfrm>
                <a:off x="441574" y="-36652"/>
                <a:ext cx="699940" cy="478601"/>
                <a:chOff x="39723" y="4349022"/>
                <a:chExt cx="1061964" cy="726143"/>
              </a:xfrm>
            </p:grpSpPr>
            <p:grpSp>
              <p:nvGrpSpPr>
                <p:cNvPr id="69" name="Google Shape;69;g31d3c0017c5_0_529"/>
                <p:cNvGrpSpPr/>
                <p:nvPr/>
              </p:nvGrpSpPr>
              <p:grpSpPr>
                <a:xfrm rot="2700000">
                  <a:off x="140502" y="4460925"/>
                  <a:ext cx="524584" cy="502337"/>
                  <a:chOff x="1189791" y="-1767331"/>
                  <a:chExt cx="904284" cy="865933"/>
                </a:xfrm>
              </p:grpSpPr>
              <p:sp>
                <p:nvSpPr>
                  <p:cNvPr id="70" name="Google Shape;7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705"/>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71" name="Google Shape;71;g31d3c0017c5_0_529"/>
                  <p:cNvGrpSpPr/>
                  <p:nvPr/>
                </p:nvGrpSpPr>
                <p:grpSpPr>
                  <a:xfrm>
                    <a:off x="1232795" y="-1740829"/>
                    <a:ext cx="717622" cy="717393"/>
                    <a:chOff x="1483457" y="3953671"/>
                    <a:chExt cx="717622" cy="717393"/>
                  </a:xfrm>
                </p:grpSpPr>
                <p:sp>
                  <p:nvSpPr>
                    <p:cNvPr id="72" name="Google Shape;7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 name="Google Shape;7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5" name="Google Shape;7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6" name="Google Shape;7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77" name="Google Shape;7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745"/>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78" name="Google Shape;78;g31d3c0017c5_0_529"/>
              <p:cNvGrpSpPr/>
              <p:nvPr/>
            </p:nvGrpSpPr>
            <p:grpSpPr>
              <a:xfrm>
                <a:off x="-494405" y="-252396"/>
                <a:ext cx="1741563" cy="1288563"/>
                <a:chOff x="-494405" y="-252396"/>
                <a:chExt cx="1741563" cy="1288563"/>
              </a:xfrm>
            </p:grpSpPr>
            <p:sp>
              <p:nvSpPr>
                <p:cNvPr id="79" name="Google Shape;79;g31d3c0017c5_0_52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0" name="Google Shape;80;g31d3c0017c5_0_52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grpSp>
          <p:nvGrpSpPr>
            <p:cNvPr id="81" name="Google Shape;81;g31d3c0017c5_0_529"/>
            <p:cNvGrpSpPr/>
            <p:nvPr/>
          </p:nvGrpSpPr>
          <p:grpSpPr>
            <a:xfrm>
              <a:off x="5643425" y="4968525"/>
              <a:ext cx="439200" cy="439100"/>
              <a:chOff x="1101075" y="2142375"/>
              <a:chExt cx="439200" cy="439100"/>
            </a:xfrm>
          </p:grpSpPr>
          <p:sp>
            <p:nvSpPr>
              <p:cNvPr id="82" name="Google Shape;82;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745"/>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3" name="Google Shape;83;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745"/>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pic>
        <p:nvPicPr>
          <p:cNvPr id="84" name="Google Shape;84;g31d3c0017c5_0_529"/>
          <p:cNvPicPr preferRelativeResize="0"/>
          <p:nvPr/>
        </p:nvPicPr>
        <p:blipFill rotWithShape="1">
          <a:blip r:embed="rId2">
            <a:alphaModFix/>
          </a:blip>
          <a:srcRect b="26177" l="16960" r="7121" t="24718"/>
          <a:stretch/>
        </p:blipFill>
        <p:spPr>
          <a:xfrm rot="5400000">
            <a:off x="-1910466" y="1177267"/>
            <a:ext cx="3255933" cy="2484998"/>
          </a:xfrm>
          <a:prstGeom prst="rect">
            <a:avLst/>
          </a:prstGeom>
          <a:noFill/>
          <a:ln>
            <a:noFill/>
          </a:ln>
        </p:spPr>
      </p:pic>
      <p:grpSp>
        <p:nvGrpSpPr>
          <p:cNvPr id="85" name="Google Shape;85;g31d3c0017c5_0_529"/>
          <p:cNvGrpSpPr/>
          <p:nvPr/>
        </p:nvGrpSpPr>
        <p:grpSpPr>
          <a:xfrm rot="10800000">
            <a:off x="8061112" y="317406"/>
            <a:ext cx="6078471" cy="178796"/>
            <a:chOff x="796100" y="3019701"/>
            <a:chExt cx="4558967" cy="134100"/>
          </a:xfrm>
        </p:grpSpPr>
        <p:sp>
          <p:nvSpPr>
            <p:cNvPr id="86" name="Google Shape;86;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87" name="Google Shape;87;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88" name="Google Shape;88;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89" name="Google Shape;89;g31d3c0017c5_0_529"/>
          <p:cNvGrpSpPr/>
          <p:nvPr/>
        </p:nvGrpSpPr>
        <p:grpSpPr>
          <a:xfrm>
            <a:off x="-1524962" y="5234388"/>
            <a:ext cx="6078471" cy="2023665"/>
            <a:chOff x="-1143750" y="3849687"/>
            <a:chExt cx="4558967" cy="1517787"/>
          </a:xfrm>
        </p:grpSpPr>
        <p:grpSp>
          <p:nvGrpSpPr>
            <p:cNvPr id="90" name="Google Shape;90;g31d3c0017c5_0_529"/>
            <p:cNvGrpSpPr/>
            <p:nvPr/>
          </p:nvGrpSpPr>
          <p:grpSpPr>
            <a:xfrm rot="5400000">
              <a:off x="-805838" y="4155104"/>
              <a:ext cx="1517787" cy="906953"/>
              <a:chOff x="-55500" y="4835979"/>
              <a:chExt cx="1517787" cy="906953"/>
            </a:xfrm>
          </p:grpSpPr>
          <p:sp>
            <p:nvSpPr>
              <p:cNvPr id="91" name="Google Shape;91;g31d3c0017c5_0_52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450"/>
                    </a:srgbClr>
                  </a:gs>
                  <a:gs pos="22000">
                    <a:srgbClr val="F5F8FF">
                      <a:alpha val="27450"/>
                    </a:srgbClr>
                  </a:gs>
                  <a:gs pos="45000">
                    <a:srgbClr val="FFFFFF">
                      <a:alpha val="27450"/>
                    </a:srgbClr>
                  </a:gs>
                  <a:gs pos="100000">
                    <a:srgbClr val="0C0A9E">
                      <a:alpha val="27450"/>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2" name="Google Shape;92;g31d3c0017c5_0_52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6274"/>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1d3c0017c5_0_52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450"/>
                    </a:srgbClr>
                  </a:gs>
                  <a:gs pos="22000">
                    <a:srgbClr val="F5F8FF">
                      <a:alpha val="27450"/>
                    </a:srgbClr>
                  </a:gs>
                  <a:gs pos="45000">
                    <a:srgbClr val="FFFFFF">
                      <a:alpha val="27450"/>
                    </a:srgbClr>
                  </a:gs>
                  <a:gs pos="100000">
                    <a:srgbClr val="0C0A9E">
                      <a:alpha val="27450"/>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4" name="Google Shape;94;g31d3c0017c5_0_52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6274"/>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95" name="Google Shape;95;g31d3c0017c5_0_529"/>
            <p:cNvGrpSpPr/>
            <p:nvPr/>
          </p:nvGrpSpPr>
          <p:grpSpPr>
            <a:xfrm>
              <a:off x="-549966" y="3946425"/>
              <a:ext cx="2833357" cy="1421047"/>
              <a:chOff x="-677366" y="4067275"/>
              <a:chExt cx="2833357" cy="1421047"/>
            </a:xfrm>
          </p:grpSpPr>
          <p:sp>
            <p:nvSpPr>
              <p:cNvPr id="96" name="Google Shape;96;g31d3c0017c5_0_52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97" name="Google Shape;97;g31d3c0017c5_0_529"/>
              <p:cNvGrpSpPr/>
              <p:nvPr/>
            </p:nvGrpSpPr>
            <p:grpSpPr>
              <a:xfrm>
                <a:off x="317735" y="4614472"/>
                <a:ext cx="161977" cy="161940"/>
                <a:chOff x="1101075" y="2142375"/>
                <a:chExt cx="439200" cy="439100"/>
              </a:xfrm>
            </p:grpSpPr>
            <p:sp>
              <p:nvSpPr>
                <p:cNvPr id="98" name="Google Shape;98;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9" name="Google Shape;99;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100" name="Google Shape;100;g31d3c0017c5_0_529"/>
              <p:cNvGrpSpPr/>
              <p:nvPr/>
            </p:nvGrpSpPr>
            <p:grpSpPr>
              <a:xfrm rot="10800000">
                <a:off x="1700151" y="5032693"/>
                <a:ext cx="161977" cy="161940"/>
                <a:chOff x="1101075" y="2142375"/>
                <a:chExt cx="439200" cy="439100"/>
              </a:xfrm>
            </p:grpSpPr>
            <p:sp>
              <p:nvSpPr>
                <p:cNvPr id="101" name="Google Shape;101;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2" name="Google Shape;102;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103" name="Google Shape;103;g31d3c0017c5_0_529"/>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104" name="Google Shape;104;g31d3c0017c5_0_529"/>
            <p:cNvGrpSpPr/>
            <p:nvPr/>
          </p:nvGrpSpPr>
          <p:grpSpPr>
            <a:xfrm>
              <a:off x="-1143750" y="4741576"/>
              <a:ext cx="4558967" cy="134100"/>
              <a:chOff x="796100" y="3019701"/>
              <a:chExt cx="4558967" cy="134100"/>
            </a:xfrm>
          </p:grpSpPr>
          <p:sp>
            <p:nvSpPr>
              <p:cNvPr id="105" name="Google Shape;105;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106" name="Google Shape;106;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07" name="Google Shape;107;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gbbda25c5c6_0_18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gbbda25c5c6_0_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gbbda25c5c6_0_18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gbbda25c5c6_0_192"/>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5" name="Google Shape;115;gbbda25c5c6_0_192"/>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gbbda25c5c6_0_19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8" name="Google Shape;118;gbbda25c5c6_0_19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19" name="Google Shape;119;gbbda25c5c6_0_19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0" name="Google Shape;120;gbbda25c5c6_0_19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gbbda25c5c6_0_20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23" name="Google Shape;123;gbbda25c5c6_0_20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4" name="Google Shape;124;gbbda25c5c6_0_200"/>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5" name="Shape 125"/>
        <p:cNvGrpSpPr/>
        <p:nvPr/>
      </p:nvGrpSpPr>
      <p:grpSpPr>
        <a:xfrm>
          <a:off x="0" y="0"/>
          <a:ext cx="0" cy="0"/>
          <a:chOff x="0" y="0"/>
          <a:chExt cx="0" cy="0"/>
        </a:xfrm>
      </p:grpSpPr>
      <p:sp>
        <p:nvSpPr>
          <p:cNvPr id="126" name="Google Shape;126;gbbda25c5c6_0_20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27" name="Google Shape;127;gbbda25c5c6_0_204"/>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sp>
        <p:nvSpPr>
          <p:cNvPr id="129" name="Google Shape;129;gbbda25c5c6_0_20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0" name="Google Shape;130;gbbda25c5c6_0_20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1" name="Google Shape;131;gbbda25c5c6_0_20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gbbda25c5c6_0_20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3" name="Google Shape;133;gbbda25c5c6_0_207"/>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 name="Shape 134"/>
        <p:cNvGrpSpPr/>
        <p:nvPr/>
      </p:nvGrpSpPr>
      <p:grpSpPr>
        <a:xfrm>
          <a:off x="0" y="0"/>
          <a:ext cx="0" cy="0"/>
          <a:chOff x="0" y="0"/>
          <a:chExt cx="0" cy="0"/>
        </a:xfrm>
      </p:grpSpPr>
      <p:sp>
        <p:nvSpPr>
          <p:cNvPr id="135" name="Google Shape;135;gbbda25c5c6_0_2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36" name="Google Shape;136;gbbda25c5c6_0_21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7" name="Shape 137"/>
        <p:cNvGrpSpPr/>
        <p:nvPr/>
      </p:nvGrpSpPr>
      <p:grpSpPr>
        <a:xfrm>
          <a:off x="0" y="0"/>
          <a:ext cx="0" cy="0"/>
          <a:chOff x="0" y="0"/>
          <a:chExt cx="0" cy="0"/>
        </a:xfrm>
      </p:grpSpPr>
      <p:sp>
        <p:nvSpPr>
          <p:cNvPr id="138" name="Google Shape;138;gbbda25c5c6_0_21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39" name="Google Shape;139;gbbda25c5c6_0_21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140" name="Google Shape;140;gbbda25c5c6_0_216"/>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45" name="Shape 145"/>
        <p:cNvGrpSpPr/>
        <p:nvPr/>
      </p:nvGrpSpPr>
      <p:grpSpPr>
        <a:xfrm>
          <a:off x="0" y="0"/>
          <a:ext cx="0" cy="0"/>
          <a:chOff x="0" y="0"/>
          <a:chExt cx="0" cy="0"/>
        </a:xfrm>
      </p:grpSpPr>
      <p:sp>
        <p:nvSpPr>
          <p:cNvPr id="146" name="Google Shape;146;gbc34c55794_0_173"/>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7" name="Shape 147"/>
        <p:cNvGrpSpPr/>
        <p:nvPr/>
      </p:nvGrpSpPr>
      <p:grpSpPr>
        <a:xfrm>
          <a:off x="0" y="0"/>
          <a:ext cx="0" cy="0"/>
          <a:chOff x="0" y="0"/>
          <a:chExt cx="0" cy="0"/>
        </a:xfrm>
      </p:grpSpPr>
      <p:sp>
        <p:nvSpPr>
          <p:cNvPr id="148" name="Google Shape;148;gbc34c55794_0_13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gbc34c55794_0_13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50" name="Google Shape;150;gbc34c55794_0_1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bc34c55794_0_13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3" name="Google Shape;153;gbc34c55794_0_1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4" name="Shape 154"/>
        <p:cNvGrpSpPr/>
        <p:nvPr/>
      </p:nvGrpSpPr>
      <p:grpSpPr>
        <a:xfrm>
          <a:off x="0" y="0"/>
          <a:ext cx="0" cy="0"/>
          <a:chOff x="0" y="0"/>
          <a:chExt cx="0" cy="0"/>
        </a:xfrm>
      </p:grpSpPr>
      <p:sp>
        <p:nvSpPr>
          <p:cNvPr id="155" name="Google Shape;155;gbc34c55794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6" name="Google Shape;156;gbc34c55794_0_13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57" name="Google Shape;157;gbc34c55794_0_1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8" name="Shape 158"/>
        <p:cNvGrpSpPr/>
        <p:nvPr/>
      </p:nvGrpSpPr>
      <p:grpSpPr>
        <a:xfrm>
          <a:off x="0" y="0"/>
          <a:ext cx="0" cy="0"/>
          <a:chOff x="0" y="0"/>
          <a:chExt cx="0" cy="0"/>
        </a:xfrm>
      </p:grpSpPr>
      <p:sp>
        <p:nvSpPr>
          <p:cNvPr id="159" name="Google Shape;159;gbc34c55794_0_1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0" name="Google Shape;160;gbc34c55794_0_14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1" name="Google Shape;161;gbc34c55794_0_143"/>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2" name="Google Shape;162;gbc34c55794_0_14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gbc34c55794_0_14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5" name="Google Shape;165;gbc34c55794_0_1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6" name="Shape 166"/>
        <p:cNvGrpSpPr/>
        <p:nvPr/>
      </p:nvGrpSpPr>
      <p:grpSpPr>
        <a:xfrm>
          <a:off x="0" y="0"/>
          <a:ext cx="0" cy="0"/>
          <a:chOff x="0" y="0"/>
          <a:chExt cx="0" cy="0"/>
        </a:xfrm>
      </p:grpSpPr>
      <p:sp>
        <p:nvSpPr>
          <p:cNvPr id="167" name="Google Shape;167;gbc34c55794_0_151"/>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8" name="Google Shape;168;gbc34c55794_0_151"/>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9" name="Google Shape;169;gbc34c55794_0_1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0" name="Shape 170"/>
        <p:cNvGrpSpPr/>
        <p:nvPr/>
      </p:nvGrpSpPr>
      <p:grpSpPr>
        <a:xfrm>
          <a:off x="0" y="0"/>
          <a:ext cx="0" cy="0"/>
          <a:chOff x="0" y="0"/>
          <a:chExt cx="0" cy="0"/>
        </a:xfrm>
      </p:grpSpPr>
      <p:sp>
        <p:nvSpPr>
          <p:cNvPr id="171" name="Google Shape;171;gbc34c55794_0_155"/>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72" name="Google Shape;172;gbc34c55794_0_1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3" name="Shape 173"/>
        <p:cNvGrpSpPr/>
        <p:nvPr/>
      </p:nvGrpSpPr>
      <p:grpSpPr>
        <a:xfrm>
          <a:off x="0" y="0"/>
          <a:ext cx="0" cy="0"/>
          <a:chOff x="0" y="0"/>
          <a:chExt cx="0" cy="0"/>
        </a:xfrm>
      </p:grpSpPr>
      <p:sp>
        <p:nvSpPr>
          <p:cNvPr id="174" name="Google Shape;174;gbc34c55794_0_1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bc34c55794_0_158"/>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76" name="Google Shape;176;gbc34c55794_0_158"/>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7" name="Google Shape;177;gbc34c55794_0_158"/>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78" name="Google Shape;178;gbc34c55794_0_1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gbc34c55794_0_164"/>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81" name="Google Shape;181;gbc34c55794_0_1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sp>
        <p:nvSpPr>
          <p:cNvPr id="183" name="Google Shape;183;gbc34c55794_0_167"/>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84" name="Google Shape;184;gbc34c55794_0_167"/>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185" name="Google Shape;185;gbc34c55794_0_16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gbc34c55794_0_17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188" name="Shape 188"/>
        <p:cNvGrpSpPr/>
        <p:nvPr/>
      </p:nvGrpSpPr>
      <p:grpSpPr>
        <a:xfrm>
          <a:off x="0" y="0"/>
          <a:ext cx="0" cy="0"/>
          <a:chOff x="0" y="0"/>
          <a:chExt cx="0" cy="0"/>
        </a:xfrm>
      </p:grpSpPr>
      <p:sp>
        <p:nvSpPr>
          <p:cNvPr id="189" name="Google Shape;189;gbc34c55794_0_175"/>
          <p:cNvSpPr txBox="1"/>
          <p:nvPr>
            <p:ph idx="1" type="body"/>
          </p:nvPr>
        </p:nvSpPr>
        <p:spPr>
          <a:xfrm>
            <a:off x="517092" y="974040"/>
            <a:ext cx="11157900" cy="231300"/>
          </a:xfrm>
          <a:prstGeom prst="rect">
            <a:avLst/>
          </a:prstGeom>
          <a:noFill/>
          <a:ln>
            <a:noFill/>
          </a:ln>
        </p:spPr>
        <p:txBody>
          <a:bodyPr anchorCtr="0" anchor="ctr" bIns="0" lIns="0" spcFirstLastPara="1" rIns="0" wrap="square" tIns="0">
            <a:noAutofit/>
          </a:bodyPr>
          <a:lstStyle>
            <a:lvl1pPr indent="-228600" lvl="0" marL="457200" marR="0" algn="l">
              <a:lnSpc>
                <a:spcPct val="115000"/>
              </a:lnSpc>
              <a:spcBef>
                <a:spcPts val="300"/>
              </a:spcBef>
              <a:spcAft>
                <a:spcPts val="0"/>
              </a:spcAft>
              <a:buClr>
                <a:srgbClr val="7F7F7F"/>
              </a:buClr>
              <a:buSzPts val="1500"/>
              <a:buFont typeface="Arial"/>
              <a:buNone/>
              <a:defRPr b="0" i="0" sz="1500" u="none" cap="none" strike="noStrike">
                <a:solidFill>
                  <a:srgbClr val="7F7F7F"/>
                </a:solidFill>
                <a:latin typeface="Roboto"/>
                <a:ea typeface="Roboto"/>
                <a:cs typeface="Roboto"/>
                <a:sym typeface="Roboto"/>
              </a:defRPr>
            </a:lvl1pPr>
            <a:lvl2pPr indent="-228600" lvl="1" marL="914400" marR="0" algn="l">
              <a:lnSpc>
                <a:spcPct val="115000"/>
              </a:lnSpc>
              <a:spcBef>
                <a:spcPts val="2100"/>
              </a:spcBef>
              <a:spcAft>
                <a:spcPts val="0"/>
              </a:spcAft>
              <a:buClr>
                <a:schemeClr val="dk1"/>
              </a:buClr>
              <a:buSzPts val="1600"/>
              <a:buFont typeface="Arial"/>
              <a:buNone/>
              <a:defRPr b="0" i="0" sz="1600" u="none" cap="none" strike="noStrike">
                <a:solidFill>
                  <a:schemeClr val="dk1"/>
                </a:solidFill>
                <a:latin typeface="Roboto"/>
                <a:ea typeface="Roboto"/>
                <a:cs typeface="Roboto"/>
                <a:sym typeface="Roboto"/>
              </a:defRPr>
            </a:lvl2pPr>
            <a:lvl3pPr indent="-228600" lvl="2" marL="1371600" marR="0" algn="l">
              <a:lnSpc>
                <a:spcPct val="115000"/>
              </a:lnSpc>
              <a:spcBef>
                <a:spcPts val="2100"/>
              </a:spcBef>
              <a:spcAft>
                <a:spcPts val="0"/>
              </a:spcAft>
              <a:buClr>
                <a:schemeClr val="dk1"/>
              </a:buClr>
              <a:buSzPts val="1300"/>
              <a:buFont typeface="Arial"/>
              <a:buNone/>
              <a:defRPr b="0" i="0" sz="1300" u="none" cap="none" strike="noStrike">
                <a:solidFill>
                  <a:schemeClr val="dk1"/>
                </a:solidFill>
                <a:latin typeface="Roboto"/>
                <a:ea typeface="Roboto"/>
                <a:cs typeface="Roboto"/>
                <a:sym typeface="Roboto"/>
              </a:defRPr>
            </a:lvl3pPr>
            <a:lvl4pPr indent="-228600" lvl="3" marL="18288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4pPr>
            <a:lvl5pPr indent="-228600" lvl="4" marL="22860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5pPr>
            <a:lvl6pPr indent="-228600" lvl="5" marL="27432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6pPr>
            <a:lvl7pPr indent="-228600" lvl="6" marL="32004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7pPr>
            <a:lvl8pPr indent="-228600" lvl="7" marL="36576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8pPr>
            <a:lvl9pPr indent="-228600" lvl="8" marL="4114800" marR="0" algn="l">
              <a:lnSpc>
                <a:spcPct val="115000"/>
              </a:lnSpc>
              <a:spcBef>
                <a:spcPts val="2100"/>
              </a:spcBef>
              <a:spcAft>
                <a:spcPts val="2100"/>
              </a:spcAft>
              <a:buClr>
                <a:schemeClr val="dk1"/>
              </a:buClr>
              <a:buSzPts val="1200"/>
              <a:buFont typeface="Arial"/>
              <a:buNone/>
              <a:defRPr b="0" i="0" sz="1200" u="none" cap="none" strike="noStrike">
                <a:solidFill>
                  <a:schemeClr val="dk1"/>
                </a:solidFill>
                <a:latin typeface="Roboto"/>
                <a:ea typeface="Roboto"/>
                <a:cs typeface="Roboto"/>
                <a:sym typeface="Roboto"/>
              </a:defRPr>
            </a:lvl9pPr>
          </a:lstStyle>
          <a:p/>
        </p:txBody>
      </p:sp>
      <p:sp>
        <p:nvSpPr>
          <p:cNvPr id="190" name="Google Shape;190;gbc34c55794_0_175"/>
          <p:cNvSpPr txBox="1"/>
          <p:nvPr>
            <p:ph type="title"/>
          </p:nvPr>
        </p:nvSpPr>
        <p:spPr>
          <a:xfrm>
            <a:off x="517092" y="376815"/>
            <a:ext cx="11157900" cy="546000"/>
          </a:xfrm>
          <a:prstGeom prst="rect">
            <a:avLst/>
          </a:prstGeom>
          <a:noFill/>
          <a:ln>
            <a:noFill/>
          </a:ln>
        </p:spPr>
        <p:txBody>
          <a:bodyPr anchorCtr="0" anchor="ctr" bIns="0" lIns="0" spcFirstLastPara="1" rIns="0" wrap="square" tIns="0">
            <a:noAutofit/>
          </a:bodyPr>
          <a:lstStyle>
            <a:lvl1pPr lvl="0" marR="0" algn="l">
              <a:lnSpc>
                <a:spcPct val="100000"/>
              </a:lnSpc>
              <a:spcBef>
                <a:spcPts val="0"/>
              </a:spcBef>
              <a:spcAft>
                <a:spcPts val="0"/>
              </a:spcAft>
              <a:buClr>
                <a:srgbClr val="5B5B5B"/>
              </a:buClr>
              <a:buSzPts val="3700"/>
              <a:buFont typeface="Roboto"/>
              <a:buNone/>
              <a:defRPr b="0" i="0" sz="37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3700"/>
              <a:buNone/>
              <a:defRPr sz="2400"/>
            </a:lvl2pPr>
            <a:lvl3pPr lvl="2" algn="l">
              <a:lnSpc>
                <a:spcPct val="100000"/>
              </a:lnSpc>
              <a:spcBef>
                <a:spcPts val="0"/>
              </a:spcBef>
              <a:spcAft>
                <a:spcPts val="0"/>
              </a:spcAft>
              <a:buSzPts val="3700"/>
              <a:buNone/>
              <a:defRPr sz="2400"/>
            </a:lvl3pPr>
            <a:lvl4pPr lvl="3" algn="l">
              <a:lnSpc>
                <a:spcPct val="100000"/>
              </a:lnSpc>
              <a:spcBef>
                <a:spcPts val="0"/>
              </a:spcBef>
              <a:spcAft>
                <a:spcPts val="0"/>
              </a:spcAft>
              <a:buSzPts val="3700"/>
              <a:buNone/>
              <a:defRPr sz="2400"/>
            </a:lvl4pPr>
            <a:lvl5pPr lvl="4" algn="l">
              <a:lnSpc>
                <a:spcPct val="100000"/>
              </a:lnSpc>
              <a:spcBef>
                <a:spcPts val="0"/>
              </a:spcBef>
              <a:spcAft>
                <a:spcPts val="0"/>
              </a:spcAft>
              <a:buSzPts val="3700"/>
              <a:buNone/>
              <a:defRPr sz="2400"/>
            </a:lvl5pPr>
            <a:lvl6pPr lvl="5" algn="l">
              <a:lnSpc>
                <a:spcPct val="100000"/>
              </a:lnSpc>
              <a:spcBef>
                <a:spcPts val="0"/>
              </a:spcBef>
              <a:spcAft>
                <a:spcPts val="0"/>
              </a:spcAft>
              <a:buSzPts val="3700"/>
              <a:buNone/>
              <a:defRPr sz="2400"/>
            </a:lvl6pPr>
            <a:lvl7pPr lvl="6" algn="l">
              <a:lnSpc>
                <a:spcPct val="100000"/>
              </a:lnSpc>
              <a:spcBef>
                <a:spcPts val="0"/>
              </a:spcBef>
              <a:spcAft>
                <a:spcPts val="0"/>
              </a:spcAft>
              <a:buSzPts val="3700"/>
              <a:buNone/>
              <a:defRPr sz="2400"/>
            </a:lvl7pPr>
            <a:lvl8pPr lvl="7" algn="l">
              <a:lnSpc>
                <a:spcPct val="100000"/>
              </a:lnSpc>
              <a:spcBef>
                <a:spcPts val="0"/>
              </a:spcBef>
              <a:spcAft>
                <a:spcPts val="0"/>
              </a:spcAft>
              <a:buSzPts val="3700"/>
              <a:buNone/>
              <a:defRPr sz="2400"/>
            </a:lvl8pPr>
            <a:lvl9pPr lvl="8" algn="l">
              <a:lnSpc>
                <a:spcPct val="100000"/>
              </a:lnSpc>
              <a:spcBef>
                <a:spcPts val="0"/>
              </a:spcBef>
              <a:spcAft>
                <a:spcPts val="0"/>
              </a:spcAft>
              <a:buSzPts val="3700"/>
              <a:buNone/>
              <a:defRPr sz="2400"/>
            </a:lvl9pPr>
          </a:lstStyle>
          <a:p/>
        </p:txBody>
      </p:sp>
      <p:sp>
        <p:nvSpPr>
          <p:cNvPr id="191" name="Google Shape;191;gbc34c55794_0_175"/>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1.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bbda25c5c6_0_1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bbda25c5c6_0_1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bbda25c5c6_0_171"/>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1" name="Shape 141"/>
        <p:cNvGrpSpPr/>
        <p:nvPr/>
      </p:nvGrpSpPr>
      <p:grpSpPr>
        <a:xfrm>
          <a:off x="0" y="0"/>
          <a:ext cx="0" cy="0"/>
          <a:chOff x="0" y="0"/>
          <a:chExt cx="0" cy="0"/>
        </a:xfrm>
      </p:grpSpPr>
      <p:sp>
        <p:nvSpPr>
          <p:cNvPr id="142" name="Google Shape;142;gbc34c55794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43" name="Google Shape;143;gbc34c55794_0_12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44" name="Google Shape;144;gbc34c55794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mc:AlternateContent>
    <mc:Choice Requires="p14">
      <p:transition spd="slow" p14:dur="10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hyperlink" Target="https://www.dreamstime.com/information-war-hybrid-media-space-cyber-warfare-ddos-attack-fakes-hackers-cybercrime-phishing-propaganda-smartphone-image243700035" TargetMode="External"/><Relationship Id="rId5" Type="http://schemas.openxmlformats.org/officeDocument/2006/relationships/hyperlink" Target="https://www.dreamstime.com/information-war-hybrid-media-space-cyber-warfare-ddos-attack-fakes-hackers-cybercrime-phishing-propaganda-smartphone-image24370003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bbda25c5c6_0_54"/>
          <p:cNvSpPr/>
          <p:nvPr/>
        </p:nvSpPr>
        <p:spPr>
          <a:xfrm>
            <a:off x="1449900" y="2684450"/>
            <a:ext cx="10126500" cy="901800"/>
          </a:xfrm>
          <a:prstGeom prst="roundRect">
            <a:avLst>
              <a:gd fmla="val 16667" name="adj"/>
            </a:avLst>
          </a:prstGeom>
          <a:solidFill>
            <a:schemeClr val="accent3"/>
          </a:solidFill>
          <a:ln>
            <a:noFill/>
          </a:ln>
          <a:effectLst>
            <a:outerShdw blurRad="57150" rotWithShape="0" algn="bl" dir="5400000" dist="19050">
              <a:srgbClr val="000000">
                <a:alpha val="45882"/>
              </a:srgbClr>
            </a:outerShdw>
          </a:effectLst>
        </p:spPr>
        <p:txBody>
          <a:bodyPr anchorCtr="0" anchor="ctr" bIns="121900" lIns="121900" spcFirstLastPara="1" rIns="121900" wrap="square" tIns="121900">
            <a:noAutofit/>
          </a:bodyPr>
          <a:lstStyle/>
          <a:p>
            <a:pPr indent="0" lvl="0" marL="0" marR="0" rtl="0" algn="ctr">
              <a:lnSpc>
                <a:spcPct val="85000"/>
              </a:lnSpc>
              <a:spcBef>
                <a:spcPts val="0"/>
              </a:spcBef>
              <a:spcAft>
                <a:spcPts val="0"/>
              </a:spcAft>
              <a:buClr>
                <a:srgbClr val="262626"/>
              </a:buClr>
              <a:buSzPts val="8000"/>
              <a:buFont typeface="Calibri"/>
              <a:buNone/>
            </a:pPr>
            <a:r>
              <a:rPr b="1" i="0" lang="en-US" sz="3600" u="none" cap="none" strike="noStrike">
                <a:solidFill>
                  <a:schemeClr val="lt1"/>
                </a:solidFill>
                <a:latin typeface="Calibri"/>
                <a:ea typeface="Calibri"/>
                <a:cs typeface="Calibri"/>
                <a:sym typeface="Calibri"/>
              </a:rPr>
              <a:t>Information Warfare</a:t>
            </a:r>
            <a:endParaRPr b="1" i="0" sz="3600" u="none" cap="none" strike="noStrike">
              <a:solidFill>
                <a:schemeClr val="lt1"/>
              </a:solidFill>
              <a:latin typeface="Calibri"/>
              <a:ea typeface="Calibri"/>
              <a:cs typeface="Calibri"/>
              <a:sym typeface="Calibri"/>
            </a:endParaRPr>
          </a:p>
        </p:txBody>
      </p:sp>
      <p:sp>
        <p:nvSpPr>
          <p:cNvPr id="197" name="Google Shape;197;gbbda25c5c6_0_54"/>
          <p:cNvSpPr txBox="1"/>
          <p:nvPr/>
        </p:nvSpPr>
        <p:spPr>
          <a:xfrm>
            <a:off x="4406525" y="3808875"/>
            <a:ext cx="4441500" cy="476100"/>
          </a:xfrm>
          <a:prstGeom prst="rect">
            <a:avLst/>
          </a:prstGeom>
          <a:noFill/>
          <a:ln>
            <a:noFill/>
          </a:ln>
        </p:spPr>
        <p:txBody>
          <a:bodyPr anchorCtr="0" anchor="t" bIns="91425" lIns="91425" spcFirstLastPara="1" rIns="91425" wrap="square" tIns="91425">
            <a:noAutofit/>
          </a:bodyPr>
          <a:lstStyle/>
          <a:p>
            <a:pPr indent="0" lvl="0" marL="914400" marR="0" rtl="0" algn="l">
              <a:lnSpc>
                <a:spcPct val="100000"/>
              </a:lnSpc>
              <a:spcBef>
                <a:spcPts val="0"/>
              </a:spcBef>
              <a:spcAft>
                <a:spcPts val="0"/>
              </a:spcAft>
              <a:buClr>
                <a:srgbClr val="000000"/>
              </a:buClr>
              <a:buSzPts val="3200"/>
              <a:buFont typeface="Arial"/>
              <a:buNone/>
            </a:pPr>
            <a:r>
              <a:rPr b="1" i="0" lang="en-US" sz="3200" u="none" cap="none" strike="noStrike">
                <a:solidFill>
                  <a:schemeClr val="accent3"/>
                </a:solidFill>
                <a:latin typeface="Times New Roman"/>
                <a:ea typeface="Times New Roman"/>
                <a:cs typeface="Times New Roman"/>
                <a:sym typeface="Times New Roman"/>
              </a:rPr>
              <a:t>Lecture 4</a:t>
            </a:r>
            <a:endParaRPr b="1" i="0" sz="3200" u="none" cap="none" strike="noStrike">
              <a:solidFill>
                <a:schemeClr val="accent3"/>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7f98f0ae4d_0_36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What is Information Warfare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03" name="Google Shape;203;g37f98f0ae4d_0_360"/>
          <p:cNvSpPr txBox="1"/>
          <p:nvPr/>
        </p:nvSpPr>
        <p:spPr>
          <a:xfrm>
            <a:off x="455850" y="1493000"/>
            <a:ext cx="5976600" cy="33606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Information warfare refers to the use of information and communication technologies to gain a strategic advantage in military, political, or economic conflicts. It involves the </a:t>
            </a:r>
            <a:r>
              <a:rPr b="1" i="0" lang="en-US" sz="2200" u="none" cap="none" strike="noStrike">
                <a:solidFill>
                  <a:srgbClr val="000000"/>
                </a:solidFill>
                <a:latin typeface="Times New Roman"/>
                <a:ea typeface="Times New Roman"/>
                <a:cs typeface="Times New Roman"/>
                <a:sym typeface="Times New Roman"/>
              </a:rPr>
              <a:t>deliberate manipulation, exploitation, or disruption</a:t>
            </a:r>
            <a:r>
              <a:rPr b="0" i="0" lang="en-US" sz="2200" u="none" cap="none" strike="noStrike">
                <a:solidFill>
                  <a:srgbClr val="000000"/>
                </a:solidFill>
                <a:latin typeface="Times New Roman"/>
                <a:ea typeface="Times New Roman"/>
                <a:cs typeface="Times New Roman"/>
                <a:sym typeface="Times New Roman"/>
              </a:rPr>
              <a:t> of information systems and communication networks to achieve specific objectives.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descr="Information War, Hybrid War, War in the Media Space. Cyber Warfare, DDoS Attack, Fakes, Hackers and Cybercrime, Phishing, Stock Image - Image of media, code: 243700035" id="204" name="Google Shape;204;g37f98f0ae4d_0_360"/>
          <p:cNvPicPr preferRelativeResize="0"/>
          <p:nvPr/>
        </p:nvPicPr>
        <p:blipFill rotWithShape="1">
          <a:blip r:embed="rId3">
            <a:alphaModFix/>
          </a:blip>
          <a:srcRect b="0" l="0" r="0" t="0"/>
          <a:stretch/>
        </p:blipFill>
        <p:spPr>
          <a:xfrm>
            <a:off x="6953200" y="1405250"/>
            <a:ext cx="4342350" cy="2900000"/>
          </a:xfrm>
          <a:prstGeom prst="rect">
            <a:avLst/>
          </a:prstGeom>
          <a:noFill/>
          <a:ln>
            <a:noFill/>
          </a:ln>
        </p:spPr>
      </p:pic>
      <p:sp>
        <p:nvSpPr>
          <p:cNvPr id="205" name="Google Shape;205;g37f98f0ae4d_0_360"/>
          <p:cNvSpPr txBox="1"/>
          <p:nvPr/>
        </p:nvSpPr>
        <p:spPr>
          <a:xfrm>
            <a:off x="2807350" y="3675275"/>
            <a:ext cx="3000000" cy="3000000"/>
          </a:xfrm>
          <a:prstGeom prst="rect">
            <a:avLst/>
          </a:prstGeom>
          <a:noFill/>
          <a:ln>
            <a:noFill/>
          </a:ln>
        </p:spPr>
        <p:txBody>
          <a:bodyPr anchorCtr="0" anchor="ctr" bIns="91425" lIns="91425" spcFirstLastPara="1" rIns="91425" wrap="square" tIns="91425">
            <a:noAutofit/>
          </a:bodyPr>
          <a:lstStyle/>
          <a:p>
            <a:pPr indent="0" lvl="0" marL="38100" marR="38100" rtl="0" algn="l">
              <a:lnSpc>
                <a:spcPct val="120000"/>
              </a:lnSpc>
              <a:spcBef>
                <a:spcPts val="0"/>
              </a:spcBef>
              <a:spcAft>
                <a:spcPts val="0"/>
              </a:spcAft>
              <a:buClr>
                <a:srgbClr val="000000"/>
              </a:buClr>
              <a:buSzPts val="750"/>
              <a:buFont typeface="Arial"/>
              <a:buNone/>
            </a:pPr>
            <a:r>
              <a:rPr b="0" i="0" lang="en-US" sz="750" u="sng" cap="none" strike="noStrike">
                <a:solidFill>
                  <a:srgbClr val="F1F3F4"/>
                </a:solidFill>
                <a:latin typeface="Roboto"/>
                <a:ea typeface="Roboto"/>
                <a:cs typeface="Roboto"/>
                <a:sym typeface="Roboto"/>
                <a:hlinkClick r:id="rId4">
                  <a:extLst>
                    <a:ext uri="{A12FA001-AC4F-418D-AE19-62706E023703}">
                      <ahyp:hlinkClr val="tx"/>
                    </a:ext>
                  </a:extLst>
                </a:hlinkClick>
              </a:rPr>
              <a:t>800 × 534</a:t>
            </a:r>
            <a:endParaRPr b="0" i="0" sz="750" u="sng" cap="none" strike="noStrike">
              <a:solidFill>
                <a:srgbClr val="F1F3F4"/>
              </a:solidFill>
              <a:latin typeface="Roboto"/>
              <a:ea typeface="Roboto"/>
              <a:cs typeface="Roboto"/>
              <a:sym typeface="Roboto"/>
              <a:hlinkClick r:id="rId5">
                <a:extLst>
                  <a:ext uri="{A12FA001-AC4F-418D-AE19-62706E023703}">
                    <ahyp:hlinkClr val="tx"/>
                  </a:ext>
                </a:extLst>
              </a:hlinkCli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7f98f0ae4d_0_299"/>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Information Warfare Strategy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1" name="Google Shape;211;g37f98f0ae4d_0_299"/>
          <p:cNvSpPr txBox="1"/>
          <p:nvPr/>
        </p:nvSpPr>
        <p:spPr>
          <a:xfrm>
            <a:off x="795600" y="1266250"/>
            <a:ext cx="11396400" cy="846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p:txBody>
      </p:sp>
      <p:pic>
        <p:nvPicPr>
          <p:cNvPr id="212" name="Google Shape;212;g37f98f0ae4d_0_299"/>
          <p:cNvPicPr preferRelativeResize="0"/>
          <p:nvPr/>
        </p:nvPicPr>
        <p:blipFill rotWithShape="1">
          <a:blip r:embed="rId3">
            <a:alphaModFix/>
          </a:blip>
          <a:srcRect b="0" l="0" r="0" t="0"/>
          <a:stretch/>
        </p:blipFill>
        <p:spPr>
          <a:xfrm>
            <a:off x="7729150" y="1941875"/>
            <a:ext cx="3985501" cy="2657001"/>
          </a:xfrm>
          <a:prstGeom prst="rect">
            <a:avLst/>
          </a:prstGeom>
          <a:noFill/>
          <a:ln>
            <a:noFill/>
          </a:ln>
        </p:spPr>
      </p:pic>
      <p:sp>
        <p:nvSpPr>
          <p:cNvPr id="213" name="Google Shape;213;g37f98f0ae4d_0_299"/>
          <p:cNvSpPr txBox="1"/>
          <p:nvPr/>
        </p:nvSpPr>
        <p:spPr>
          <a:xfrm>
            <a:off x="466025" y="2006600"/>
            <a:ext cx="6665400" cy="23991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Two distinct strategies of cyber operations and information security are: </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just">
              <a:lnSpc>
                <a:spcPct val="115000"/>
              </a:lnSpc>
              <a:spcBef>
                <a:spcPts val="1000"/>
              </a:spcBef>
              <a:spcAft>
                <a:spcPts val="0"/>
              </a:spcAft>
              <a:buClr>
                <a:schemeClr val="accent3"/>
              </a:buClr>
              <a:buSzPts val="2400"/>
              <a:buFont typeface="Times New Roman"/>
              <a:buChar char="○"/>
            </a:pPr>
            <a:r>
              <a:rPr b="0" i="0" lang="en-US" sz="2400" u="none" cap="none" strike="noStrike">
                <a:solidFill>
                  <a:srgbClr val="1D1D1D"/>
                </a:solidFill>
                <a:latin typeface="Times New Roman"/>
                <a:ea typeface="Times New Roman"/>
                <a:cs typeface="Times New Roman"/>
                <a:sym typeface="Times New Roman"/>
              </a:rPr>
              <a:t>Defensive information warfare and </a:t>
            </a:r>
            <a:endParaRPr b="0" i="0" sz="2400" u="none" cap="none" strike="noStrike">
              <a:solidFill>
                <a:srgbClr val="1D1D1D"/>
              </a:solidFill>
              <a:latin typeface="Times New Roman"/>
              <a:ea typeface="Times New Roman"/>
              <a:cs typeface="Times New Roman"/>
              <a:sym typeface="Times New Roman"/>
            </a:endParaRPr>
          </a:p>
          <a:p>
            <a:pPr indent="-381000" lvl="1" marL="914400" marR="0" rtl="0" algn="just">
              <a:lnSpc>
                <a:spcPct val="115000"/>
              </a:lnSpc>
              <a:spcBef>
                <a:spcPts val="1000"/>
              </a:spcBef>
              <a:spcAft>
                <a:spcPts val="0"/>
              </a:spcAft>
              <a:buClr>
                <a:schemeClr val="accent3"/>
              </a:buClr>
              <a:buSzPts val="2400"/>
              <a:buFont typeface="Times New Roman"/>
              <a:buChar char="○"/>
            </a:pPr>
            <a:r>
              <a:rPr b="0" i="0" lang="en-US" sz="2400" u="none" cap="none" strike="noStrike">
                <a:solidFill>
                  <a:srgbClr val="1D1D1D"/>
                </a:solidFill>
                <a:latin typeface="Times New Roman"/>
                <a:ea typeface="Times New Roman"/>
                <a:cs typeface="Times New Roman"/>
                <a:sym typeface="Times New Roman"/>
              </a:rPr>
              <a:t>Offensive information warfare</a:t>
            </a:r>
            <a:endParaRPr b="0" i="0" sz="2400" u="none" cap="none" strike="noStrike">
              <a:solidFill>
                <a:srgbClr val="1D1D1D"/>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28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7f98f0ae4d_0_263"/>
          <p:cNvSpPr txBox="1"/>
          <p:nvPr>
            <p:ph type="title"/>
          </p:nvPr>
        </p:nvSpPr>
        <p:spPr>
          <a:xfrm>
            <a:off x="0" y="0"/>
            <a:ext cx="12192000" cy="6888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Defensive information warfare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9" name="Google Shape;219;g37f98f0ae4d_0_263"/>
          <p:cNvSpPr txBox="1"/>
          <p:nvPr/>
        </p:nvSpPr>
        <p:spPr>
          <a:xfrm>
            <a:off x="162100" y="790275"/>
            <a:ext cx="11781300" cy="62340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1000"/>
              </a:spcBef>
              <a:spcAft>
                <a:spcPts val="0"/>
              </a:spcAft>
              <a:buClr>
                <a:schemeClr val="accent3"/>
              </a:buClr>
              <a:buSzPts val="2600"/>
              <a:buFont typeface="Times New Roman"/>
              <a:buChar char="■"/>
            </a:pPr>
            <a:r>
              <a:rPr b="0" i="0" lang="en-US" sz="2200" u="none" cap="none" strike="noStrike">
                <a:solidFill>
                  <a:srgbClr val="000000"/>
                </a:solidFill>
                <a:latin typeface="Times New Roman"/>
                <a:ea typeface="Times New Roman"/>
                <a:cs typeface="Times New Roman"/>
                <a:sym typeface="Times New Roman"/>
              </a:rPr>
              <a:t>Defensive information warfare focuses on protecting one's own digital assets, networks, and information from cyber threats and attacks. </a:t>
            </a:r>
            <a:endParaRPr b="0" i="0" sz="22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1000"/>
              </a:spcBef>
              <a:spcAft>
                <a:spcPts val="0"/>
              </a:spcAft>
              <a:buClr>
                <a:schemeClr val="accent3"/>
              </a:buClr>
              <a:buSzPts val="2600"/>
              <a:buFont typeface="Times New Roman"/>
              <a:buChar char="■"/>
            </a:pPr>
            <a:r>
              <a:rPr b="0" i="0" lang="en-US" sz="2200" u="none" cap="none" strike="noStrike">
                <a:solidFill>
                  <a:srgbClr val="000000"/>
                </a:solidFill>
                <a:latin typeface="Times New Roman"/>
                <a:ea typeface="Times New Roman"/>
                <a:cs typeface="Times New Roman"/>
                <a:sym typeface="Times New Roman"/>
              </a:rPr>
              <a:t>The primary goal of defensive information warfare is to ensure the confidentiality, integrity, and availability of data and systems while safeguarding against unauthorized access, data breaches, and other cyber incidents</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l">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Defensive information warfare tactics: </a:t>
            </a:r>
            <a:endParaRPr b="0" i="0" sz="22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Cybersecurity Practices</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Incident Response</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Encryption</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Access Control</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Security Awareness Training</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Vulnerability Management</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Security Monitoring and Analytics</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7f98f0ae4d_0_306"/>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Clr>
                <a:schemeClr val="dk1"/>
              </a:buClr>
              <a:buSzPts val="3700"/>
              <a:buFont typeface="Arial"/>
              <a:buNone/>
            </a:pPr>
            <a:r>
              <a:rPr lang="en-US" sz="4000">
                <a:solidFill>
                  <a:schemeClr val="lt1"/>
                </a:solidFill>
                <a:latin typeface="Gill Sans"/>
                <a:ea typeface="Gill Sans"/>
                <a:cs typeface="Gill Sans"/>
                <a:sym typeface="Gill Sans"/>
              </a:rPr>
              <a:t>Defensive information warfare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25" name="Google Shape;225;g37f98f0ae4d_0_306"/>
          <p:cNvSpPr txBox="1"/>
          <p:nvPr/>
        </p:nvSpPr>
        <p:spPr>
          <a:xfrm>
            <a:off x="468750" y="1215600"/>
            <a:ext cx="11254500" cy="44331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000" u="none" cap="none" strike="noStrike">
                <a:solidFill>
                  <a:srgbClr val="000000"/>
                </a:solidFill>
                <a:latin typeface="Times New Roman"/>
                <a:ea typeface="Times New Roman"/>
                <a:cs typeface="Times New Roman"/>
                <a:sym typeface="Times New Roman"/>
              </a:rPr>
              <a:t> </a:t>
            </a:r>
            <a:r>
              <a:rPr b="0" i="0" lang="en-US" sz="2400" u="none" cap="none" strike="noStrike">
                <a:solidFill>
                  <a:srgbClr val="000000"/>
                </a:solidFill>
                <a:latin typeface="Times New Roman"/>
                <a:ea typeface="Times New Roman"/>
                <a:cs typeface="Times New Roman"/>
                <a:sym typeface="Times New Roman"/>
              </a:rPr>
              <a:t>Cybersecurity Practices: Implementing robust cybersecurity practices, including firewalls, intrusion detection systems, antivirus software, and regular security updates to defend against common cyber threats.</a:t>
            </a:r>
            <a:endParaRPr b="0" i="0" sz="2400" u="none" cap="none" strike="noStrike">
              <a:solidFill>
                <a:srgbClr val="000000"/>
              </a:solidFill>
              <a:latin typeface="Times New Roman"/>
              <a:ea typeface="Times New Roman"/>
              <a:cs typeface="Times New Roman"/>
              <a:sym typeface="Times New Roman"/>
            </a:endParaRPr>
          </a:p>
          <a:p>
            <a:pPr indent="-444500" lvl="0" marL="457200" marR="0" rtl="0" algn="l">
              <a:lnSpc>
                <a:spcPct val="100000"/>
              </a:lnSpc>
              <a:spcBef>
                <a:spcPts val="0"/>
              </a:spcBef>
              <a:spcAft>
                <a:spcPts val="0"/>
              </a:spcAft>
              <a:buClr>
                <a:schemeClr val="accent3"/>
              </a:buClr>
              <a:buSzPts val="3400"/>
              <a:buFont typeface="Times New Roman"/>
              <a:buChar char="■"/>
            </a:pPr>
            <a:r>
              <a:rPr b="0" i="0" lang="en-US" sz="2400" u="none" cap="none" strike="noStrike">
                <a:solidFill>
                  <a:srgbClr val="000000"/>
                </a:solidFill>
                <a:latin typeface="Times New Roman"/>
                <a:ea typeface="Times New Roman"/>
                <a:cs typeface="Times New Roman"/>
                <a:sym typeface="Times New Roman"/>
              </a:rPr>
              <a:t>Incident Response: Developing and practicing incident response plans to swiftly detect, contain, and mitigate cyber incidents when they occur.</a:t>
            </a:r>
            <a:endParaRPr b="0" i="0" sz="2400" u="none" cap="none" strike="noStrike">
              <a:solidFill>
                <a:srgbClr val="000000"/>
              </a:solidFill>
              <a:latin typeface="Times New Roman"/>
              <a:ea typeface="Times New Roman"/>
              <a:cs typeface="Times New Roman"/>
              <a:sym typeface="Times New Roman"/>
            </a:endParaRPr>
          </a:p>
          <a:p>
            <a:pPr indent="-444500" lvl="0" marL="457200" marR="0" rtl="0" algn="l">
              <a:lnSpc>
                <a:spcPct val="100000"/>
              </a:lnSpc>
              <a:spcBef>
                <a:spcPts val="0"/>
              </a:spcBef>
              <a:spcAft>
                <a:spcPts val="0"/>
              </a:spcAft>
              <a:buClr>
                <a:schemeClr val="accent3"/>
              </a:buClr>
              <a:buSzPts val="3400"/>
              <a:buFont typeface="Times New Roman"/>
              <a:buChar char="■"/>
            </a:pPr>
            <a:r>
              <a:rPr b="0" i="0" lang="en-US" sz="2400" u="none" cap="none" strike="noStrike">
                <a:solidFill>
                  <a:srgbClr val="000000"/>
                </a:solidFill>
                <a:latin typeface="Times New Roman"/>
                <a:ea typeface="Times New Roman"/>
                <a:cs typeface="Times New Roman"/>
                <a:sym typeface="Times New Roman"/>
              </a:rPr>
              <a:t>Encryption: Using strong encryption methods to protect sensitive data, ensuring that even if it's intercepted, it remains unintelligible to unauthorized parties.</a:t>
            </a:r>
            <a:endParaRPr b="0" i="0" sz="2400" u="none" cap="none" strike="noStrike">
              <a:solidFill>
                <a:srgbClr val="000000"/>
              </a:solidFill>
              <a:latin typeface="Times New Roman"/>
              <a:ea typeface="Times New Roman"/>
              <a:cs typeface="Times New Roman"/>
              <a:sym typeface="Times New Roman"/>
            </a:endParaRPr>
          </a:p>
          <a:p>
            <a:pPr indent="-444500" lvl="0" marL="457200" marR="0" rtl="0" algn="l">
              <a:lnSpc>
                <a:spcPct val="100000"/>
              </a:lnSpc>
              <a:spcBef>
                <a:spcPts val="0"/>
              </a:spcBef>
              <a:spcAft>
                <a:spcPts val="0"/>
              </a:spcAft>
              <a:buClr>
                <a:schemeClr val="accent3"/>
              </a:buClr>
              <a:buSzPts val="3400"/>
              <a:buFont typeface="Times New Roman"/>
              <a:buChar char="■"/>
            </a:pPr>
            <a:r>
              <a:rPr b="0" i="0" lang="en-US" sz="2400" u="none" cap="none" strike="noStrike">
                <a:solidFill>
                  <a:srgbClr val="000000"/>
                </a:solidFill>
                <a:latin typeface="Times New Roman"/>
                <a:ea typeface="Times New Roman"/>
                <a:cs typeface="Times New Roman"/>
                <a:sym typeface="Times New Roman"/>
              </a:rPr>
              <a:t> Access Control: Managing user access to networks and systems through authentication mechanisms, least privilege principles, and multi-factor authentication.</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80f6c643e1_0_17"/>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Clr>
                <a:schemeClr val="dk1"/>
              </a:buClr>
              <a:buSzPts val="3700"/>
              <a:buFont typeface="Arial"/>
              <a:buNone/>
            </a:pPr>
            <a:r>
              <a:rPr lang="en-US" sz="4000">
                <a:solidFill>
                  <a:schemeClr val="lt1"/>
                </a:solidFill>
                <a:latin typeface="Gill Sans"/>
                <a:ea typeface="Gill Sans"/>
                <a:cs typeface="Gill Sans"/>
                <a:sym typeface="Gill Sans"/>
              </a:rPr>
              <a:t>Defensive information warfare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1" name="Google Shape;231;g380f6c643e1_0_17"/>
          <p:cNvSpPr txBox="1"/>
          <p:nvPr/>
        </p:nvSpPr>
        <p:spPr>
          <a:xfrm>
            <a:off x="468750" y="1215600"/>
            <a:ext cx="11254500" cy="36327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chemeClr val="accent3"/>
              </a:buClr>
              <a:buSzPts val="2400"/>
              <a:buFont typeface="Times New Roman"/>
              <a:buChar char="■"/>
            </a:pPr>
            <a:r>
              <a:rPr b="0" i="0" lang="en-US" sz="2000" u="none" cap="none" strike="noStrike">
                <a:solidFill>
                  <a:srgbClr val="000000"/>
                </a:solidFill>
                <a:latin typeface="Times New Roman"/>
                <a:ea typeface="Times New Roman"/>
                <a:cs typeface="Times New Roman"/>
                <a:sym typeface="Times New Roman"/>
              </a:rPr>
              <a:t> </a:t>
            </a:r>
            <a:r>
              <a:rPr b="0" i="0" lang="en-US" sz="2400" u="none" cap="none" strike="noStrike">
                <a:solidFill>
                  <a:srgbClr val="000000"/>
                </a:solidFill>
                <a:latin typeface="Times New Roman"/>
                <a:ea typeface="Times New Roman"/>
                <a:cs typeface="Times New Roman"/>
                <a:sym typeface="Times New Roman"/>
              </a:rPr>
              <a:t>Security Awareness Training: Educating employees and users about cybersecurity best practices, recognizing phishing attempts, and being vigilant about potential threats.</a:t>
            </a:r>
            <a:endParaRPr b="0" i="0" sz="2400" u="none" cap="none" strike="noStrike">
              <a:solidFill>
                <a:srgbClr val="000000"/>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0"/>
              </a:spcBef>
              <a:spcAft>
                <a:spcPts val="0"/>
              </a:spcAft>
              <a:buClr>
                <a:schemeClr val="accent3"/>
              </a:buClr>
              <a:buSzPts val="2800"/>
              <a:buFont typeface="Times New Roman"/>
              <a:buChar char="■"/>
            </a:pPr>
            <a:r>
              <a:rPr b="0" i="0" lang="en-US" sz="2400" u="none" cap="none" strike="noStrike">
                <a:solidFill>
                  <a:srgbClr val="000000"/>
                </a:solidFill>
                <a:latin typeface="Times New Roman"/>
                <a:ea typeface="Times New Roman"/>
                <a:cs typeface="Times New Roman"/>
                <a:sym typeface="Times New Roman"/>
              </a:rPr>
              <a:t> Vulnerability Management: Regularly scanning and patching systems for known vulnerabilities to prevent exploitation by malicious actors.</a:t>
            </a:r>
            <a:endParaRPr b="0" i="0" sz="2400" u="none" cap="none" strike="noStrike">
              <a:solidFill>
                <a:srgbClr val="000000"/>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0"/>
              </a:spcBef>
              <a:spcAft>
                <a:spcPts val="0"/>
              </a:spcAft>
              <a:buClr>
                <a:schemeClr val="accent3"/>
              </a:buClr>
              <a:buSzPts val="2800"/>
              <a:buFont typeface="Times New Roman"/>
              <a:buChar char="■"/>
            </a:pPr>
            <a:r>
              <a:rPr b="0" i="0" lang="en-US" sz="2400" u="none" cap="none" strike="noStrike">
                <a:solidFill>
                  <a:srgbClr val="000000"/>
                </a:solidFill>
                <a:latin typeface="Times New Roman"/>
                <a:ea typeface="Times New Roman"/>
                <a:cs typeface="Times New Roman"/>
                <a:sym typeface="Times New Roman"/>
              </a:rPr>
              <a:t> Security Monitoring and Analytics: Continuously monitoring network and system activity for signs of potential security breaches or anomalous behavior. </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7d9a76c35b_0_42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Offensive information Warfare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7" name="Google Shape;237;g37d9a76c35b_0_428"/>
          <p:cNvSpPr txBox="1"/>
          <p:nvPr/>
        </p:nvSpPr>
        <p:spPr>
          <a:xfrm>
            <a:off x="354550" y="1053525"/>
            <a:ext cx="11133000" cy="58695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Offensive information warfare involves taking proactive actions to target and exploit the digital assets and infrastructure of adversaries. </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The primary objective is to gain a strategic advantage, disrupt the adversary's operations, or extract sensitive information</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Offensive information warfare tactics: </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Cyber Espionage</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Cyber Attacks</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Denial of Service (DoS) Attack</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Advanced Persistent Threats (APTs)</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Disinformation and Propaganda</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Data Manipulation</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rgbClr val="000000"/>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Hardware Tampering</a:t>
            </a:r>
            <a:endParaRPr b="0" i="0" sz="2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1000"/>
              </a:spcBef>
              <a:spcAft>
                <a:spcPts val="0"/>
              </a:spcAft>
              <a:buClr>
                <a:srgbClr val="000000"/>
              </a:buClr>
              <a:buSzPts val="2200"/>
              <a:buFont typeface="Arial"/>
              <a:buNone/>
            </a:pPr>
            <a:r>
              <a:t/>
            </a:r>
            <a:endParaRPr b="1" i="0" sz="2200" u="none" cap="none" strike="noStrike">
              <a:solidFill>
                <a:srgbClr val="98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80f6c643e1_0_2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Offensive information Warfare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43" name="Google Shape;243;g380f6c643e1_0_22"/>
          <p:cNvSpPr txBox="1"/>
          <p:nvPr/>
        </p:nvSpPr>
        <p:spPr>
          <a:xfrm>
            <a:off x="405200" y="1316875"/>
            <a:ext cx="11133000" cy="46587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Cyber Espionage: Using sophisticated hacking techniques to infiltrate an adversary's networks and steal sensitive or classified information. </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Cyber Attacks: Launching targeted cyber attacks to disrupt or disable an adversary's critical infrastructure, communication systems, or other vital services.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Denial of Service (DoS) Attacks: DoS attacks prevent legitimate users from accessing a website by flooding it with fake requests and forcing the website to handle these requests. This type of attack can be used to disrupt critical operations and systems and block access to sensitive websites by civilians, military and security personnel, or research bodies.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chemeClr val="dk1"/>
                </a:solidFill>
                <a:latin typeface="Times New Roman"/>
                <a:ea typeface="Times New Roman"/>
                <a:cs typeface="Times New Roman"/>
                <a:sym typeface="Times New Roman"/>
              </a:rPr>
              <a:t>Advanced Persistent Threats (APTs): Employing long-term and stealthy cyber campaigns to gain access to an adversary's systems and remain undetected for extended periods.</a:t>
            </a:r>
            <a:endParaRPr b="0" i="0" sz="22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80f6c643e1_0_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Offensive information Warfare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49" name="Google Shape;249;g380f6c643e1_0_0"/>
          <p:cNvSpPr txBox="1"/>
          <p:nvPr/>
        </p:nvSpPr>
        <p:spPr>
          <a:xfrm>
            <a:off x="536875" y="1033250"/>
            <a:ext cx="11133000" cy="44226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 Disinformation and Propaganda: Using social media and online platforms to spread false or misleading information, influencing public opinion or sowing discord. Propaganda : Attempts to control the minds and thoughts of people living in or fighting for a target country. Propaganda can be used to expose embarrassing truths, spread lies to make people lose trust in their country, or side with their enemies.</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Data Manipulation: Tampering with or altering data in an adversary's systems to undermine their operations or decision-making processes.</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Hardware Tampering: Mass tampering with any computer hardware at the production level to surveil another state or country. </a:t>
            </a:r>
            <a:endParaRPr b="0" i="0" sz="2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1" i="0" sz="2200" u="none" cap="none" strike="noStrike">
              <a:solidFill>
                <a:srgbClr val="98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7f98f0ae4d_0_32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Information Warfare - Russia Ukraine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pic>
        <p:nvPicPr>
          <p:cNvPr id="255" name="Google Shape;255;g37f98f0ae4d_0_321"/>
          <p:cNvPicPr preferRelativeResize="0"/>
          <p:nvPr/>
        </p:nvPicPr>
        <p:blipFill rotWithShape="1">
          <a:blip r:embed="rId3">
            <a:alphaModFix/>
          </a:blip>
          <a:srcRect b="0" l="0" r="0" t="0"/>
          <a:stretch/>
        </p:blipFill>
        <p:spPr>
          <a:xfrm>
            <a:off x="2360725" y="1304525"/>
            <a:ext cx="7895424" cy="4915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16d8cfdd53_0_40"/>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Information Warfare - Russia Ukraine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61" name="Google Shape;261;g316d8cfdd53_0_40"/>
          <p:cNvSpPr txBox="1"/>
          <p:nvPr/>
        </p:nvSpPr>
        <p:spPr>
          <a:xfrm>
            <a:off x="5547550" y="3811975"/>
            <a:ext cx="6345000" cy="431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62" name="Google Shape;262;g316d8cfdd53_0_40"/>
          <p:cNvPicPr preferRelativeResize="0"/>
          <p:nvPr/>
        </p:nvPicPr>
        <p:blipFill rotWithShape="1">
          <a:blip r:embed="rId3">
            <a:alphaModFix/>
          </a:blip>
          <a:srcRect b="0" l="0" r="0" t="0"/>
          <a:stretch/>
        </p:blipFill>
        <p:spPr>
          <a:xfrm>
            <a:off x="669900" y="936925"/>
            <a:ext cx="6015900" cy="5093975"/>
          </a:xfrm>
          <a:prstGeom prst="rect">
            <a:avLst/>
          </a:prstGeom>
          <a:noFill/>
          <a:ln>
            <a:noFill/>
          </a:ln>
        </p:spPr>
      </p:pic>
      <p:pic>
        <p:nvPicPr>
          <p:cNvPr id="263" name="Google Shape;263;g316d8cfdd53_0_40"/>
          <p:cNvPicPr preferRelativeResize="0"/>
          <p:nvPr/>
        </p:nvPicPr>
        <p:blipFill rotWithShape="1">
          <a:blip r:embed="rId4">
            <a:alphaModFix/>
          </a:blip>
          <a:srcRect b="0" l="0" r="0" t="0"/>
          <a:stretch/>
        </p:blipFill>
        <p:spPr>
          <a:xfrm>
            <a:off x="6623013" y="1645725"/>
            <a:ext cx="4801874" cy="41891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bc34c55794_0_124"/>
          <p:cNvSpPr txBox="1"/>
          <p:nvPr/>
        </p:nvSpPr>
        <p:spPr>
          <a:xfrm>
            <a:off x="3389800" y="2462149"/>
            <a:ext cx="4860000" cy="65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100"/>
              <a:buFont typeface="Arial"/>
              <a:buNone/>
            </a:pPr>
            <a:r>
              <a:rPr b="1" i="0" lang="en-US" sz="6100" u="none" cap="none" strike="noStrike">
                <a:solidFill>
                  <a:schemeClr val="accent3"/>
                </a:solidFill>
                <a:latin typeface="Roboto"/>
                <a:ea typeface="Roboto"/>
                <a:cs typeface="Roboto"/>
                <a:sym typeface="Roboto"/>
              </a:rPr>
              <a:t>Thank You</a:t>
            </a:r>
            <a:endParaRPr b="0" i="0" sz="3700" u="none" cap="none" strike="noStrike">
              <a:solidFill>
                <a:schemeClr val="accent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2020-06-05T17:52:47Z</dcterms:created>
  <dc:creator>Md. Azizul Hakim</dc:creator>
</cp:coreProperties>
</file>