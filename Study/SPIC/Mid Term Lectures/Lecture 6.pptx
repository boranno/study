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embeddedFontLst>
    <p:embeddedFont>
      <p:font typeface="Roboto"/>
      <p:regular r:id="rId30"/>
      <p:bold r:id="rId31"/>
      <p:italic r:id="rId32"/>
      <p:boldItalic r:id="rId33"/>
    </p:embeddedFont>
    <p:embeddedFont>
      <p:font typeface="Tahoma"/>
      <p:regular r:id="rId34"/>
      <p:bold r:id="rId35"/>
    </p:embeddedFont>
    <p:embeddedFont>
      <p:font typeface="IBM Plex Mono"/>
      <p:regular r:id="rId36"/>
      <p:bold r:id="rId37"/>
      <p:italic r:id="rId38"/>
      <p:boldItalic r:id="rId39"/>
    </p:embeddedFont>
    <p:embeddedFont>
      <p:font typeface="Gill Sans"/>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iMPqX36kPwR8WzowLsc8Gxtf8r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GillSans-regular.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GillSans-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35" Type="http://schemas.openxmlformats.org/officeDocument/2006/relationships/font" Target="fonts/Tahoma-bold.fntdata"/><Relationship Id="rId12" Type="http://schemas.openxmlformats.org/officeDocument/2006/relationships/slide" Target="slides/slide7.xml"/><Relationship Id="rId34" Type="http://schemas.openxmlformats.org/officeDocument/2006/relationships/font" Target="fonts/Tahoma-regular.fntdata"/><Relationship Id="rId15" Type="http://schemas.openxmlformats.org/officeDocument/2006/relationships/slide" Target="slides/slide10.xml"/><Relationship Id="rId37" Type="http://schemas.openxmlformats.org/officeDocument/2006/relationships/font" Target="fonts/IBMPlexMono-bold.fntdata"/><Relationship Id="rId14" Type="http://schemas.openxmlformats.org/officeDocument/2006/relationships/slide" Target="slides/slide9.xml"/><Relationship Id="rId36" Type="http://schemas.openxmlformats.org/officeDocument/2006/relationships/font" Target="fonts/IBMPlexMono-regular.fntdata"/><Relationship Id="rId17" Type="http://schemas.openxmlformats.org/officeDocument/2006/relationships/slide" Target="slides/slide12.xml"/><Relationship Id="rId39" Type="http://schemas.openxmlformats.org/officeDocument/2006/relationships/font" Target="fonts/IBMPlexMono-boldItalic.fntdata"/><Relationship Id="rId16" Type="http://schemas.openxmlformats.org/officeDocument/2006/relationships/slide" Target="slides/slide11.xml"/><Relationship Id="rId38" Type="http://schemas.openxmlformats.org/officeDocument/2006/relationships/font" Target="fonts/IBMPlexMon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bbda25c5c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bbda25c5c6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7f98f0ae4d_0_36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37f98f0ae4d_0_36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7f98f0ae4d_0_299: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g37f98f0ae4d_0_29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7f98f0ae4d_0_263: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g37f98f0ae4d_0_26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7f98f0ae4d_0_306: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g37f98f0ae4d_0_30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80f6c643e1_0_17: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g380f6c643e1_0_1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d9a76c35b_0_428: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g37d9a76c35b_0_42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80f6c643e1_0_22: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g380f6c643e1_0_2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80f6c643e1_0_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g380f6c643e1_0_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7f98f0ae4d_0_321: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g37f98f0ae4d_0_32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16d8cfdd53_0_4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g316d8cfdd53_0_4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8f1e5fd074_0_8: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g38f1e5fd074_0_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8f1e5fd074_0_15: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g38f1e5fd074_0_15: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8f1e5fd074_0_22: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g38f1e5fd074_0_2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8f1e5fd074_0_29: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g38f1e5fd074_0_2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8f1e5fd074_0_36: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g38f1e5fd074_0_3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8f1e5fd074_0_43: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g38f1e5fd074_0_4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8f1e5fd074_0_5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g38f1e5fd074_0_5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8f1e5fd074_0_57: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g38f1e5fd074_0_5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8f1e5fd074_0_64: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g38f1e5fd074_0_64: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8f1e5fd074_0_71: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g38f1e5fd074_0_7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8f1e5fd074_0_77: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g38f1e5fd074_0_7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8f1e5fd074_0_82: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g38f1e5fd074_0_8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bc34c55794_0_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3" name="Google Shape;353;gbc34c55794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bbda25c5c6_0_175"/>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5" name="Google Shape;15;gbbda25c5c6_0_175"/>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gbbda25c5c6_0_175"/>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g305d2edbf8d_0_219"/>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9" name="Google Shape;19;g305d2edbf8d_0_219"/>
          <p:cNvSpPr txBox="1"/>
          <p:nvPr>
            <p:ph idx="1" type="body"/>
          </p:nvPr>
        </p:nvSpPr>
        <p:spPr>
          <a:xfrm>
            <a:off x="711200" y="1600200"/>
            <a:ext cx="50799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15000"/>
              </a:lnSpc>
              <a:spcBef>
                <a:spcPts val="400"/>
              </a:spcBef>
              <a:spcAft>
                <a:spcPts val="0"/>
              </a:spcAft>
              <a:buClr>
                <a:schemeClr val="dk1"/>
              </a:buClr>
              <a:buSzPts val="2000"/>
              <a:buFont typeface="Comic Sans MS"/>
              <a:buChar char="■"/>
              <a:defRPr sz="2000"/>
            </a:lvl3pPr>
            <a:lvl4pPr indent="-342900" lvl="3" marL="1828800" algn="l">
              <a:lnSpc>
                <a:spcPct val="115000"/>
              </a:lnSpc>
              <a:spcBef>
                <a:spcPts val="360"/>
              </a:spcBef>
              <a:spcAft>
                <a:spcPts val="0"/>
              </a:spcAft>
              <a:buClr>
                <a:schemeClr val="dk1"/>
              </a:buClr>
              <a:buSzPts val="1800"/>
              <a:buFont typeface="Times New Roman"/>
              <a:buChar char="●"/>
              <a:defRPr sz="1800"/>
            </a:lvl4pPr>
            <a:lvl5pPr indent="-342900" lvl="4" marL="2286000" algn="l">
              <a:lnSpc>
                <a:spcPct val="115000"/>
              </a:lnSpc>
              <a:spcBef>
                <a:spcPts val="360"/>
              </a:spcBef>
              <a:spcAft>
                <a:spcPts val="0"/>
              </a:spcAft>
              <a:buClr>
                <a:schemeClr val="dk1"/>
              </a:buClr>
              <a:buSzPts val="1800"/>
              <a:buFont typeface="Times New Roman"/>
              <a:buChar char="○"/>
              <a:defRPr sz="1800"/>
            </a:lvl5pPr>
            <a:lvl6pPr indent="-342900" lvl="5" marL="2743200" algn="l">
              <a:lnSpc>
                <a:spcPct val="115000"/>
              </a:lnSpc>
              <a:spcBef>
                <a:spcPts val="360"/>
              </a:spcBef>
              <a:spcAft>
                <a:spcPts val="0"/>
              </a:spcAft>
              <a:buClr>
                <a:schemeClr val="dk1"/>
              </a:buClr>
              <a:buSzPts val="1800"/>
              <a:buFont typeface="Times New Roman"/>
              <a:buChar char="■"/>
              <a:defRPr sz="1800"/>
            </a:lvl6pPr>
            <a:lvl7pPr indent="-342900" lvl="6" marL="3200400" algn="l">
              <a:lnSpc>
                <a:spcPct val="115000"/>
              </a:lnSpc>
              <a:spcBef>
                <a:spcPts val="360"/>
              </a:spcBef>
              <a:spcAft>
                <a:spcPts val="0"/>
              </a:spcAft>
              <a:buClr>
                <a:schemeClr val="dk1"/>
              </a:buClr>
              <a:buSzPts val="1800"/>
              <a:buFont typeface="Times New Roman"/>
              <a:buChar char="●"/>
              <a:defRPr sz="1800"/>
            </a:lvl7pPr>
            <a:lvl8pPr indent="-342900" lvl="7" marL="3657600" algn="l">
              <a:lnSpc>
                <a:spcPct val="115000"/>
              </a:lnSpc>
              <a:spcBef>
                <a:spcPts val="360"/>
              </a:spcBef>
              <a:spcAft>
                <a:spcPts val="0"/>
              </a:spcAft>
              <a:buClr>
                <a:schemeClr val="dk1"/>
              </a:buClr>
              <a:buSzPts val="1800"/>
              <a:buFont typeface="Times New Roman"/>
              <a:buChar char="○"/>
              <a:defRPr sz="1800"/>
            </a:lvl8pPr>
            <a:lvl9pPr indent="-342900" lvl="8" marL="4114800" algn="l">
              <a:lnSpc>
                <a:spcPct val="115000"/>
              </a:lnSpc>
              <a:spcBef>
                <a:spcPts val="360"/>
              </a:spcBef>
              <a:spcAft>
                <a:spcPts val="0"/>
              </a:spcAft>
              <a:buClr>
                <a:schemeClr val="dk1"/>
              </a:buClr>
              <a:buSzPts val="1800"/>
              <a:buFont typeface="Times New Roman"/>
              <a:buChar char="■"/>
              <a:defRPr sz="1800"/>
            </a:lvl9pPr>
          </a:lstStyle>
          <a:p/>
        </p:txBody>
      </p:sp>
      <p:sp>
        <p:nvSpPr>
          <p:cNvPr id="20" name="Google Shape;20;g305d2edbf8d_0_219"/>
          <p:cNvSpPr txBox="1"/>
          <p:nvPr>
            <p:ph idx="2" type="body"/>
          </p:nvPr>
        </p:nvSpPr>
        <p:spPr>
          <a:xfrm>
            <a:off x="5994400" y="1600200"/>
            <a:ext cx="50799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15000"/>
              </a:lnSpc>
              <a:spcBef>
                <a:spcPts val="400"/>
              </a:spcBef>
              <a:spcAft>
                <a:spcPts val="0"/>
              </a:spcAft>
              <a:buClr>
                <a:schemeClr val="dk1"/>
              </a:buClr>
              <a:buSzPts val="2000"/>
              <a:buFont typeface="Comic Sans MS"/>
              <a:buChar char="■"/>
              <a:defRPr sz="2000"/>
            </a:lvl3pPr>
            <a:lvl4pPr indent="-342900" lvl="3" marL="1828800" algn="l">
              <a:lnSpc>
                <a:spcPct val="115000"/>
              </a:lnSpc>
              <a:spcBef>
                <a:spcPts val="360"/>
              </a:spcBef>
              <a:spcAft>
                <a:spcPts val="0"/>
              </a:spcAft>
              <a:buClr>
                <a:schemeClr val="dk1"/>
              </a:buClr>
              <a:buSzPts val="1800"/>
              <a:buFont typeface="Times New Roman"/>
              <a:buChar char="●"/>
              <a:defRPr sz="1800"/>
            </a:lvl4pPr>
            <a:lvl5pPr indent="-342900" lvl="4" marL="2286000" algn="l">
              <a:lnSpc>
                <a:spcPct val="115000"/>
              </a:lnSpc>
              <a:spcBef>
                <a:spcPts val="360"/>
              </a:spcBef>
              <a:spcAft>
                <a:spcPts val="0"/>
              </a:spcAft>
              <a:buClr>
                <a:schemeClr val="dk1"/>
              </a:buClr>
              <a:buSzPts val="1800"/>
              <a:buFont typeface="Times New Roman"/>
              <a:buChar char="○"/>
              <a:defRPr sz="1800"/>
            </a:lvl5pPr>
            <a:lvl6pPr indent="-342900" lvl="5" marL="2743200" algn="l">
              <a:lnSpc>
                <a:spcPct val="115000"/>
              </a:lnSpc>
              <a:spcBef>
                <a:spcPts val="360"/>
              </a:spcBef>
              <a:spcAft>
                <a:spcPts val="0"/>
              </a:spcAft>
              <a:buClr>
                <a:schemeClr val="dk1"/>
              </a:buClr>
              <a:buSzPts val="1800"/>
              <a:buFont typeface="Times New Roman"/>
              <a:buChar char="■"/>
              <a:defRPr sz="1800"/>
            </a:lvl6pPr>
            <a:lvl7pPr indent="-342900" lvl="6" marL="3200400" algn="l">
              <a:lnSpc>
                <a:spcPct val="115000"/>
              </a:lnSpc>
              <a:spcBef>
                <a:spcPts val="360"/>
              </a:spcBef>
              <a:spcAft>
                <a:spcPts val="0"/>
              </a:spcAft>
              <a:buClr>
                <a:schemeClr val="dk1"/>
              </a:buClr>
              <a:buSzPts val="1800"/>
              <a:buFont typeface="Times New Roman"/>
              <a:buChar char="●"/>
              <a:defRPr sz="1800"/>
            </a:lvl7pPr>
            <a:lvl8pPr indent="-342900" lvl="7" marL="3657600" algn="l">
              <a:lnSpc>
                <a:spcPct val="115000"/>
              </a:lnSpc>
              <a:spcBef>
                <a:spcPts val="360"/>
              </a:spcBef>
              <a:spcAft>
                <a:spcPts val="0"/>
              </a:spcAft>
              <a:buClr>
                <a:schemeClr val="dk1"/>
              </a:buClr>
              <a:buSzPts val="1800"/>
              <a:buFont typeface="Times New Roman"/>
              <a:buChar char="○"/>
              <a:defRPr sz="1800"/>
            </a:lvl8pPr>
            <a:lvl9pPr indent="-342900" lvl="8" marL="4114800" algn="l">
              <a:lnSpc>
                <a:spcPct val="115000"/>
              </a:lnSpc>
              <a:spcBef>
                <a:spcPts val="360"/>
              </a:spcBef>
              <a:spcAft>
                <a:spcPts val="0"/>
              </a:spcAft>
              <a:buClr>
                <a:schemeClr val="dk1"/>
              </a:buClr>
              <a:buSzPts val="1800"/>
              <a:buFont typeface="Times New Roman"/>
              <a:buChar char="■"/>
              <a:defRPr sz="1800"/>
            </a:lvl9pPr>
          </a:lstStyle>
          <a:p/>
        </p:txBody>
      </p:sp>
      <p:sp>
        <p:nvSpPr>
          <p:cNvPr id="21" name="Google Shape;21;g305d2edbf8d_0_219"/>
          <p:cNvSpPr txBox="1"/>
          <p:nvPr>
            <p:ph idx="10" type="dt"/>
          </p:nvPr>
        </p:nvSpPr>
        <p:spPr>
          <a:xfrm>
            <a:off x="914400" y="6248400"/>
            <a:ext cx="25401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g305d2edbf8d_0_219"/>
          <p:cNvSpPr txBox="1"/>
          <p:nvPr>
            <p:ph idx="11" type="ftr"/>
          </p:nvPr>
        </p:nvSpPr>
        <p:spPr>
          <a:xfrm>
            <a:off x="7376583" y="6467475"/>
            <a:ext cx="3860700" cy="2874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g305d2edbf8d_0_219"/>
          <p:cNvSpPr txBox="1"/>
          <p:nvPr>
            <p:ph idx="12" type="sldNum"/>
          </p:nvPr>
        </p:nvSpPr>
        <p:spPr>
          <a:xfrm>
            <a:off x="11099800" y="6462712"/>
            <a:ext cx="901500" cy="2763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4-</a:t>
            </a:r>
            <a:fld id="{00000000-1234-1234-1234-123412341234}" type="slidenum">
              <a:rPr lang="en-US"/>
              <a:t>‹#›</a:t>
            </a:fld>
            <a:endParaRPr sz="1300">
              <a:solidFill>
                <a:schemeClr val="dk2"/>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gbbda25c5c6_0_17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6" name="Google Shape;26;gbbda25c5c6_0_17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7" name="Google Shape;27;gbbda25c5c6_0_179"/>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gbbda25c5c6_0_185"/>
          <p:cNvSpPr txBox="1"/>
          <p:nvPr>
            <p:ph type="title"/>
          </p:nvPr>
        </p:nvSpPr>
        <p:spPr>
          <a:xfrm>
            <a:off x="609600" y="274637"/>
            <a:ext cx="10972800" cy="1143300"/>
          </a:xfrm>
          <a:prstGeom prst="rect">
            <a:avLst/>
          </a:prstGeom>
          <a:noFill/>
          <a:ln>
            <a:noFill/>
          </a:ln>
        </p:spPr>
        <p:txBody>
          <a:bodyPr anchorCtr="0" anchor="t" bIns="60925" lIns="121900" spcFirstLastPara="1" rIns="121900" wrap="square" tIns="60925">
            <a:noAutofit/>
          </a:bodyPr>
          <a:lstStyle>
            <a:lvl1pPr lvl="0"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1pPr>
            <a:lvl2pPr lvl="1"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2pPr>
            <a:lvl3pPr lvl="2"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3pPr>
            <a:lvl4pPr lvl="3"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4pPr>
            <a:lvl5pPr lvl="4"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5pPr>
            <a:lvl6pPr lvl="5"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6pPr>
            <a:lvl7pPr lvl="6"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7pPr>
            <a:lvl8pPr lvl="7"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8pPr>
            <a:lvl9pPr lvl="8"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9pPr>
          </a:lstStyle>
          <a:p/>
        </p:txBody>
      </p:sp>
      <p:sp>
        <p:nvSpPr>
          <p:cNvPr id="30" name="Google Shape;30;gbbda25c5c6_0_185"/>
          <p:cNvSpPr txBox="1"/>
          <p:nvPr>
            <p:ph idx="1" type="body"/>
          </p:nvPr>
        </p:nvSpPr>
        <p:spPr>
          <a:xfrm>
            <a:off x="609600" y="1600200"/>
            <a:ext cx="10972800" cy="4526100"/>
          </a:xfrm>
          <a:prstGeom prst="rect">
            <a:avLst/>
          </a:prstGeom>
          <a:noFill/>
          <a:ln>
            <a:noFill/>
          </a:ln>
        </p:spPr>
        <p:txBody>
          <a:bodyPr anchorCtr="0" anchor="t" bIns="60925" lIns="121900" spcFirstLastPara="1" rIns="121900" wrap="square" tIns="60925">
            <a:noAutofit/>
          </a:bodyPr>
          <a:lstStyle>
            <a:lvl1pPr indent="-393700" lvl="0" marL="457200" marR="0" algn="l">
              <a:lnSpc>
                <a:spcPct val="115000"/>
              </a:lnSpc>
              <a:spcBef>
                <a:spcPts val="900"/>
              </a:spcBef>
              <a:spcAft>
                <a:spcPts val="0"/>
              </a:spcAft>
              <a:buClr>
                <a:schemeClr val="folHlink"/>
              </a:buClr>
              <a:buSzPts val="2600"/>
              <a:buFont typeface="Noto Sans Symbols"/>
              <a:buChar char="■"/>
              <a:defRPr b="0" i="0" sz="4300" u="none" cap="none" strike="noStrike">
                <a:solidFill>
                  <a:schemeClr val="dk1"/>
                </a:solidFill>
                <a:latin typeface="Tahoma"/>
                <a:ea typeface="Tahoma"/>
                <a:cs typeface="Tahoma"/>
                <a:sym typeface="Tahoma"/>
              </a:defRPr>
            </a:lvl1pPr>
            <a:lvl2pPr indent="-361950" lvl="1" marL="914400" marR="0" algn="l">
              <a:lnSpc>
                <a:spcPct val="115000"/>
              </a:lnSpc>
              <a:spcBef>
                <a:spcPts val="700"/>
              </a:spcBef>
              <a:spcAft>
                <a:spcPts val="0"/>
              </a:spcAft>
              <a:buClr>
                <a:schemeClr val="hlink"/>
              </a:buClr>
              <a:buSzPts val="2100"/>
              <a:buFont typeface="Noto Sans Symbols"/>
              <a:buChar char="■"/>
              <a:defRPr b="0" i="0" sz="3700" u="none" cap="none" strike="noStrike">
                <a:solidFill>
                  <a:schemeClr val="dk1"/>
                </a:solidFill>
                <a:latin typeface="Tahoma"/>
                <a:ea typeface="Tahoma"/>
                <a:cs typeface="Tahoma"/>
                <a:sym typeface="Tahoma"/>
              </a:defRPr>
            </a:lvl2pPr>
            <a:lvl3pPr indent="-330200" lvl="2" marL="1371600" marR="0" algn="l">
              <a:lnSpc>
                <a:spcPct val="115000"/>
              </a:lnSpc>
              <a:spcBef>
                <a:spcPts val="600"/>
              </a:spcBef>
              <a:spcAft>
                <a:spcPts val="0"/>
              </a:spcAft>
              <a:buClr>
                <a:schemeClr val="folHlink"/>
              </a:buClr>
              <a:buSzPts val="1600"/>
              <a:buFont typeface="Noto Sans Symbols"/>
              <a:buChar char="■"/>
              <a:defRPr b="0" i="0" sz="3200" u="none" cap="none" strike="noStrike">
                <a:solidFill>
                  <a:schemeClr val="dk1"/>
                </a:solidFill>
                <a:latin typeface="Tahoma"/>
                <a:ea typeface="Tahoma"/>
                <a:cs typeface="Tahoma"/>
                <a:sym typeface="Tahoma"/>
              </a:defRPr>
            </a:lvl3pPr>
            <a:lvl4pPr indent="-323850" lvl="3" marL="1828800" marR="0" algn="l">
              <a:lnSpc>
                <a:spcPct val="115000"/>
              </a:lnSpc>
              <a:spcBef>
                <a:spcPts val="500"/>
              </a:spcBef>
              <a:spcAft>
                <a:spcPts val="0"/>
              </a:spcAft>
              <a:buClr>
                <a:schemeClr val="accent2"/>
              </a:buClr>
              <a:buSzPts val="1500"/>
              <a:buFont typeface="Noto Sans Symbols"/>
              <a:buChar char="■"/>
              <a:defRPr b="0" i="0" sz="2700" u="none" cap="none" strike="noStrike">
                <a:solidFill>
                  <a:schemeClr val="dk1"/>
                </a:solidFill>
                <a:latin typeface="Tahoma"/>
                <a:ea typeface="Tahoma"/>
                <a:cs typeface="Tahoma"/>
                <a:sym typeface="Tahoma"/>
              </a:defRPr>
            </a:lvl4pPr>
            <a:lvl5pPr indent="-311150" lvl="4" marL="22860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5pPr>
            <a:lvl6pPr indent="-311150" lvl="5" marL="27432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6pPr>
            <a:lvl7pPr indent="-311150" lvl="6" marL="32004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7pPr>
            <a:lvl8pPr indent="-311150" lvl="7" marL="36576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8pPr>
            <a:lvl9pPr indent="-311150" lvl="8" marL="41148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9pPr>
          </a:lstStyle>
          <a:p/>
        </p:txBody>
      </p:sp>
      <p:sp>
        <p:nvSpPr>
          <p:cNvPr id="31" name="Google Shape;31;gbbda25c5c6_0_185"/>
          <p:cNvSpPr txBox="1"/>
          <p:nvPr>
            <p:ph idx="12" type="sldNum"/>
          </p:nvPr>
        </p:nvSpPr>
        <p:spPr>
          <a:xfrm>
            <a:off x="-101600" y="6400800"/>
            <a:ext cx="2540100" cy="457200"/>
          </a:xfrm>
          <a:prstGeom prst="rect">
            <a:avLst/>
          </a:prstGeom>
          <a:noFill/>
          <a:ln>
            <a:noFill/>
          </a:ln>
        </p:spPr>
        <p:txBody>
          <a:bodyPr anchorCtr="0" anchor="b" bIns="60925" lIns="121900" spcFirstLastPara="1" rIns="121900" wrap="square" tIns="60925">
            <a:noAutofit/>
          </a:bodyPr>
          <a:lstStyle>
            <a:lvl1pPr indent="0" lvl="0"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19.</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2" name="Shape 32"/>
        <p:cNvGrpSpPr/>
        <p:nvPr/>
      </p:nvGrpSpPr>
      <p:grpSpPr>
        <a:xfrm>
          <a:off x="0" y="0"/>
          <a:ext cx="0" cy="0"/>
          <a:chOff x="0" y="0"/>
          <a:chExt cx="0" cy="0"/>
        </a:xfrm>
      </p:grpSpPr>
      <p:sp>
        <p:nvSpPr>
          <p:cNvPr id="33" name="Google Shape;33;g31d3c0017c5_0_529"/>
          <p:cNvSpPr txBox="1"/>
          <p:nvPr>
            <p:ph type="title"/>
          </p:nvPr>
        </p:nvSpPr>
        <p:spPr>
          <a:xfrm>
            <a:off x="960000" y="593367"/>
            <a:ext cx="102720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34" name="Google Shape;34;g31d3c0017c5_0_529"/>
          <p:cNvSpPr txBox="1"/>
          <p:nvPr>
            <p:ph idx="1" type="subTitle"/>
          </p:nvPr>
        </p:nvSpPr>
        <p:spPr>
          <a:xfrm>
            <a:off x="950967" y="2722033"/>
            <a:ext cx="7437900" cy="808800"/>
          </a:xfrm>
          <a:prstGeom prst="rect">
            <a:avLst/>
          </a:prstGeom>
          <a:noFill/>
          <a:ln>
            <a:noFill/>
          </a:ln>
        </p:spPr>
        <p:txBody>
          <a:bodyPr anchorCtr="0" anchor="t" bIns="121900" lIns="121900" spcFirstLastPara="1" rIns="121900" wrap="square" tIns="121900">
            <a:noAutofit/>
          </a:bodyPr>
          <a:lstStyle>
            <a:lvl1pPr lvl="0" algn="l">
              <a:lnSpc>
                <a:spcPct val="115000"/>
              </a:lnSpc>
              <a:spcBef>
                <a:spcPts val="0"/>
              </a:spcBef>
              <a:spcAft>
                <a:spcPts val="0"/>
              </a:spcAft>
              <a:buSzPts val="3700"/>
              <a:buNone/>
              <a:defRPr b="0" sz="19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5" name="Google Shape;35;g31d3c0017c5_0_529"/>
          <p:cNvSpPr txBox="1"/>
          <p:nvPr>
            <p:ph idx="2" type="subTitle"/>
          </p:nvPr>
        </p:nvSpPr>
        <p:spPr>
          <a:xfrm>
            <a:off x="950967" y="4488867"/>
            <a:ext cx="7437900" cy="856800"/>
          </a:xfrm>
          <a:prstGeom prst="rect">
            <a:avLst/>
          </a:prstGeom>
          <a:noFill/>
          <a:ln>
            <a:noFill/>
          </a:ln>
        </p:spPr>
        <p:txBody>
          <a:bodyPr anchorCtr="0" anchor="t" bIns="121900" lIns="121900" spcFirstLastPara="1" rIns="121900" wrap="square" tIns="121900">
            <a:noAutofit/>
          </a:bodyPr>
          <a:lstStyle>
            <a:lvl1pPr lvl="0" algn="l">
              <a:lnSpc>
                <a:spcPct val="115000"/>
              </a:lnSpc>
              <a:spcBef>
                <a:spcPts val="0"/>
              </a:spcBef>
              <a:spcAft>
                <a:spcPts val="0"/>
              </a:spcAft>
              <a:buSzPts val="3700"/>
              <a:buNone/>
              <a:defRPr b="0" sz="19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6" name="Google Shape;36;g31d3c0017c5_0_529"/>
          <p:cNvSpPr txBox="1"/>
          <p:nvPr>
            <p:ph idx="3" type="subTitle"/>
          </p:nvPr>
        </p:nvSpPr>
        <p:spPr>
          <a:xfrm>
            <a:off x="950967" y="2239200"/>
            <a:ext cx="7437900" cy="536400"/>
          </a:xfrm>
          <a:prstGeom prst="rect">
            <a:avLst/>
          </a:prstGeom>
          <a:noFill/>
          <a:ln>
            <a:noFill/>
          </a:ln>
        </p:spPr>
        <p:txBody>
          <a:bodyPr anchorCtr="0" anchor="b" bIns="121900" lIns="121900" spcFirstLastPara="1" rIns="121900" wrap="square" tIns="121900">
            <a:noAutofit/>
          </a:bodyPr>
          <a:lstStyle>
            <a:lvl1pPr lvl="0" algn="l">
              <a:lnSpc>
                <a:spcPct val="115000"/>
              </a:lnSpc>
              <a:spcBef>
                <a:spcPts val="0"/>
              </a:spcBef>
              <a:spcAft>
                <a:spcPts val="0"/>
              </a:spcAft>
              <a:buSzPts val="3200"/>
              <a:buFont typeface="IBM Plex Mono"/>
              <a:buNone/>
              <a:defRPr b="1" sz="2700">
                <a:latin typeface="IBM Plex Mono"/>
                <a:ea typeface="IBM Plex Mono"/>
                <a:cs typeface="IBM Plex Mono"/>
                <a:sym typeface="IBM Plex Mono"/>
              </a:defRPr>
            </a:lvl1pPr>
            <a:lvl2pPr lvl="1"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2pPr>
            <a:lvl3pPr lvl="2"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3pPr>
            <a:lvl4pPr lvl="3"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4pPr>
            <a:lvl5pPr lvl="4"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5pPr>
            <a:lvl6pPr lvl="5"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6pPr>
            <a:lvl7pPr lvl="6"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7pPr>
            <a:lvl8pPr lvl="7"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8pPr>
            <a:lvl9pPr lvl="8"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9pPr>
          </a:lstStyle>
          <a:p/>
        </p:txBody>
      </p:sp>
      <p:sp>
        <p:nvSpPr>
          <p:cNvPr id="37" name="Google Shape;37;g31d3c0017c5_0_529"/>
          <p:cNvSpPr txBox="1"/>
          <p:nvPr>
            <p:ph idx="4" type="subTitle"/>
          </p:nvPr>
        </p:nvSpPr>
        <p:spPr>
          <a:xfrm>
            <a:off x="950967" y="4054067"/>
            <a:ext cx="7437900" cy="536400"/>
          </a:xfrm>
          <a:prstGeom prst="rect">
            <a:avLst/>
          </a:prstGeom>
          <a:noFill/>
          <a:ln>
            <a:noFill/>
          </a:ln>
        </p:spPr>
        <p:txBody>
          <a:bodyPr anchorCtr="0" anchor="b" bIns="121900" lIns="121900" spcFirstLastPara="1" rIns="121900" wrap="square" tIns="121900">
            <a:noAutofit/>
          </a:bodyPr>
          <a:lstStyle>
            <a:lvl1pPr lvl="0" algn="l">
              <a:lnSpc>
                <a:spcPct val="115000"/>
              </a:lnSpc>
              <a:spcBef>
                <a:spcPts val="0"/>
              </a:spcBef>
              <a:spcAft>
                <a:spcPts val="0"/>
              </a:spcAft>
              <a:buSzPts val="3200"/>
              <a:buFont typeface="IBM Plex Mono"/>
              <a:buNone/>
              <a:defRPr b="1" sz="2700">
                <a:latin typeface="IBM Plex Mono"/>
                <a:ea typeface="IBM Plex Mono"/>
                <a:cs typeface="IBM Plex Mono"/>
                <a:sym typeface="IBM Plex Mono"/>
              </a:defRPr>
            </a:lvl1pPr>
            <a:lvl2pPr lvl="1"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2pPr>
            <a:lvl3pPr lvl="2"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3pPr>
            <a:lvl4pPr lvl="3"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4pPr>
            <a:lvl5pPr lvl="4"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5pPr>
            <a:lvl6pPr lvl="5"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6pPr>
            <a:lvl7pPr lvl="6"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7pPr>
            <a:lvl8pPr lvl="7"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8pPr>
            <a:lvl9pPr lvl="8"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9pPr>
          </a:lstStyle>
          <a:p/>
        </p:txBody>
      </p:sp>
      <p:grpSp>
        <p:nvGrpSpPr>
          <p:cNvPr id="38" name="Google Shape;38;g31d3c0017c5_0_529"/>
          <p:cNvGrpSpPr/>
          <p:nvPr/>
        </p:nvGrpSpPr>
        <p:grpSpPr>
          <a:xfrm flipH="1" rot="-5400000">
            <a:off x="8318746" y="1376862"/>
            <a:ext cx="6695884" cy="6352440"/>
            <a:chOff x="4571986" y="2268210"/>
            <a:chExt cx="5022035" cy="4764449"/>
          </a:xfrm>
        </p:grpSpPr>
        <p:pic>
          <p:nvPicPr>
            <p:cNvPr id="39" name="Google Shape;39;g31d3c0017c5_0_529"/>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40" name="Google Shape;40;g31d3c0017c5_0_529"/>
            <p:cNvGrpSpPr/>
            <p:nvPr/>
          </p:nvGrpSpPr>
          <p:grpSpPr>
            <a:xfrm rot="10800000">
              <a:off x="4571986" y="2268210"/>
              <a:ext cx="5022034" cy="4764449"/>
              <a:chOff x="-494405" y="-1584825"/>
              <a:chExt cx="4397193" cy="4171657"/>
            </a:xfrm>
          </p:grpSpPr>
          <p:grpSp>
            <p:nvGrpSpPr>
              <p:cNvPr id="41" name="Google Shape;41;g31d3c0017c5_0_529"/>
              <p:cNvGrpSpPr/>
              <p:nvPr/>
            </p:nvGrpSpPr>
            <p:grpSpPr>
              <a:xfrm>
                <a:off x="245875" y="-51824"/>
                <a:ext cx="208200" cy="1824700"/>
                <a:chOff x="1040050" y="3812126"/>
                <a:chExt cx="208200" cy="1824700"/>
              </a:xfrm>
            </p:grpSpPr>
            <p:sp>
              <p:nvSpPr>
                <p:cNvPr id="42" name="Google Shape;42;g31d3c0017c5_0_529"/>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2352"/>
                      </a:srgbClr>
                    </a:gs>
                    <a:gs pos="100000">
                      <a:srgbClr val="FFFFFF">
                        <a:alpha val="42352"/>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3" name="Google Shape;43;g31d3c0017c5_0_529"/>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2352"/>
                      </a:srgbClr>
                    </a:gs>
                    <a:gs pos="78000">
                      <a:srgbClr val="F5F8FF">
                        <a:alpha val="42352"/>
                      </a:srgbClr>
                    </a:gs>
                    <a:gs pos="100000">
                      <a:srgbClr val="F5F8FF">
                        <a:alpha val="42352"/>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44" name="Google Shape;44;g31d3c0017c5_0_529"/>
              <p:cNvGrpSpPr/>
              <p:nvPr/>
            </p:nvGrpSpPr>
            <p:grpSpPr>
              <a:xfrm rot="-8100000">
                <a:off x="540898" y="-1172741"/>
                <a:ext cx="2552124" cy="3347490"/>
                <a:chOff x="2976325" y="908175"/>
                <a:chExt cx="4028179" cy="5283555"/>
              </a:xfrm>
            </p:grpSpPr>
            <p:sp>
              <p:nvSpPr>
                <p:cNvPr id="45" name="Google Shape;45;g31d3c0017c5_0_529"/>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6" name="Google Shape;46;g31d3c0017c5_0_529"/>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7" name="Google Shape;47;g31d3c0017c5_0_529"/>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48" name="Google Shape;48;g31d3c0017c5_0_529"/>
              <p:cNvGrpSpPr/>
              <p:nvPr/>
            </p:nvGrpSpPr>
            <p:grpSpPr>
              <a:xfrm>
                <a:off x="-1" y="621223"/>
                <a:ext cx="699940" cy="478601"/>
                <a:chOff x="39723" y="4349022"/>
                <a:chExt cx="1061964" cy="726143"/>
              </a:xfrm>
            </p:grpSpPr>
            <p:grpSp>
              <p:nvGrpSpPr>
                <p:cNvPr id="49" name="Google Shape;49;g31d3c0017c5_0_529"/>
                <p:cNvGrpSpPr/>
                <p:nvPr/>
              </p:nvGrpSpPr>
              <p:grpSpPr>
                <a:xfrm rot="2700000">
                  <a:off x="140502" y="4460925"/>
                  <a:ext cx="524584" cy="502337"/>
                  <a:chOff x="1189791" y="-1767331"/>
                  <a:chExt cx="904284" cy="865933"/>
                </a:xfrm>
              </p:grpSpPr>
              <p:sp>
                <p:nvSpPr>
                  <p:cNvPr id="50" name="Google Shape;5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3921"/>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51" name="Google Shape;51;g31d3c0017c5_0_529"/>
                  <p:cNvGrpSpPr/>
                  <p:nvPr/>
                </p:nvGrpSpPr>
                <p:grpSpPr>
                  <a:xfrm>
                    <a:off x="1232795" y="-1740829"/>
                    <a:ext cx="717622" cy="717393"/>
                    <a:chOff x="1483457" y="3953671"/>
                    <a:chExt cx="717622" cy="717393"/>
                  </a:xfrm>
                </p:grpSpPr>
                <p:sp>
                  <p:nvSpPr>
                    <p:cNvPr id="52" name="Google Shape;5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3" name="Google Shape;5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4" name="Google Shape;5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5" name="Google Shape;5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6" name="Google Shape;5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57" name="Google Shape;5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1960"/>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58" name="Google Shape;58;g31d3c0017c5_0_529"/>
              <p:cNvGrpSpPr/>
              <p:nvPr/>
            </p:nvGrpSpPr>
            <p:grpSpPr>
              <a:xfrm>
                <a:off x="955673" y="14"/>
                <a:ext cx="592576" cy="405260"/>
                <a:chOff x="39723" y="4349022"/>
                <a:chExt cx="1061964" cy="726143"/>
              </a:xfrm>
            </p:grpSpPr>
            <p:grpSp>
              <p:nvGrpSpPr>
                <p:cNvPr id="59" name="Google Shape;59;g31d3c0017c5_0_529"/>
                <p:cNvGrpSpPr/>
                <p:nvPr/>
              </p:nvGrpSpPr>
              <p:grpSpPr>
                <a:xfrm rot="2700000">
                  <a:off x="140502" y="4460925"/>
                  <a:ext cx="524584" cy="502337"/>
                  <a:chOff x="1189791" y="-1767331"/>
                  <a:chExt cx="904284" cy="865933"/>
                </a:xfrm>
              </p:grpSpPr>
              <p:sp>
                <p:nvSpPr>
                  <p:cNvPr id="60" name="Google Shape;6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3921"/>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61" name="Google Shape;61;g31d3c0017c5_0_529"/>
                  <p:cNvGrpSpPr/>
                  <p:nvPr/>
                </p:nvGrpSpPr>
                <p:grpSpPr>
                  <a:xfrm>
                    <a:off x="1232795" y="-1740829"/>
                    <a:ext cx="717622" cy="717393"/>
                    <a:chOff x="1483457" y="3953671"/>
                    <a:chExt cx="717622" cy="717393"/>
                  </a:xfrm>
                </p:grpSpPr>
                <p:sp>
                  <p:nvSpPr>
                    <p:cNvPr id="62" name="Google Shape;6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3" name="Google Shape;6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4" name="Google Shape;6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5" name="Google Shape;6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6" name="Google Shape;6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67" name="Google Shape;6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1960"/>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68" name="Google Shape;68;g31d3c0017c5_0_529"/>
              <p:cNvGrpSpPr/>
              <p:nvPr/>
            </p:nvGrpSpPr>
            <p:grpSpPr>
              <a:xfrm>
                <a:off x="441574" y="-36652"/>
                <a:ext cx="699940" cy="478601"/>
                <a:chOff x="39723" y="4349022"/>
                <a:chExt cx="1061964" cy="726143"/>
              </a:xfrm>
            </p:grpSpPr>
            <p:grpSp>
              <p:nvGrpSpPr>
                <p:cNvPr id="69" name="Google Shape;69;g31d3c0017c5_0_529"/>
                <p:cNvGrpSpPr/>
                <p:nvPr/>
              </p:nvGrpSpPr>
              <p:grpSpPr>
                <a:xfrm rot="2700000">
                  <a:off x="140502" y="4460925"/>
                  <a:ext cx="524584" cy="502337"/>
                  <a:chOff x="1189791" y="-1767331"/>
                  <a:chExt cx="904284" cy="865933"/>
                </a:xfrm>
              </p:grpSpPr>
              <p:sp>
                <p:nvSpPr>
                  <p:cNvPr id="70" name="Google Shape;7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3921"/>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71" name="Google Shape;71;g31d3c0017c5_0_529"/>
                  <p:cNvGrpSpPr/>
                  <p:nvPr/>
                </p:nvGrpSpPr>
                <p:grpSpPr>
                  <a:xfrm>
                    <a:off x="1232795" y="-1740829"/>
                    <a:ext cx="717622" cy="717393"/>
                    <a:chOff x="1483457" y="3953671"/>
                    <a:chExt cx="717622" cy="717393"/>
                  </a:xfrm>
                </p:grpSpPr>
                <p:sp>
                  <p:nvSpPr>
                    <p:cNvPr id="72" name="Google Shape;7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3" name="Google Shape;7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4" name="Google Shape;7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5" name="Google Shape;7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6" name="Google Shape;7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2352"/>
                          </a:srgbClr>
                        </a:gs>
                        <a:gs pos="100000">
                          <a:srgbClr val="FFFFFF">
                            <a:alpha val="42352"/>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77" name="Google Shape;7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1960"/>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78" name="Google Shape;78;g31d3c0017c5_0_529"/>
              <p:cNvGrpSpPr/>
              <p:nvPr/>
            </p:nvGrpSpPr>
            <p:grpSpPr>
              <a:xfrm>
                <a:off x="-494405" y="-252396"/>
                <a:ext cx="1741563" cy="1288563"/>
                <a:chOff x="-494405" y="-252396"/>
                <a:chExt cx="1741563" cy="1288563"/>
              </a:xfrm>
            </p:grpSpPr>
            <p:sp>
              <p:nvSpPr>
                <p:cNvPr id="79" name="Google Shape;79;g31d3c0017c5_0_529"/>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0" name="Google Shape;80;g31d3c0017c5_0_529"/>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grpSp>
          <p:nvGrpSpPr>
            <p:cNvPr id="81" name="Google Shape;81;g31d3c0017c5_0_529"/>
            <p:cNvGrpSpPr/>
            <p:nvPr/>
          </p:nvGrpSpPr>
          <p:grpSpPr>
            <a:xfrm>
              <a:off x="5643425" y="4968525"/>
              <a:ext cx="439200" cy="439100"/>
              <a:chOff x="1101075" y="2142375"/>
              <a:chExt cx="439200" cy="439100"/>
            </a:xfrm>
          </p:grpSpPr>
          <p:sp>
            <p:nvSpPr>
              <p:cNvPr id="82" name="Google Shape;82;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1960"/>
                    </a:srgbClr>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3" name="Google Shape;83;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1960"/>
                    </a:srgbClr>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pic>
        <p:nvPicPr>
          <p:cNvPr id="84" name="Google Shape;84;g31d3c0017c5_0_529"/>
          <p:cNvPicPr preferRelativeResize="0"/>
          <p:nvPr/>
        </p:nvPicPr>
        <p:blipFill rotWithShape="1">
          <a:blip r:embed="rId2">
            <a:alphaModFix/>
          </a:blip>
          <a:srcRect b="26177" l="16960" r="7121" t="24718"/>
          <a:stretch/>
        </p:blipFill>
        <p:spPr>
          <a:xfrm rot="5400000">
            <a:off x="-1910466" y="1177267"/>
            <a:ext cx="3255933" cy="2484998"/>
          </a:xfrm>
          <a:prstGeom prst="rect">
            <a:avLst/>
          </a:prstGeom>
          <a:noFill/>
          <a:ln>
            <a:noFill/>
          </a:ln>
        </p:spPr>
      </p:pic>
      <p:grpSp>
        <p:nvGrpSpPr>
          <p:cNvPr id="85" name="Google Shape;85;g31d3c0017c5_0_529"/>
          <p:cNvGrpSpPr/>
          <p:nvPr/>
        </p:nvGrpSpPr>
        <p:grpSpPr>
          <a:xfrm rot="10800000">
            <a:off x="8061112" y="317406"/>
            <a:ext cx="6078471" cy="178796"/>
            <a:chOff x="796100" y="3019701"/>
            <a:chExt cx="4558967" cy="134100"/>
          </a:xfrm>
        </p:grpSpPr>
        <p:sp>
          <p:nvSpPr>
            <p:cNvPr id="86" name="Google Shape;86;g31d3c0017c5_0_5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87" name="Google Shape;87;g31d3c0017c5_0_52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88" name="Google Shape;88;g31d3c0017c5_0_529"/>
            <p:cNvSpPr/>
            <p:nvPr/>
          </p:nvSpPr>
          <p:spPr>
            <a:xfrm>
              <a:off x="5251079" y="3049843"/>
              <a:ext cx="73800" cy="73800"/>
            </a:xfrm>
            <a:prstGeom prst="ellipse">
              <a:avLst/>
            </a:prstGeom>
            <a:solidFill>
              <a:schemeClr val="dk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89" name="Google Shape;89;g31d3c0017c5_0_529"/>
          <p:cNvGrpSpPr/>
          <p:nvPr/>
        </p:nvGrpSpPr>
        <p:grpSpPr>
          <a:xfrm>
            <a:off x="-1524962" y="5234388"/>
            <a:ext cx="6078471" cy="2023665"/>
            <a:chOff x="-1143750" y="3849687"/>
            <a:chExt cx="4558967" cy="1517787"/>
          </a:xfrm>
        </p:grpSpPr>
        <p:grpSp>
          <p:nvGrpSpPr>
            <p:cNvPr id="90" name="Google Shape;90;g31d3c0017c5_0_529"/>
            <p:cNvGrpSpPr/>
            <p:nvPr/>
          </p:nvGrpSpPr>
          <p:grpSpPr>
            <a:xfrm rot="5400000">
              <a:off x="-805838" y="4155104"/>
              <a:ext cx="1517787" cy="906953"/>
              <a:chOff x="-55500" y="4835979"/>
              <a:chExt cx="1517787" cy="906953"/>
            </a:xfrm>
          </p:grpSpPr>
          <p:sp>
            <p:nvSpPr>
              <p:cNvPr id="91" name="Google Shape;91;g31d3c0017c5_0_529"/>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6666"/>
                    </a:srgbClr>
                  </a:gs>
                  <a:gs pos="22000">
                    <a:srgbClr val="F5F8FF">
                      <a:alpha val="26666"/>
                    </a:srgbClr>
                  </a:gs>
                  <a:gs pos="45000">
                    <a:srgbClr val="FFFFFF">
                      <a:alpha val="26666"/>
                    </a:srgbClr>
                  </a:gs>
                  <a:gs pos="100000">
                    <a:srgbClr val="0C0A9E">
                      <a:alpha val="26666"/>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2" name="Google Shape;92;g31d3c0017c5_0_529"/>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5490"/>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3" name="Google Shape;93;g31d3c0017c5_0_529"/>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6666"/>
                    </a:srgbClr>
                  </a:gs>
                  <a:gs pos="22000">
                    <a:srgbClr val="F5F8FF">
                      <a:alpha val="26666"/>
                    </a:srgbClr>
                  </a:gs>
                  <a:gs pos="45000">
                    <a:srgbClr val="FFFFFF">
                      <a:alpha val="26666"/>
                    </a:srgbClr>
                  </a:gs>
                  <a:gs pos="100000">
                    <a:srgbClr val="0C0A9E">
                      <a:alpha val="26666"/>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4" name="Google Shape;94;g31d3c0017c5_0_529"/>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5490"/>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95" name="Google Shape;95;g31d3c0017c5_0_529"/>
            <p:cNvGrpSpPr/>
            <p:nvPr/>
          </p:nvGrpSpPr>
          <p:grpSpPr>
            <a:xfrm>
              <a:off x="-549966" y="3946425"/>
              <a:ext cx="2833357" cy="1421047"/>
              <a:chOff x="-677366" y="4067275"/>
              <a:chExt cx="2833357" cy="1421047"/>
            </a:xfrm>
          </p:grpSpPr>
          <p:sp>
            <p:nvSpPr>
              <p:cNvPr id="96" name="Google Shape;96;g31d3c0017c5_0_529"/>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1960"/>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97" name="Google Shape;97;g31d3c0017c5_0_529"/>
              <p:cNvGrpSpPr/>
              <p:nvPr/>
            </p:nvGrpSpPr>
            <p:grpSpPr>
              <a:xfrm>
                <a:off x="317735" y="4614472"/>
                <a:ext cx="161977" cy="161940"/>
                <a:chOff x="1101075" y="2142375"/>
                <a:chExt cx="439200" cy="439100"/>
              </a:xfrm>
            </p:grpSpPr>
            <p:sp>
              <p:nvSpPr>
                <p:cNvPr id="98" name="Google Shape;98;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1960"/>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9" name="Google Shape;99;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1960"/>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100" name="Google Shape;100;g31d3c0017c5_0_529"/>
              <p:cNvGrpSpPr/>
              <p:nvPr/>
            </p:nvGrpSpPr>
            <p:grpSpPr>
              <a:xfrm rot="10800000">
                <a:off x="1700151" y="5032693"/>
                <a:ext cx="161977" cy="161940"/>
                <a:chOff x="1101075" y="2142375"/>
                <a:chExt cx="439200" cy="439100"/>
              </a:xfrm>
            </p:grpSpPr>
            <p:sp>
              <p:nvSpPr>
                <p:cNvPr id="101" name="Google Shape;101;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1960"/>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02" name="Google Shape;102;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1960"/>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103" name="Google Shape;103;g31d3c0017c5_0_529"/>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104" name="Google Shape;104;g31d3c0017c5_0_529"/>
            <p:cNvGrpSpPr/>
            <p:nvPr/>
          </p:nvGrpSpPr>
          <p:grpSpPr>
            <a:xfrm>
              <a:off x="-1143750" y="4741576"/>
              <a:ext cx="4558967" cy="134100"/>
              <a:chOff x="796100" y="3019701"/>
              <a:chExt cx="4558967" cy="134100"/>
            </a:xfrm>
          </p:grpSpPr>
          <p:sp>
            <p:nvSpPr>
              <p:cNvPr id="105" name="Google Shape;105;g31d3c0017c5_0_5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106" name="Google Shape;106;g31d3c0017c5_0_52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07" name="Google Shape;107;g31d3c0017c5_0_529"/>
              <p:cNvSpPr/>
              <p:nvPr/>
            </p:nvSpPr>
            <p:spPr>
              <a:xfrm>
                <a:off x="5251079" y="3049843"/>
                <a:ext cx="73800" cy="73800"/>
              </a:xfrm>
              <a:prstGeom prst="ellipse">
                <a:avLst/>
              </a:prstGeom>
              <a:solidFill>
                <a:schemeClr val="dk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gbbda25c5c6_0_183"/>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 name="Shape 110"/>
        <p:cNvGrpSpPr/>
        <p:nvPr/>
      </p:nvGrpSpPr>
      <p:grpSpPr>
        <a:xfrm>
          <a:off x="0" y="0"/>
          <a:ext cx="0" cy="0"/>
          <a:chOff x="0" y="0"/>
          <a:chExt cx="0" cy="0"/>
        </a:xfrm>
      </p:grpSpPr>
      <p:sp>
        <p:nvSpPr>
          <p:cNvPr id="111" name="Google Shape;111;gbbda25c5c6_0_1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2" name="Google Shape;112;gbbda25c5c6_0_189"/>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3" name="Shape 113"/>
        <p:cNvGrpSpPr/>
        <p:nvPr/>
      </p:nvGrpSpPr>
      <p:grpSpPr>
        <a:xfrm>
          <a:off x="0" y="0"/>
          <a:ext cx="0" cy="0"/>
          <a:chOff x="0" y="0"/>
          <a:chExt cx="0" cy="0"/>
        </a:xfrm>
      </p:grpSpPr>
      <p:sp>
        <p:nvSpPr>
          <p:cNvPr id="114" name="Google Shape;114;gbbda25c5c6_0_192"/>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15" name="Google Shape;115;gbbda25c5c6_0_192"/>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6" name="Shape 116"/>
        <p:cNvGrpSpPr/>
        <p:nvPr/>
      </p:nvGrpSpPr>
      <p:grpSpPr>
        <a:xfrm>
          <a:off x="0" y="0"/>
          <a:ext cx="0" cy="0"/>
          <a:chOff x="0" y="0"/>
          <a:chExt cx="0" cy="0"/>
        </a:xfrm>
      </p:grpSpPr>
      <p:sp>
        <p:nvSpPr>
          <p:cNvPr id="117" name="Google Shape;117;gbbda25c5c6_0_19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8" name="Google Shape;118;gbbda25c5c6_0_195"/>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19" name="Google Shape;119;gbbda25c5c6_0_195"/>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20" name="Google Shape;120;gbbda25c5c6_0_195"/>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1" name="Shape 121"/>
        <p:cNvGrpSpPr/>
        <p:nvPr/>
      </p:nvGrpSpPr>
      <p:grpSpPr>
        <a:xfrm>
          <a:off x="0" y="0"/>
          <a:ext cx="0" cy="0"/>
          <a:chOff x="0" y="0"/>
          <a:chExt cx="0" cy="0"/>
        </a:xfrm>
      </p:grpSpPr>
      <p:sp>
        <p:nvSpPr>
          <p:cNvPr id="122" name="Google Shape;122;gbbda25c5c6_0_200"/>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23" name="Google Shape;123;gbbda25c5c6_0_200"/>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24" name="Google Shape;124;gbbda25c5c6_0_200"/>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5" name="Shape 125"/>
        <p:cNvGrpSpPr/>
        <p:nvPr/>
      </p:nvGrpSpPr>
      <p:grpSpPr>
        <a:xfrm>
          <a:off x="0" y="0"/>
          <a:ext cx="0" cy="0"/>
          <a:chOff x="0" y="0"/>
          <a:chExt cx="0" cy="0"/>
        </a:xfrm>
      </p:grpSpPr>
      <p:sp>
        <p:nvSpPr>
          <p:cNvPr id="126" name="Google Shape;126;gbbda25c5c6_0_204"/>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27" name="Google Shape;127;gbbda25c5c6_0_204"/>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8" name="Shape 128"/>
        <p:cNvGrpSpPr/>
        <p:nvPr/>
      </p:nvGrpSpPr>
      <p:grpSpPr>
        <a:xfrm>
          <a:off x="0" y="0"/>
          <a:ext cx="0" cy="0"/>
          <a:chOff x="0" y="0"/>
          <a:chExt cx="0" cy="0"/>
        </a:xfrm>
      </p:grpSpPr>
      <p:sp>
        <p:nvSpPr>
          <p:cNvPr id="129" name="Google Shape;129;gbbda25c5c6_0_207"/>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30" name="Google Shape;130;gbbda25c5c6_0_207"/>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31" name="Google Shape;131;gbbda25c5c6_0_207"/>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2" name="Google Shape;132;gbbda25c5c6_0_207"/>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33" name="Google Shape;133;gbbda25c5c6_0_207"/>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4" name="Shape 134"/>
        <p:cNvGrpSpPr/>
        <p:nvPr/>
      </p:nvGrpSpPr>
      <p:grpSpPr>
        <a:xfrm>
          <a:off x="0" y="0"/>
          <a:ext cx="0" cy="0"/>
          <a:chOff x="0" y="0"/>
          <a:chExt cx="0" cy="0"/>
        </a:xfrm>
      </p:grpSpPr>
      <p:sp>
        <p:nvSpPr>
          <p:cNvPr id="135" name="Google Shape;135;gbbda25c5c6_0_213"/>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400"/>
              <a:buNone/>
              <a:defRPr/>
            </a:lvl1pPr>
          </a:lstStyle>
          <a:p/>
        </p:txBody>
      </p:sp>
      <p:sp>
        <p:nvSpPr>
          <p:cNvPr id="136" name="Google Shape;136;gbbda25c5c6_0_213"/>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7" name="Shape 137"/>
        <p:cNvGrpSpPr/>
        <p:nvPr/>
      </p:nvGrpSpPr>
      <p:grpSpPr>
        <a:xfrm>
          <a:off x="0" y="0"/>
          <a:ext cx="0" cy="0"/>
          <a:chOff x="0" y="0"/>
          <a:chExt cx="0" cy="0"/>
        </a:xfrm>
      </p:grpSpPr>
      <p:sp>
        <p:nvSpPr>
          <p:cNvPr id="138" name="Google Shape;138;gbbda25c5c6_0_216"/>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39" name="Google Shape;139;gbbda25c5c6_0_216"/>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140" name="Google Shape;140;gbbda25c5c6_0_216"/>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145" name="Shape 145"/>
        <p:cNvGrpSpPr/>
        <p:nvPr/>
      </p:nvGrpSpPr>
      <p:grpSpPr>
        <a:xfrm>
          <a:off x="0" y="0"/>
          <a:ext cx="0" cy="0"/>
          <a:chOff x="0" y="0"/>
          <a:chExt cx="0" cy="0"/>
        </a:xfrm>
      </p:grpSpPr>
      <p:sp>
        <p:nvSpPr>
          <p:cNvPr id="146" name="Google Shape;146;gbc34c55794_0_173"/>
          <p:cNvSpPr txBox="1"/>
          <p:nvPr>
            <p:ph idx="12" type="sldNum"/>
          </p:nvPr>
        </p:nvSpPr>
        <p:spPr>
          <a:xfrm>
            <a:off x="11409045" y="6333134"/>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7" name="Shape 147"/>
        <p:cNvGrpSpPr/>
        <p:nvPr/>
      </p:nvGrpSpPr>
      <p:grpSpPr>
        <a:xfrm>
          <a:off x="0" y="0"/>
          <a:ext cx="0" cy="0"/>
          <a:chOff x="0" y="0"/>
          <a:chExt cx="0" cy="0"/>
        </a:xfrm>
      </p:grpSpPr>
      <p:sp>
        <p:nvSpPr>
          <p:cNvPr id="148" name="Google Shape;148;gbc34c55794_0_132"/>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49" name="Google Shape;149;gbc34c55794_0_132"/>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50" name="Google Shape;150;gbc34c55794_0_13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1" name="Shape 151"/>
        <p:cNvGrpSpPr/>
        <p:nvPr/>
      </p:nvGrpSpPr>
      <p:grpSpPr>
        <a:xfrm>
          <a:off x="0" y="0"/>
          <a:ext cx="0" cy="0"/>
          <a:chOff x="0" y="0"/>
          <a:chExt cx="0" cy="0"/>
        </a:xfrm>
      </p:grpSpPr>
      <p:sp>
        <p:nvSpPr>
          <p:cNvPr id="152" name="Google Shape;152;gbc34c55794_0_136"/>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53" name="Google Shape;153;gbc34c55794_0_13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4" name="Shape 154"/>
        <p:cNvGrpSpPr/>
        <p:nvPr/>
      </p:nvGrpSpPr>
      <p:grpSpPr>
        <a:xfrm>
          <a:off x="0" y="0"/>
          <a:ext cx="0" cy="0"/>
          <a:chOff x="0" y="0"/>
          <a:chExt cx="0" cy="0"/>
        </a:xfrm>
      </p:grpSpPr>
      <p:sp>
        <p:nvSpPr>
          <p:cNvPr id="155" name="Google Shape;155;gbc34c55794_0_13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56" name="Google Shape;156;gbc34c55794_0_13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57" name="Google Shape;157;gbc34c55794_0_13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8" name="Shape 158"/>
        <p:cNvGrpSpPr/>
        <p:nvPr/>
      </p:nvGrpSpPr>
      <p:grpSpPr>
        <a:xfrm>
          <a:off x="0" y="0"/>
          <a:ext cx="0" cy="0"/>
          <a:chOff x="0" y="0"/>
          <a:chExt cx="0" cy="0"/>
        </a:xfrm>
      </p:grpSpPr>
      <p:sp>
        <p:nvSpPr>
          <p:cNvPr id="159" name="Google Shape;159;gbc34c55794_0_14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0" name="Google Shape;160;gbc34c55794_0_143"/>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1" name="Google Shape;161;gbc34c55794_0_143"/>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2" name="Google Shape;162;gbc34c55794_0_14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3" name="Shape 163"/>
        <p:cNvGrpSpPr/>
        <p:nvPr/>
      </p:nvGrpSpPr>
      <p:grpSpPr>
        <a:xfrm>
          <a:off x="0" y="0"/>
          <a:ext cx="0" cy="0"/>
          <a:chOff x="0" y="0"/>
          <a:chExt cx="0" cy="0"/>
        </a:xfrm>
      </p:grpSpPr>
      <p:sp>
        <p:nvSpPr>
          <p:cNvPr id="164" name="Google Shape;164;gbc34c55794_0_14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5" name="Google Shape;165;gbc34c55794_0_14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6" name="Shape 166"/>
        <p:cNvGrpSpPr/>
        <p:nvPr/>
      </p:nvGrpSpPr>
      <p:grpSpPr>
        <a:xfrm>
          <a:off x="0" y="0"/>
          <a:ext cx="0" cy="0"/>
          <a:chOff x="0" y="0"/>
          <a:chExt cx="0" cy="0"/>
        </a:xfrm>
      </p:grpSpPr>
      <p:sp>
        <p:nvSpPr>
          <p:cNvPr id="167" name="Google Shape;167;gbc34c55794_0_151"/>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68" name="Google Shape;168;gbc34c55794_0_151"/>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9" name="Google Shape;169;gbc34c55794_0_15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0" name="Shape 170"/>
        <p:cNvGrpSpPr/>
        <p:nvPr/>
      </p:nvGrpSpPr>
      <p:grpSpPr>
        <a:xfrm>
          <a:off x="0" y="0"/>
          <a:ext cx="0" cy="0"/>
          <a:chOff x="0" y="0"/>
          <a:chExt cx="0" cy="0"/>
        </a:xfrm>
      </p:grpSpPr>
      <p:sp>
        <p:nvSpPr>
          <p:cNvPr id="171" name="Google Shape;171;gbc34c55794_0_155"/>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72" name="Google Shape;172;gbc34c55794_0_15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3" name="Shape 173"/>
        <p:cNvGrpSpPr/>
        <p:nvPr/>
      </p:nvGrpSpPr>
      <p:grpSpPr>
        <a:xfrm>
          <a:off x="0" y="0"/>
          <a:ext cx="0" cy="0"/>
          <a:chOff x="0" y="0"/>
          <a:chExt cx="0" cy="0"/>
        </a:xfrm>
      </p:grpSpPr>
      <p:sp>
        <p:nvSpPr>
          <p:cNvPr id="174" name="Google Shape;174;gbc34c55794_0_158"/>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bc34c55794_0_158"/>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76" name="Google Shape;176;gbc34c55794_0_158"/>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7" name="Google Shape;177;gbc34c55794_0_158"/>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78" name="Google Shape;178;gbc34c55794_0_15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9" name="Shape 179"/>
        <p:cNvGrpSpPr/>
        <p:nvPr/>
      </p:nvGrpSpPr>
      <p:grpSpPr>
        <a:xfrm>
          <a:off x="0" y="0"/>
          <a:ext cx="0" cy="0"/>
          <a:chOff x="0" y="0"/>
          <a:chExt cx="0" cy="0"/>
        </a:xfrm>
      </p:grpSpPr>
      <p:sp>
        <p:nvSpPr>
          <p:cNvPr id="180" name="Google Shape;180;gbc34c55794_0_164"/>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400"/>
              <a:buNone/>
              <a:defRPr/>
            </a:lvl1pPr>
          </a:lstStyle>
          <a:p/>
        </p:txBody>
      </p:sp>
      <p:sp>
        <p:nvSpPr>
          <p:cNvPr id="181" name="Google Shape;181;gbc34c55794_0_16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 name="Shape 182"/>
        <p:cNvGrpSpPr/>
        <p:nvPr/>
      </p:nvGrpSpPr>
      <p:grpSpPr>
        <a:xfrm>
          <a:off x="0" y="0"/>
          <a:ext cx="0" cy="0"/>
          <a:chOff x="0" y="0"/>
          <a:chExt cx="0" cy="0"/>
        </a:xfrm>
      </p:grpSpPr>
      <p:sp>
        <p:nvSpPr>
          <p:cNvPr id="183" name="Google Shape;183;gbc34c55794_0_167"/>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84" name="Google Shape;184;gbc34c55794_0_167"/>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2100"/>
              </a:spcBef>
              <a:spcAft>
                <a:spcPts val="0"/>
              </a:spcAft>
              <a:buSzPts val="1900"/>
              <a:buChar char="○"/>
              <a:defRPr/>
            </a:lvl2pPr>
            <a:lvl3pPr indent="-349250" lvl="2" marL="1371600" algn="ctr">
              <a:lnSpc>
                <a:spcPct val="115000"/>
              </a:lnSpc>
              <a:spcBef>
                <a:spcPts val="2100"/>
              </a:spcBef>
              <a:spcAft>
                <a:spcPts val="0"/>
              </a:spcAft>
              <a:buSzPts val="1900"/>
              <a:buChar char="■"/>
              <a:defRPr/>
            </a:lvl3pPr>
            <a:lvl4pPr indent="-349250" lvl="3" marL="1828800" algn="ctr">
              <a:lnSpc>
                <a:spcPct val="115000"/>
              </a:lnSpc>
              <a:spcBef>
                <a:spcPts val="2100"/>
              </a:spcBef>
              <a:spcAft>
                <a:spcPts val="0"/>
              </a:spcAft>
              <a:buSzPts val="1900"/>
              <a:buChar char="●"/>
              <a:defRPr/>
            </a:lvl4pPr>
            <a:lvl5pPr indent="-349250" lvl="4" marL="2286000" algn="ctr">
              <a:lnSpc>
                <a:spcPct val="115000"/>
              </a:lnSpc>
              <a:spcBef>
                <a:spcPts val="2100"/>
              </a:spcBef>
              <a:spcAft>
                <a:spcPts val="0"/>
              </a:spcAft>
              <a:buSzPts val="1900"/>
              <a:buChar char="○"/>
              <a:defRPr/>
            </a:lvl5pPr>
            <a:lvl6pPr indent="-349250" lvl="5" marL="2743200" algn="ctr">
              <a:lnSpc>
                <a:spcPct val="115000"/>
              </a:lnSpc>
              <a:spcBef>
                <a:spcPts val="2100"/>
              </a:spcBef>
              <a:spcAft>
                <a:spcPts val="0"/>
              </a:spcAft>
              <a:buSzPts val="1900"/>
              <a:buChar char="■"/>
              <a:defRPr/>
            </a:lvl6pPr>
            <a:lvl7pPr indent="-349250" lvl="6" marL="3200400" algn="ctr">
              <a:lnSpc>
                <a:spcPct val="115000"/>
              </a:lnSpc>
              <a:spcBef>
                <a:spcPts val="2100"/>
              </a:spcBef>
              <a:spcAft>
                <a:spcPts val="0"/>
              </a:spcAft>
              <a:buSzPts val="1900"/>
              <a:buChar char="●"/>
              <a:defRPr/>
            </a:lvl7pPr>
            <a:lvl8pPr indent="-349250" lvl="7" marL="3657600" algn="ctr">
              <a:lnSpc>
                <a:spcPct val="115000"/>
              </a:lnSpc>
              <a:spcBef>
                <a:spcPts val="2100"/>
              </a:spcBef>
              <a:spcAft>
                <a:spcPts val="0"/>
              </a:spcAft>
              <a:buSzPts val="1900"/>
              <a:buChar char="○"/>
              <a:defRPr/>
            </a:lvl8pPr>
            <a:lvl9pPr indent="-349250" lvl="8" marL="4114800" algn="ctr">
              <a:lnSpc>
                <a:spcPct val="115000"/>
              </a:lnSpc>
              <a:spcBef>
                <a:spcPts val="2100"/>
              </a:spcBef>
              <a:spcAft>
                <a:spcPts val="2100"/>
              </a:spcAft>
              <a:buSzPts val="1900"/>
              <a:buChar char="■"/>
              <a:defRPr/>
            </a:lvl9pPr>
          </a:lstStyle>
          <a:p/>
        </p:txBody>
      </p:sp>
      <p:sp>
        <p:nvSpPr>
          <p:cNvPr id="185" name="Google Shape;185;gbc34c55794_0_16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6" name="Shape 186"/>
        <p:cNvGrpSpPr/>
        <p:nvPr/>
      </p:nvGrpSpPr>
      <p:grpSpPr>
        <a:xfrm>
          <a:off x="0" y="0"/>
          <a:ext cx="0" cy="0"/>
          <a:chOff x="0" y="0"/>
          <a:chExt cx="0" cy="0"/>
        </a:xfrm>
      </p:grpSpPr>
      <p:sp>
        <p:nvSpPr>
          <p:cNvPr id="187" name="Google Shape;187;gbc34c55794_0_17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p:cSld name="Title-Subtitle">
    <p:spTree>
      <p:nvGrpSpPr>
        <p:cNvPr id="188" name="Shape 188"/>
        <p:cNvGrpSpPr/>
        <p:nvPr/>
      </p:nvGrpSpPr>
      <p:grpSpPr>
        <a:xfrm>
          <a:off x="0" y="0"/>
          <a:ext cx="0" cy="0"/>
          <a:chOff x="0" y="0"/>
          <a:chExt cx="0" cy="0"/>
        </a:xfrm>
      </p:grpSpPr>
      <p:sp>
        <p:nvSpPr>
          <p:cNvPr id="189" name="Google Shape;189;gbc34c55794_0_175"/>
          <p:cNvSpPr txBox="1"/>
          <p:nvPr>
            <p:ph idx="1" type="body"/>
          </p:nvPr>
        </p:nvSpPr>
        <p:spPr>
          <a:xfrm>
            <a:off x="517092" y="974040"/>
            <a:ext cx="11157900" cy="231300"/>
          </a:xfrm>
          <a:prstGeom prst="rect">
            <a:avLst/>
          </a:prstGeom>
          <a:noFill/>
          <a:ln>
            <a:noFill/>
          </a:ln>
        </p:spPr>
        <p:txBody>
          <a:bodyPr anchorCtr="0" anchor="ctr" bIns="0" lIns="0" spcFirstLastPara="1" rIns="0" wrap="square" tIns="0">
            <a:noAutofit/>
          </a:bodyPr>
          <a:lstStyle>
            <a:lvl1pPr indent="-228600" lvl="0" marL="457200" marR="0" algn="l">
              <a:lnSpc>
                <a:spcPct val="115000"/>
              </a:lnSpc>
              <a:spcBef>
                <a:spcPts val="300"/>
              </a:spcBef>
              <a:spcAft>
                <a:spcPts val="0"/>
              </a:spcAft>
              <a:buClr>
                <a:srgbClr val="7F7F7F"/>
              </a:buClr>
              <a:buSzPts val="1500"/>
              <a:buFont typeface="Arial"/>
              <a:buNone/>
              <a:defRPr b="0" i="0" sz="1500" u="none" cap="none" strike="noStrike">
                <a:solidFill>
                  <a:srgbClr val="7F7F7F"/>
                </a:solidFill>
                <a:latin typeface="Roboto"/>
                <a:ea typeface="Roboto"/>
                <a:cs typeface="Roboto"/>
                <a:sym typeface="Roboto"/>
              </a:defRPr>
            </a:lvl1pPr>
            <a:lvl2pPr indent="-228600" lvl="1" marL="914400" marR="0" algn="l">
              <a:lnSpc>
                <a:spcPct val="115000"/>
              </a:lnSpc>
              <a:spcBef>
                <a:spcPts val="2100"/>
              </a:spcBef>
              <a:spcAft>
                <a:spcPts val="0"/>
              </a:spcAft>
              <a:buClr>
                <a:schemeClr val="dk1"/>
              </a:buClr>
              <a:buSzPts val="1600"/>
              <a:buFont typeface="Arial"/>
              <a:buNone/>
              <a:defRPr b="0" i="0" sz="1600" u="none" cap="none" strike="noStrike">
                <a:solidFill>
                  <a:schemeClr val="dk1"/>
                </a:solidFill>
                <a:latin typeface="Roboto"/>
                <a:ea typeface="Roboto"/>
                <a:cs typeface="Roboto"/>
                <a:sym typeface="Roboto"/>
              </a:defRPr>
            </a:lvl2pPr>
            <a:lvl3pPr indent="-228600" lvl="2" marL="1371600" marR="0" algn="l">
              <a:lnSpc>
                <a:spcPct val="115000"/>
              </a:lnSpc>
              <a:spcBef>
                <a:spcPts val="2100"/>
              </a:spcBef>
              <a:spcAft>
                <a:spcPts val="0"/>
              </a:spcAft>
              <a:buClr>
                <a:schemeClr val="dk1"/>
              </a:buClr>
              <a:buSzPts val="1300"/>
              <a:buFont typeface="Arial"/>
              <a:buNone/>
              <a:defRPr b="0" i="0" sz="1300" u="none" cap="none" strike="noStrike">
                <a:solidFill>
                  <a:schemeClr val="dk1"/>
                </a:solidFill>
                <a:latin typeface="Roboto"/>
                <a:ea typeface="Roboto"/>
                <a:cs typeface="Roboto"/>
                <a:sym typeface="Roboto"/>
              </a:defRPr>
            </a:lvl3pPr>
            <a:lvl4pPr indent="-228600" lvl="3" marL="18288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4pPr>
            <a:lvl5pPr indent="-228600" lvl="4" marL="22860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5pPr>
            <a:lvl6pPr indent="-228600" lvl="5" marL="27432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6pPr>
            <a:lvl7pPr indent="-228600" lvl="6" marL="32004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7pPr>
            <a:lvl8pPr indent="-228600" lvl="7" marL="36576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8pPr>
            <a:lvl9pPr indent="-228600" lvl="8" marL="4114800" marR="0" algn="l">
              <a:lnSpc>
                <a:spcPct val="115000"/>
              </a:lnSpc>
              <a:spcBef>
                <a:spcPts val="2100"/>
              </a:spcBef>
              <a:spcAft>
                <a:spcPts val="2100"/>
              </a:spcAft>
              <a:buClr>
                <a:schemeClr val="dk1"/>
              </a:buClr>
              <a:buSzPts val="1200"/>
              <a:buFont typeface="Arial"/>
              <a:buNone/>
              <a:defRPr b="0" i="0" sz="1200" u="none" cap="none" strike="noStrike">
                <a:solidFill>
                  <a:schemeClr val="dk1"/>
                </a:solidFill>
                <a:latin typeface="Roboto"/>
                <a:ea typeface="Roboto"/>
                <a:cs typeface="Roboto"/>
                <a:sym typeface="Roboto"/>
              </a:defRPr>
            </a:lvl9pPr>
          </a:lstStyle>
          <a:p/>
        </p:txBody>
      </p:sp>
      <p:sp>
        <p:nvSpPr>
          <p:cNvPr id="190" name="Google Shape;190;gbc34c55794_0_175"/>
          <p:cNvSpPr txBox="1"/>
          <p:nvPr>
            <p:ph type="title"/>
          </p:nvPr>
        </p:nvSpPr>
        <p:spPr>
          <a:xfrm>
            <a:off x="517092" y="376815"/>
            <a:ext cx="11157900" cy="546000"/>
          </a:xfrm>
          <a:prstGeom prst="rect">
            <a:avLst/>
          </a:prstGeom>
          <a:noFill/>
          <a:ln>
            <a:noFill/>
          </a:ln>
        </p:spPr>
        <p:txBody>
          <a:bodyPr anchorCtr="0" anchor="ctr" bIns="0" lIns="0" spcFirstLastPara="1" rIns="0" wrap="square" tIns="0">
            <a:noAutofit/>
          </a:bodyPr>
          <a:lstStyle>
            <a:lvl1pPr lvl="0" marR="0" algn="l">
              <a:lnSpc>
                <a:spcPct val="100000"/>
              </a:lnSpc>
              <a:spcBef>
                <a:spcPts val="0"/>
              </a:spcBef>
              <a:spcAft>
                <a:spcPts val="0"/>
              </a:spcAft>
              <a:buClr>
                <a:srgbClr val="5B5B5B"/>
              </a:buClr>
              <a:buSzPts val="3700"/>
              <a:buFont typeface="Roboto"/>
              <a:buNone/>
              <a:defRPr b="0" i="0" sz="3700" u="none" cap="none" strike="noStrike">
                <a:solidFill>
                  <a:srgbClr val="5B5B5B"/>
                </a:solidFill>
                <a:latin typeface="Roboto"/>
                <a:ea typeface="Roboto"/>
                <a:cs typeface="Roboto"/>
                <a:sym typeface="Roboto"/>
              </a:defRPr>
            </a:lvl1pPr>
            <a:lvl2pPr lvl="1" algn="l">
              <a:lnSpc>
                <a:spcPct val="100000"/>
              </a:lnSpc>
              <a:spcBef>
                <a:spcPts val="0"/>
              </a:spcBef>
              <a:spcAft>
                <a:spcPts val="0"/>
              </a:spcAft>
              <a:buSzPts val="3700"/>
              <a:buNone/>
              <a:defRPr sz="2400"/>
            </a:lvl2pPr>
            <a:lvl3pPr lvl="2" algn="l">
              <a:lnSpc>
                <a:spcPct val="100000"/>
              </a:lnSpc>
              <a:spcBef>
                <a:spcPts val="0"/>
              </a:spcBef>
              <a:spcAft>
                <a:spcPts val="0"/>
              </a:spcAft>
              <a:buSzPts val="3700"/>
              <a:buNone/>
              <a:defRPr sz="2400"/>
            </a:lvl3pPr>
            <a:lvl4pPr lvl="3" algn="l">
              <a:lnSpc>
                <a:spcPct val="100000"/>
              </a:lnSpc>
              <a:spcBef>
                <a:spcPts val="0"/>
              </a:spcBef>
              <a:spcAft>
                <a:spcPts val="0"/>
              </a:spcAft>
              <a:buSzPts val="3700"/>
              <a:buNone/>
              <a:defRPr sz="2400"/>
            </a:lvl4pPr>
            <a:lvl5pPr lvl="4" algn="l">
              <a:lnSpc>
                <a:spcPct val="100000"/>
              </a:lnSpc>
              <a:spcBef>
                <a:spcPts val="0"/>
              </a:spcBef>
              <a:spcAft>
                <a:spcPts val="0"/>
              </a:spcAft>
              <a:buSzPts val="3700"/>
              <a:buNone/>
              <a:defRPr sz="2400"/>
            </a:lvl5pPr>
            <a:lvl6pPr lvl="5" algn="l">
              <a:lnSpc>
                <a:spcPct val="100000"/>
              </a:lnSpc>
              <a:spcBef>
                <a:spcPts val="0"/>
              </a:spcBef>
              <a:spcAft>
                <a:spcPts val="0"/>
              </a:spcAft>
              <a:buSzPts val="3700"/>
              <a:buNone/>
              <a:defRPr sz="2400"/>
            </a:lvl6pPr>
            <a:lvl7pPr lvl="6" algn="l">
              <a:lnSpc>
                <a:spcPct val="100000"/>
              </a:lnSpc>
              <a:spcBef>
                <a:spcPts val="0"/>
              </a:spcBef>
              <a:spcAft>
                <a:spcPts val="0"/>
              </a:spcAft>
              <a:buSzPts val="3700"/>
              <a:buNone/>
              <a:defRPr sz="2400"/>
            </a:lvl7pPr>
            <a:lvl8pPr lvl="7" algn="l">
              <a:lnSpc>
                <a:spcPct val="100000"/>
              </a:lnSpc>
              <a:spcBef>
                <a:spcPts val="0"/>
              </a:spcBef>
              <a:spcAft>
                <a:spcPts val="0"/>
              </a:spcAft>
              <a:buSzPts val="3700"/>
              <a:buNone/>
              <a:defRPr sz="2400"/>
            </a:lvl8pPr>
            <a:lvl9pPr lvl="8" algn="l">
              <a:lnSpc>
                <a:spcPct val="100000"/>
              </a:lnSpc>
              <a:spcBef>
                <a:spcPts val="0"/>
              </a:spcBef>
              <a:spcAft>
                <a:spcPts val="0"/>
              </a:spcAft>
              <a:buSzPts val="3700"/>
              <a:buNone/>
              <a:defRPr sz="2400"/>
            </a:lvl9pPr>
          </a:lstStyle>
          <a:p/>
        </p:txBody>
      </p:sp>
      <p:sp>
        <p:nvSpPr>
          <p:cNvPr id="191" name="Google Shape;191;gbc34c55794_0_175"/>
          <p:cNvSpPr txBox="1"/>
          <p:nvPr>
            <p:ph idx="12" type="sldNum"/>
          </p:nvPr>
        </p:nvSpPr>
        <p:spPr>
          <a:xfrm>
            <a:off x="11409045" y="6333134"/>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bbda25c5c6_0_17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1" name="Google Shape;11;gbbda25c5c6_0_17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2" name="Google Shape;12;gbbda25c5c6_0_171"/>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1" name="Shape 141"/>
        <p:cNvGrpSpPr/>
        <p:nvPr/>
      </p:nvGrpSpPr>
      <p:grpSpPr>
        <a:xfrm>
          <a:off x="0" y="0"/>
          <a:ext cx="0" cy="0"/>
          <a:chOff x="0" y="0"/>
          <a:chExt cx="0" cy="0"/>
        </a:xfrm>
      </p:grpSpPr>
      <p:sp>
        <p:nvSpPr>
          <p:cNvPr id="142" name="Google Shape;142;gbc34c55794_0_12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43" name="Google Shape;143;gbc34c55794_0_12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2100"/>
              </a:spcBef>
              <a:spcAft>
                <a:spcPts val="210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44" name="Google Shape;144;gbc34c55794_0_12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mc:AlternateContent>
    <mc:Choice Requires="p14">
      <p:transition spd="slow" p14:dur="10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dreamstime.com/information-war-hybrid-media-space-cyber-warfare-ddos-attack-fakes-hackers-cybercrime-phishing-propaganda-smartphone-image243700035" TargetMode="External"/><Relationship Id="rId4" Type="http://schemas.openxmlformats.org/officeDocument/2006/relationships/hyperlink" Target="https://www.dreamstime.com/information-war-hybrid-media-space-cyber-warfare-ddos-attack-fakes-hackers-cybercrime-phishing-propaganda-smartphone-image243700035" TargetMode="External"/><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bbda25c5c6_0_54"/>
          <p:cNvSpPr/>
          <p:nvPr/>
        </p:nvSpPr>
        <p:spPr>
          <a:xfrm>
            <a:off x="1460025" y="1813275"/>
            <a:ext cx="10126500" cy="1367400"/>
          </a:xfrm>
          <a:prstGeom prst="roundRect">
            <a:avLst>
              <a:gd fmla="val 16667" name="adj"/>
            </a:avLst>
          </a:prstGeom>
          <a:solidFill>
            <a:schemeClr val="accent3"/>
          </a:solidFill>
          <a:ln>
            <a:noFill/>
          </a:ln>
          <a:effectLst>
            <a:outerShdw blurRad="57150" rotWithShape="0" algn="bl" dir="5400000" dist="19050">
              <a:srgbClr val="000000">
                <a:alpha val="45098"/>
              </a:srgbClr>
            </a:outerShdw>
          </a:effectLst>
        </p:spPr>
        <p:txBody>
          <a:bodyPr anchorCtr="0" anchor="ctr" bIns="121900" lIns="121900" spcFirstLastPara="1" rIns="121900" wrap="square" tIns="121900">
            <a:noAutofit/>
          </a:bodyPr>
          <a:lstStyle/>
          <a:p>
            <a:pPr indent="0" lvl="0" marL="0" marR="0" rtl="0" algn="ctr">
              <a:lnSpc>
                <a:spcPct val="85000"/>
              </a:lnSpc>
              <a:spcBef>
                <a:spcPts val="0"/>
              </a:spcBef>
              <a:spcAft>
                <a:spcPts val="0"/>
              </a:spcAft>
              <a:buClr>
                <a:srgbClr val="262626"/>
              </a:buClr>
              <a:buSzPts val="8000"/>
              <a:buFont typeface="Calibri"/>
              <a:buNone/>
            </a:pPr>
            <a:r>
              <a:rPr b="1" i="0" lang="en-US" sz="4700" u="none" cap="none" strike="noStrike">
                <a:solidFill>
                  <a:schemeClr val="lt1"/>
                </a:solidFill>
                <a:latin typeface="Calibri"/>
                <a:ea typeface="Calibri"/>
                <a:cs typeface="Calibri"/>
                <a:sym typeface="Calibri"/>
              </a:rPr>
              <a:t>Malware</a:t>
            </a:r>
            <a:endParaRPr b="1" i="0" sz="4700" u="none" cap="none" strike="noStrike">
              <a:solidFill>
                <a:schemeClr val="lt1"/>
              </a:solidFill>
              <a:latin typeface="Arial"/>
              <a:ea typeface="Arial"/>
              <a:cs typeface="Arial"/>
              <a:sym typeface="Arial"/>
            </a:endParaRPr>
          </a:p>
        </p:txBody>
      </p:sp>
      <p:sp>
        <p:nvSpPr>
          <p:cNvPr id="197" name="Google Shape;197;gbbda25c5c6_0_54"/>
          <p:cNvSpPr txBox="1"/>
          <p:nvPr/>
        </p:nvSpPr>
        <p:spPr>
          <a:xfrm>
            <a:off x="4396400" y="3636675"/>
            <a:ext cx="4441500" cy="476100"/>
          </a:xfrm>
          <a:prstGeom prst="rect">
            <a:avLst/>
          </a:prstGeom>
          <a:noFill/>
          <a:ln>
            <a:noFill/>
          </a:ln>
        </p:spPr>
        <p:txBody>
          <a:bodyPr anchorCtr="0" anchor="t" bIns="91425" lIns="91425" spcFirstLastPara="1" rIns="91425" wrap="square" tIns="91425">
            <a:noAutofit/>
          </a:bodyPr>
          <a:lstStyle/>
          <a:p>
            <a:pPr indent="0" lvl="0" marL="914400" marR="0" rtl="0" algn="l">
              <a:lnSpc>
                <a:spcPct val="100000"/>
              </a:lnSpc>
              <a:spcBef>
                <a:spcPts val="0"/>
              </a:spcBef>
              <a:spcAft>
                <a:spcPts val="0"/>
              </a:spcAft>
              <a:buClr>
                <a:srgbClr val="000000"/>
              </a:buClr>
              <a:buSzPts val="3200"/>
              <a:buFont typeface="Arial"/>
              <a:buNone/>
            </a:pPr>
            <a:r>
              <a:rPr b="1" i="0" lang="en-US" sz="3200" u="none" cap="none" strike="noStrike">
                <a:solidFill>
                  <a:schemeClr val="accent3"/>
                </a:solidFill>
                <a:latin typeface="Times New Roman"/>
                <a:ea typeface="Times New Roman"/>
                <a:cs typeface="Times New Roman"/>
                <a:sym typeface="Times New Roman"/>
              </a:rPr>
              <a:t>Lecture 6</a:t>
            </a:r>
            <a:endParaRPr b="1" i="0" sz="3200" u="none" cap="none" strike="noStrike">
              <a:solidFill>
                <a:schemeClr val="accent3"/>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7f98f0ae4d_0_360"/>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What is Malware?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03" name="Google Shape;203;g37f98f0ae4d_0_360"/>
          <p:cNvSpPr txBox="1"/>
          <p:nvPr/>
        </p:nvSpPr>
        <p:spPr>
          <a:xfrm>
            <a:off x="473850" y="1281750"/>
            <a:ext cx="11244300" cy="3150300"/>
          </a:xfrm>
          <a:prstGeom prst="rect">
            <a:avLst/>
          </a:prstGeom>
          <a:noFill/>
          <a:ln>
            <a:noFill/>
          </a:ln>
        </p:spPr>
        <p:txBody>
          <a:bodyPr anchorCtr="0" anchor="t" bIns="91425" lIns="91425" spcFirstLastPara="1" rIns="91425" wrap="square" tIns="91425">
            <a:spAutoFit/>
          </a:bodyPr>
          <a:lstStyle/>
          <a:p>
            <a:pPr indent="-368300" lvl="0" marL="4572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"Malware" is a short term for "malicious software," and it refers to any software specifically designed to harm, exploit, or compromise computer systems, devices, or data without the user's consent. Malware includes various types of malicious programs such as viruses, worms, Trojans, spyware, adware, and ransomware, among others. Its primary intent is to infiltrate, disrupt, or steal information from a computer or network, and it can cause significant damage to both individuals and organizations.</a:t>
            </a:r>
            <a:endParaRPr b="0" i="0" sz="22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
        <p:nvSpPr>
          <p:cNvPr id="204" name="Google Shape;204;g37f98f0ae4d_0_360"/>
          <p:cNvSpPr txBox="1"/>
          <p:nvPr/>
        </p:nvSpPr>
        <p:spPr>
          <a:xfrm>
            <a:off x="2807350" y="3675275"/>
            <a:ext cx="3000000" cy="3000000"/>
          </a:xfrm>
          <a:prstGeom prst="rect">
            <a:avLst/>
          </a:prstGeom>
          <a:noFill/>
          <a:ln>
            <a:noFill/>
          </a:ln>
        </p:spPr>
        <p:txBody>
          <a:bodyPr anchorCtr="0" anchor="ctr" bIns="91425" lIns="91425" spcFirstLastPara="1" rIns="91425" wrap="square" tIns="91425">
            <a:noAutofit/>
          </a:bodyPr>
          <a:lstStyle/>
          <a:p>
            <a:pPr indent="0" lvl="0" marL="38100" marR="38100" rtl="0" algn="l">
              <a:lnSpc>
                <a:spcPct val="120000"/>
              </a:lnSpc>
              <a:spcBef>
                <a:spcPts val="0"/>
              </a:spcBef>
              <a:spcAft>
                <a:spcPts val="0"/>
              </a:spcAft>
              <a:buClr>
                <a:srgbClr val="000000"/>
              </a:buClr>
              <a:buSzPts val="750"/>
              <a:buFont typeface="Arial"/>
              <a:buNone/>
            </a:pPr>
            <a:r>
              <a:rPr b="0" i="0" lang="en-US" sz="750" u="sng" cap="none" strike="noStrike">
                <a:solidFill>
                  <a:srgbClr val="F1F3F4"/>
                </a:solidFill>
                <a:latin typeface="Roboto"/>
                <a:ea typeface="Roboto"/>
                <a:cs typeface="Roboto"/>
                <a:sym typeface="Roboto"/>
                <a:hlinkClick r:id="rId3">
                  <a:extLst>
                    <a:ext uri="{A12FA001-AC4F-418D-AE19-62706E023703}">
                      <ahyp:hlinkClr val="tx"/>
                    </a:ext>
                  </a:extLst>
                </a:hlinkClick>
              </a:rPr>
              <a:t>800 × 534</a:t>
            </a:r>
            <a:endParaRPr b="0" i="0" sz="750" u="sng" cap="none" strike="noStrike">
              <a:solidFill>
                <a:srgbClr val="F1F3F4"/>
              </a:solidFill>
              <a:latin typeface="Roboto"/>
              <a:ea typeface="Roboto"/>
              <a:cs typeface="Roboto"/>
              <a:sym typeface="Roboto"/>
              <a:hlinkClick r:id="rId4">
                <a:extLst>
                  <a:ext uri="{A12FA001-AC4F-418D-AE19-62706E023703}">
                    <ahyp:hlinkClr val="tx"/>
                  </a:ext>
                </a:extLst>
              </a:hlinkClick>
            </a:endParaRPr>
          </a:p>
        </p:txBody>
      </p:sp>
      <p:sp>
        <p:nvSpPr>
          <p:cNvPr id="205" name="Google Shape;205;g37f98f0ae4d_0_360"/>
          <p:cNvSpPr txBox="1"/>
          <p:nvPr/>
        </p:nvSpPr>
        <p:spPr>
          <a:xfrm>
            <a:off x="473850" y="4031750"/>
            <a:ext cx="6708300" cy="18777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The first malware, known as the "Creeper" virus, was created by Bob Thomas in the early 1970s. However, it wasn't as harmful as modern malware and was more of an experiment. Malicious software as we know it today evolved later.</a:t>
            </a:r>
            <a:endParaRPr b="0" i="0" sz="2200" u="none" cap="none" strike="noStrike">
              <a:solidFill>
                <a:srgbClr val="000000"/>
              </a:solidFill>
              <a:latin typeface="Times New Roman"/>
              <a:ea typeface="Times New Roman"/>
              <a:cs typeface="Times New Roman"/>
              <a:sym typeface="Times New Roman"/>
            </a:endParaRPr>
          </a:p>
        </p:txBody>
      </p:sp>
      <p:pic>
        <p:nvPicPr>
          <p:cNvPr id="206" name="Google Shape;206;g37f98f0ae4d_0_360"/>
          <p:cNvPicPr preferRelativeResize="0"/>
          <p:nvPr/>
        </p:nvPicPr>
        <p:blipFill rotWithShape="1">
          <a:blip r:embed="rId5">
            <a:alphaModFix/>
          </a:blip>
          <a:srcRect b="0" l="0" r="0" t="0"/>
          <a:stretch/>
        </p:blipFill>
        <p:spPr>
          <a:xfrm>
            <a:off x="8059675" y="3239325"/>
            <a:ext cx="3701251" cy="34625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7f98f0ae4d_0_299"/>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Malware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12" name="Google Shape;212;g37f98f0ae4d_0_299"/>
          <p:cNvSpPr txBox="1"/>
          <p:nvPr/>
        </p:nvSpPr>
        <p:spPr>
          <a:xfrm>
            <a:off x="212775" y="1175925"/>
            <a:ext cx="11669700" cy="44073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100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Malware programmers develop and use malwares to</a:t>
            </a:r>
            <a:endParaRPr b="0" i="0" sz="2400" u="none" cap="none" strike="noStrike">
              <a:solidFill>
                <a:srgbClr val="000000"/>
              </a:solidFill>
              <a:latin typeface="Times New Roman"/>
              <a:ea typeface="Times New Roman"/>
              <a:cs typeface="Times New Roman"/>
              <a:sym typeface="Times New Roman"/>
            </a:endParaRPr>
          </a:p>
          <a:p>
            <a:pPr indent="-381000" lvl="1" marL="914400" marR="0" rtl="0" algn="l">
              <a:lnSpc>
                <a:spcPct val="100000"/>
              </a:lnSpc>
              <a:spcBef>
                <a:spcPts val="100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Attack browsers and track websites visited</a:t>
            </a:r>
            <a:endParaRPr b="0" i="0" sz="2400" u="none" cap="none" strike="noStrike">
              <a:solidFill>
                <a:srgbClr val="000000"/>
              </a:solidFill>
              <a:latin typeface="Times New Roman"/>
              <a:ea typeface="Times New Roman"/>
              <a:cs typeface="Times New Roman"/>
              <a:sym typeface="Times New Roman"/>
            </a:endParaRPr>
          </a:p>
          <a:p>
            <a:pPr indent="-381000" lvl="1" marL="914400" marR="0" rtl="0" algn="l">
              <a:lnSpc>
                <a:spcPct val="100000"/>
              </a:lnSpc>
              <a:spcBef>
                <a:spcPts val="100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Slow down systems and degrade system performance</a:t>
            </a:r>
            <a:endParaRPr b="0" i="0" sz="2400" u="none" cap="none" strike="noStrike">
              <a:solidFill>
                <a:srgbClr val="000000"/>
              </a:solidFill>
              <a:latin typeface="Times New Roman"/>
              <a:ea typeface="Times New Roman"/>
              <a:cs typeface="Times New Roman"/>
              <a:sym typeface="Times New Roman"/>
            </a:endParaRPr>
          </a:p>
          <a:p>
            <a:pPr indent="-381000" lvl="1" marL="914400" marR="0" rtl="0" algn="l">
              <a:lnSpc>
                <a:spcPct val="100000"/>
              </a:lnSpc>
              <a:spcBef>
                <a:spcPts val="100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Cause hardware failure, rendering computers inoperable</a:t>
            </a:r>
            <a:endParaRPr b="0" i="0" sz="2400" u="none" cap="none" strike="noStrike">
              <a:solidFill>
                <a:srgbClr val="000000"/>
              </a:solidFill>
              <a:latin typeface="Times New Roman"/>
              <a:ea typeface="Times New Roman"/>
              <a:cs typeface="Times New Roman"/>
              <a:sym typeface="Times New Roman"/>
            </a:endParaRPr>
          </a:p>
          <a:p>
            <a:pPr indent="-381000" lvl="1" marL="914400" marR="0" rtl="0" algn="l">
              <a:lnSpc>
                <a:spcPct val="100000"/>
              </a:lnSpc>
              <a:spcBef>
                <a:spcPts val="100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Steal personal information, including contacts</a:t>
            </a:r>
            <a:endParaRPr b="0" i="0" sz="2400" u="none" cap="none" strike="noStrike">
              <a:solidFill>
                <a:srgbClr val="000000"/>
              </a:solidFill>
              <a:latin typeface="Times New Roman"/>
              <a:ea typeface="Times New Roman"/>
              <a:cs typeface="Times New Roman"/>
              <a:sym typeface="Times New Roman"/>
            </a:endParaRPr>
          </a:p>
          <a:p>
            <a:pPr indent="-381000" lvl="1" marL="914400" marR="0" rtl="0" algn="l">
              <a:lnSpc>
                <a:spcPct val="100000"/>
              </a:lnSpc>
              <a:spcBef>
                <a:spcPts val="100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Erase valuable information, resulting in substantial data loss</a:t>
            </a:r>
            <a:endParaRPr b="0" i="0" sz="2400" u="none" cap="none" strike="noStrike">
              <a:solidFill>
                <a:srgbClr val="000000"/>
              </a:solidFill>
              <a:latin typeface="Times New Roman"/>
              <a:ea typeface="Times New Roman"/>
              <a:cs typeface="Times New Roman"/>
              <a:sym typeface="Times New Roman"/>
            </a:endParaRPr>
          </a:p>
          <a:p>
            <a:pPr indent="-381000" lvl="1" marL="914400" marR="0" rtl="0" algn="l">
              <a:lnSpc>
                <a:spcPct val="100000"/>
              </a:lnSpc>
              <a:spcBef>
                <a:spcPts val="100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Attack additional computer systems directly from a compromised system</a:t>
            </a:r>
            <a:endParaRPr b="0" i="0" sz="2400" u="none" cap="none" strike="noStrike">
              <a:solidFill>
                <a:srgbClr val="000000"/>
              </a:solidFill>
              <a:latin typeface="Times New Roman"/>
              <a:ea typeface="Times New Roman"/>
              <a:cs typeface="Times New Roman"/>
              <a:sym typeface="Times New Roman"/>
            </a:endParaRPr>
          </a:p>
          <a:p>
            <a:pPr indent="-381000" lvl="1" marL="914400" marR="0" rtl="0" algn="l">
              <a:lnSpc>
                <a:spcPct val="100000"/>
              </a:lnSpc>
              <a:spcBef>
                <a:spcPts val="100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Spam inboxes with advertising emails</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28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7f98f0ae4d_0_263"/>
          <p:cNvSpPr txBox="1"/>
          <p:nvPr>
            <p:ph type="title"/>
          </p:nvPr>
        </p:nvSpPr>
        <p:spPr>
          <a:xfrm>
            <a:off x="0" y="0"/>
            <a:ext cx="12192000" cy="6888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Example of a simple malware code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18" name="Google Shape;218;g37f98f0ae4d_0_263"/>
          <p:cNvSpPr txBox="1"/>
          <p:nvPr/>
        </p:nvSpPr>
        <p:spPr>
          <a:xfrm>
            <a:off x="1276400" y="1631050"/>
            <a:ext cx="7253100" cy="282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@echo off</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:A</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Start Notepad</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goto A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219" name="Google Shape;219;g37f98f0ae4d_0_263"/>
          <p:cNvSpPr txBox="1"/>
          <p:nvPr/>
        </p:nvSpPr>
        <p:spPr>
          <a:xfrm>
            <a:off x="536900" y="4818350"/>
            <a:ext cx="11315100" cy="507900"/>
          </a:xfrm>
          <a:prstGeom prst="rect">
            <a:avLst/>
          </a:prstGeom>
          <a:solidFill>
            <a:schemeClr val="accent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chemeClr val="lt1"/>
                </a:solidFill>
                <a:latin typeface="Times New Roman"/>
                <a:ea typeface="Times New Roman"/>
                <a:cs typeface="Times New Roman"/>
                <a:sym typeface="Times New Roman"/>
              </a:rPr>
              <a:t>Note</a:t>
            </a:r>
            <a:r>
              <a:rPr b="1" i="0" lang="en-US" sz="2100" u="none" cap="none" strike="noStrike">
                <a:solidFill>
                  <a:srgbClr val="F3F3F3"/>
                </a:solidFill>
                <a:latin typeface="Times New Roman"/>
                <a:ea typeface="Times New Roman"/>
                <a:cs typeface="Times New Roman"/>
                <a:sym typeface="Times New Roman"/>
              </a:rPr>
              <a:t>:</a:t>
            </a:r>
            <a:r>
              <a:rPr b="1" i="0" lang="en-US" sz="2100" u="none" cap="none" strike="noStrike">
                <a:solidFill>
                  <a:schemeClr val="lt1"/>
                </a:solidFill>
                <a:latin typeface="Times New Roman"/>
                <a:ea typeface="Times New Roman"/>
                <a:cs typeface="Times New Roman"/>
                <a:sym typeface="Times New Roman"/>
              </a:rPr>
              <a:t> This very simple batch program will continually open Notepad until you restart the system.</a:t>
            </a:r>
            <a:endParaRPr b="1" i="0" sz="21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7f98f0ae4d_0_306"/>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Different ways malware can enter your network</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pic>
        <p:nvPicPr>
          <p:cNvPr descr="Different ways malware can enter your network | ManageEngine Expert Talks |  Attack detection" id="225" name="Google Shape;225;g37f98f0ae4d_0_306"/>
          <p:cNvPicPr preferRelativeResize="0"/>
          <p:nvPr/>
        </p:nvPicPr>
        <p:blipFill rotWithShape="1">
          <a:blip r:embed="rId3">
            <a:alphaModFix/>
          </a:blip>
          <a:srcRect b="0" l="0" r="0" t="0"/>
          <a:stretch/>
        </p:blipFill>
        <p:spPr>
          <a:xfrm>
            <a:off x="678700" y="1494712"/>
            <a:ext cx="11166600" cy="3868500"/>
          </a:xfrm>
          <a:prstGeom prst="roundRect">
            <a:avLst>
              <a:gd fmla="val 16667" name="adj"/>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80f6c643e1_0_17"/>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Types of Malware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31" name="Google Shape;231;g380f6c643e1_0_17"/>
          <p:cNvSpPr txBox="1"/>
          <p:nvPr/>
        </p:nvSpPr>
        <p:spPr>
          <a:xfrm>
            <a:off x="468750" y="1215600"/>
            <a:ext cx="11254500" cy="5541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pic>
        <p:nvPicPr>
          <p:cNvPr id="232" name="Google Shape;232;g380f6c643e1_0_17"/>
          <p:cNvPicPr preferRelativeResize="0"/>
          <p:nvPr/>
        </p:nvPicPr>
        <p:blipFill rotWithShape="1">
          <a:blip r:embed="rId3">
            <a:alphaModFix/>
          </a:blip>
          <a:srcRect b="0" l="0" r="0" t="0"/>
          <a:stretch/>
        </p:blipFill>
        <p:spPr>
          <a:xfrm>
            <a:off x="856225" y="1138375"/>
            <a:ext cx="10479550" cy="5266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7d9a76c35b_0_428"/>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Viruses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38" name="Google Shape;238;g37d9a76c35b_0_428"/>
          <p:cNvSpPr txBox="1"/>
          <p:nvPr/>
        </p:nvSpPr>
        <p:spPr>
          <a:xfrm>
            <a:off x="354550" y="1053525"/>
            <a:ext cx="5522400" cy="54693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A computer virus is a malicious program that infects files or the system areas of a computer and then makes copies of itself. </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Viruses are harmful and can corrupt data and files; however, some viruses are harmless, too.</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Computer viruses need a host to replicate. When you run or open an infected file or program, the virus attaches itself to other files, spreading its code and potentially causing harm.</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1000"/>
              </a:spcBef>
              <a:spcAft>
                <a:spcPts val="0"/>
              </a:spcAft>
              <a:buClr>
                <a:srgbClr val="000000"/>
              </a:buClr>
              <a:buSzPts val="2200"/>
              <a:buFont typeface="Arial"/>
              <a:buNone/>
            </a:pPr>
            <a:r>
              <a:t/>
            </a:r>
            <a:endParaRPr b="1" i="0" sz="2200" u="none" cap="none" strike="noStrike">
              <a:solidFill>
                <a:srgbClr val="980000"/>
              </a:solidFill>
              <a:latin typeface="Times New Roman"/>
              <a:ea typeface="Times New Roman"/>
              <a:cs typeface="Times New Roman"/>
              <a:sym typeface="Times New Roman"/>
            </a:endParaRPr>
          </a:p>
        </p:txBody>
      </p:sp>
      <p:pic>
        <p:nvPicPr>
          <p:cNvPr id="239" name="Google Shape;239;g37d9a76c35b_0_428"/>
          <p:cNvPicPr preferRelativeResize="0"/>
          <p:nvPr/>
        </p:nvPicPr>
        <p:blipFill rotWithShape="1">
          <a:blip r:embed="rId3">
            <a:alphaModFix/>
          </a:blip>
          <a:srcRect b="0" l="0" r="0" t="0"/>
          <a:stretch/>
        </p:blipFill>
        <p:spPr>
          <a:xfrm>
            <a:off x="6400025" y="1558525"/>
            <a:ext cx="5522400" cy="41089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80f6c643e1_0_22"/>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Viruses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45" name="Google Shape;245;g380f6c643e1_0_22"/>
          <p:cNvSpPr txBox="1"/>
          <p:nvPr/>
        </p:nvSpPr>
        <p:spPr>
          <a:xfrm>
            <a:off x="405200" y="1316875"/>
            <a:ext cx="11133000" cy="23859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00000"/>
              </a:lnSpc>
              <a:spcBef>
                <a:spcPts val="100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Computer viruses spread through various means, including email attachments, infected software downloads, infected USB drives, or even network vulnerabilities.</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246" name="Google Shape;246;g380f6c643e1_0_22"/>
          <p:cNvPicPr preferRelativeResize="0"/>
          <p:nvPr/>
        </p:nvPicPr>
        <p:blipFill rotWithShape="1">
          <a:blip r:embed="rId3">
            <a:alphaModFix/>
          </a:blip>
          <a:srcRect b="0" l="0" r="0" t="0"/>
          <a:stretch/>
        </p:blipFill>
        <p:spPr>
          <a:xfrm>
            <a:off x="2482588" y="2661828"/>
            <a:ext cx="6978225" cy="3030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80f6c643e1_0_0"/>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Worms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52" name="Google Shape;252;g380f6c643e1_0_0"/>
          <p:cNvSpPr txBox="1"/>
          <p:nvPr/>
        </p:nvSpPr>
        <p:spPr>
          <a:xfrm>
            <a:off x="536875" y="1033250"/>
            <a:ext cx="11133000" cy="2601300"/>
          </a:xfrm>
          <a:prstGeom prst="rect">
            <a:avLst/>
          </a:prstGeom>
          <a:noFill/>
          <a:ln>
            <a:noFill/>
          </a:ln>
        </p:spPr>
        <p:txBody>
          <a:bodyPr anchorCtr="0" anchor="t" bIns="91425" lIns="91425" spcFirstLastPara="1" rIns="91425" wrap="square" tIns="91425">
            <a:spAutoFit/>
          </a:bodyPr>
          <a:lstStyle/>
          <a:p>
            <a:pPr indent="-368300" lvl="0" marL="4572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 Worms are similar to viruses but can spread independently without user interaction or a host program/system. They exploit vulnerabilities in networked systems to propagate to other connected devices quickly.</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1" i="0" sz="2200" u="none" cap="none" strike="noStrike">
              <a:solidFill>
                <a:srgbClr val="980000"/>
              </a:solidFill>
              <a:latin typeface="Times New Roman"/>
              <a:ea typeface="Times New Roman"/>
              <a:cs typeface="Times New Roman"/>
              <a:sym typeface="Times New Roman"/>
            </a:endParaRPr>
          </a:p>
        </p:txBody>
      </p:sp>
      <p:pic>
        <p:nvPicPr>
          <p:cNvPr id="253" name="Google Shape;253;g380f6c643e1_0_0"/>
          <p:cNvPicPr preferRelativeResize="0"/>
          <p:nvPr/>
        </p:nvPicPr>
        <p:blipFill>
          <a:blip r:embed="rId3">
            <a:alphaModFix/>
          </a:blip>
          <a:stretch>
            <a:fillRect/>
          </a:stretch>
        </p:blipFill>
        <p:spPr>
          <a:xfrm>
            <a:off x="6707299" y="2874425"/>
            <a:ext cx="4335486" cy="2601300"/>
          </a:xfrm>
          <a:prstGeom prst="rect">
            <a:avLst/>
          </a:prstGeom>
          <a:noFill/>
          <a:ln>
            <a:noFill/>
          </a:ln>
        </p:spPr>
      </p:pic>
      <p:sp>
        <p:nvSpPr>
          <p:cNvPr id="254" name="Google Shape;254;g380f6c643e1_0_0"/>
          <p:cNvSpPr txBox="1"/>
          <p:nvPr/>
        </p:nvSpPr>
        <p:spPr>
          <a:xfrm>
            <a:off x="625975" y="3286025"/>
            <a:ext cx="5631900" cy="1877700"/>
          </a:xfrm>
          <a:prstGeom prst="rect">
            <a:avLst/>
          </a:prstGeom>
          <a:noFill/>
          <a:ln>
            <a:noFill/>
          </a:ln>
        </p:spPr>
        <p:txBody>
          <a:bodyPr anchorCtr="0" anchor="t" bIns="91425" lIns="91425" spcFirstLastPara="1" rIns="91425" wrap="square" tIns="91425">
            <a:spAutoFit/>
          </a:bodyPr>
          <a:lstStyle/>
          <a:p>
            <a:pPr indent="-368300" lvl="0" marL="457200" rtl="0" algn="just">
              <a:spcBef>
                <a:spcPts val="0"/>
              </a:spcBef>
              <a:spcAft>
                <a:spcPts val="0"/>
              </a:spcAft>
              <a:buClr>
                <a:schemeClr val="accent3"/>
              </a:buClr>
              <a:buSzPts val="2200"/>
              <a:buFont typeface="Times New Roman"/>
              <a:buChar char="■"/>
            </a:pPr>
            <a:r>
              <a:rPr lang="en-US" sz="2200">
                <a:latin typeface="Times New Roman"/>
                <a:ea typeface="Times New Roman"/>
                <a:cs typeface="Times New Roman"/>
                <a:sym typeface="Times New Roman"/>
              </a:rPr>
              <a:t>For</a:t>
            </a:r>
            <a:r>
              <a:rPr lang="en-US" sz="2200">
                <a:latin typeface="Times New Roman"/>
                <a:ea typeface="Times New Roman"/>
                <a:cs typeface="Times New Roman"/>
                <a:sym typeface="Times New Roman"/>
              </a:rPr>
              <a:t> example, if one computer in an office is infected, the worm can move to other connected devices without anyone clicking anything, slowing systems and causing damage.</a:t>
            </a:r>
            <a:endParaRPr sz="22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7f98f0ae4d_0_321"/>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Trojans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60" name="Google Shape;260;g37f98f0ae4d_0_321"/>
          <p:cNvSpPr txBox="1"/>
          <p:nvPr/>
        </p:nvSpPr>
        <p:spPr>
          <a:xfrm>
            <a:off x="120300" y="985000"/>
            <a:ext cx="11754000" cy="18777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Trojans disguise themselves as legitimate software but contain malicious code. They trick users into running them, which can result in data theft, system compromise, or other harmful actions.</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l">
              <a:lnSpc>
                <a:spcPct val="100000"/>
              </a:lnSpc>
              <a:spcBef>
                <a:spcPts val="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Trojan malware gets its name from the stories ancient Greek poets told of Athenian warriors hiding inside a giant wooden horse, then emerging after Trojans pulled it within the walls of their city.</a:t>
            </a:r>
            <a:endParaRPr b="0" i="0" sz="2200" u="none" cap="none" strike="noStrike">
              <a:solidFill>
                <a:srgbClr val="000000"/>
              </a:solidFill>
              <a:latin typeface="Times New Roman"/>
              <a:ea typeface="Times New Roman"/>
              <a:cs typeface="Times New Roman"/>
              <a:sym typeface="Times New Roman"/>
            </a:endParaRPr>
          </a:p>
        </p:txBody>
      </p:sp>
      <p:pic>
        <p:nvPicPr>
          <p:cNvPr id="261" name="Google Shape;261;g37f98f0ae4d_0_321"/>
          <p:cNvPicPr preferRelativeResize="0"/>
          <p:nvPr/>
        </p:nvPicPr>
        <p:blipFill rotWithShape="1">
          <a:blip r:embed="rId3">
            <a:alphaModFix/>
          </a:blip>
          <a:srcRect b="15874" l="0" r="0" t="0"/>
          <a:stretch/>
        </p:blipFill>
        <p:spPr>
          <a:xfrm>
            <a:off x="2924600" y="3617775"/>
            <a:ext cx="6573401" cy="2717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16d8cfdd53_0_40"/>
          <p:cNvSpPr txBox="1"/>
          <p:nvPr>
            <p:ph type="title"/>
          </p:nvPr>
        </p:nvSpPr>
        <p:spPr>
          <a:xfrm>
            <a:off x="0" y="0"/>
            <a:ext cx="12192000" cy="739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Trojans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67" name="Google Shape;267;g316d8cfdd53_0_40"/>
          <p:cNvSpPr txBox="1"/>
          <p:nvPr/>
        </p:nvSpPr>
        <p:spPr>
          <a:xfrm>
            <a:off x="5547550" y="3811975"/>
            <a:ext cx="6345000" cy="4311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pic>
        <p:nvPicPr>
          <p:cNvPr id="268" name="Google Shape;268;g316d8cfdd53_0_40"/>
          <p:cNvPicPr preferRelativeResize="0"/>
          <p:nvPr/>
        </p:nvPicPr>
        <p:blipFill rotWithShape="1">
          <a:blip r:embed="rId3">
            <a:alphaModFix/>
          </a:blip>
          <a:srcRect b="0" l="0" r="0" t="0"/>
          <a:stretch/>
        </p:blipFill>
        <p:spPr>
          <a:xfrm>
            <a:off x="652700" y="1017725"/>
            <a:ext cx="10110925" cy="47047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8f1e5fd074_0_8"/>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Adware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74" name="Google Shape;274;g38f1e5fd074_0_8"/>
          <p:cNvSpPr txBox="1"/>
          <p:nvPr/>
        </p:nvSpPr>
        <p:spPr>
          <a:xfrm>
            <a:off x="323925" y="827650"/>
            <a:ext cx="115596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406400" lvl="0" marL="457200" marR="0" rtl="0" algn="l">
              <a:lnSpc>
                <a:spcPct val="100000"/>
              </a:lnSpc>
              <a:spcBef>
                <a:spcPts val="0"/>
              </a:spcBef>
              <a:spcAft>
                <a:spcPts val="0"/>
              </a:spcAft>
              <a:buClr>
                <a:schemeClr val="accent3"/>
              </a:buClr>
              <a:buSzPts val="2800"/>
              <a:buFont typeface="Times New Roman"/>
              <a:buChar char="■"/>
            </a:pPr>
            <a:r>
              <a:rPr b="0" i="0" lang="en-US" sz="2200" u="none" cap="none" strike="noStrike">
                <a:solidFill>
                  <a:srgbClr val="000000"/>
                </a:solidFill>
                <a:latin typeface="Times New Roman"/>
                <a:ea typeface="Times New Roman"/>
                <a:cs typeface="Times New Roman"/>
                <a:sym typeface="Times New Roman"/>
              </a:rPr>
              <a:t>Adware displays unwanted advertisements to generate revenue for its creators. While it may not be as malicious as other types, it can be annoying and invasive.</a:t>
            </a:r>
            <a:endParaRPr b="0" i="0" sz="2200" u="none" cap="none" strike="noStrike">
              <a:solidFill>
                <a:srgbClr val="000000"/>
              </a:solidFill>
              <a:latin typeface="Times New Roman"/>
              <a:ea typeface="Times New Roman"/>
              <a:cs typeface="Times New Roman"/>
              <a:sym typeface="Times New Roman"/>
            </a:endParaRPr>
          </a:p>
        </p:txBody>
      </p:sp>
      <p:pic>
        <p:nvPicPr>
          <p:cNvPr descr="An infographic displays five signs that your device might have adware." id="275" name="Google Shape;275;g38f1e5fd074_0_8"/>
          <p:cNvPicPr preferRelativeResize="0"/>
          <p:nvPr/>
        </p:nvPicPr>
        <p:blipFill rotWithShape="1">
          <a:blip r:embed="rId3">
            <a:alphaModFix/>
          </a:blip>
          <a:srcRect b="0" l="0" r="0" t="0"/>
          <a:stretch/>
        </p:blipFill>
        <p:spPr>
          <a:xfrm>
            <a:off x="1025000" y="2717700"/>
            <a:ext cx="5186124" cy="2480725"/>
          </a:xfrm>
          <a:prstGeom prst="rect">
            <a:avLst/>
          </a:prstGeom>
          <a:noFill/>
          <a:ln>
            <a:noFill/>
          </a:ln>
        </p:spPr>
      </p:pic>
      <p:pic>
        <p:nvPicPr>
          <p:cNvPr id="276" name="Google Shape;276;g38f1e5fd074_0_8"/>
          <p:cNvPicPr preferRelativeResize="0"/>
          <p:nvPr/>
        </p:nvPicPr>
        <p:blipFill>
          <a:blip r:embed="rId4">
            <a:alphaModFix/>
          </a:blip>
          <a:stretch>
            <a:fillRect/>
          </a:stretch>
        </p:blipFill>
        <p:spPr>
          <a:xfrm>
            <a:off x="6500175" y="2273050"/>
            <a:ext cx="5539425" cy="3804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8f1e5fd074_0_15"/>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Ransomware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82" name="Google Shape;282;g38f1e5fd074_0_15"/>
          <p:cNvSpPr txBox="1"/>
          <p:nvPr/>
        </p:nvSpPr>
        <p:spPr>
          <a:xfrm>
            <a:off x="129550" y="1147625"/>
            <a:ext cx="11754000" cy="9852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Ransomware encrypts a victim's files and demands a ransom for the decryption key. It can render data inaccessible until a ransom is paid, though paying is not recommended.</a:t>
            </a:r>
            <a:endParaRPr b="0" i="0" sz="2200" u="none" cap="none" strike="noStrike">
              <a:solidFill>
                <a:srgbClr val="000000"/>
              </a:solidFill>
              <a:latin typeface="Times New Roman"/>
              <a:ea typeface="Times New Roman"/>
              <a:cs typeface="Times New Roman"/>
              <a:sym typeface="Times New Roman"/>
            </a:endParaRPr>
          </a:p>
        </p:txBody>
      </p:sp>
      <p:pic>
        <p:nvPicPr>
          <p:cNvPr id="283" name="Google Shape;283;g38f1e5fd074_0_15"/>
          <p:cNvPicPr preferRelativeResize="0"/>
          <p:nvPr/>
        </p:nvPicPr>
        <p:blipFill rotWithShape="1">
          <a:blip r:embed="rId3">
            <a:alphaModFix/>
          </a:blip>
          <a:srcRect b="0" l="0" r="0" t="0"/>
          <a:stretch/>
        </p:blipFill>
        <p:spPr>
          <a:xfrm>
            <a:off x="2293425" y="2362825"/>
            <a:ext cx="8479474" cy="3768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8f1e5fd074_0_22"/>
          <p:cNvSpPr txBox="1"/>
          <p:nvPr>
            <p:ph type="title"/>
          </p:nvPr>
        </p:nvSpPr>
        <p:spPr>
          <a:xfrm>
            <a:off x="0" y="0"/>
            <a:ext cx="12192000" cy="7773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Spyware</a:t>
            </a:r>
            <a:endParaRPr sz="4000">
              <a:solidFill>
                <a:schemeClr val="lt1"/>
              </a:solidFill>
              <a:latin typeface="Gill Sans"/>
              <a:ea typeface="Gill Sans"/>
              <a:cs typeface="Gill Sans"/>
              <a:sym typeface="Gill Sans"/>
            </a:endParaRPr>
          </a:p>
        </p:txBody>
      </p:sp>
      <p:sp>
        <p:nvSpPr>
          <p:cNvPr id="289" name="Google Shape;289;g38f1e5fd074_0_22"/>
          <p:cNvSpPr txBox="1"/>
          <p:nvPr/>
        </p:nvSpPr>
        <p:spPr>
          <a:xfrm>
            <a:off x="129550" y="1147625"/>
            <a:ext cx="11754000" cy="13236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Spyware collects information from an infected system without the user's knowledge or consent. It can capture sensitive data like passwords, credit card details, and browsing habits.</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290" name="Google Shape;290;g38f1e5fd074_0_22"/>
          <p:cNvPicPr preferRelativeResize="0"/>
          <p:nvPr/>
        </p:nvPicPr>
        <p:blipFill rotWithShape="1">
          <a:blip r:embed="rId3">
            <a:alphaModFix/>
          </a:blip>
          <a:srcRect b="0" l="0" r="0" t="0"/>
          <a:stretch/>
        </p:blipFill>
        <p:spPr>
          <a:xfrm>
            <a:off x="3387350" y="2249675"/>
            <a:ext cx="6080576" cy="3661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38f1e5fd074_0_29"/>
          <p:cNvSpPr txBox="1"/>
          <p:nvPr>
            <p:ph type="title"/>
          </p:nvPr>
        </p:nvSpPr>
        <p:spPr>
          <a:xfrm>
            <a:off x="0" y="0"/>
            <a:ext cx="12192000" cy="7773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Keyloggers</a:t>
            </a:r>
            <a:endParaRPr sz="4000">
              <a:solidFill>
                <a:schemeClr val="lt1"/>
              </a:solidFill>
              <a:latin typeface="Gill Sans"/>
              <a:ea typeface="Gill Sans"/>
              <a:cs typeface="Gill Sans"/>
              <a:sym typeface="Gill Sans"/>
            </a:endParaRPr>
          </a:p>
        </p:txBody>
      </p:sp>
      <p:sp>
        <p:nvSpPr>
          <p:cNvPr id="296" name="Google Shape;296;g38f1e5fd074_0_29"/>
          <p:cNvSpPr txBox="1"/>
          <p:nvPr/>
        </p:nvSpPr>
        <p:spPr>
          <a:xfrm>
            <a:off x="444250" y="1055075"/>
            <a:ext cx="11615100" cy="17856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Keyloggers record keystrokes on a computer, allowing attackers to capture sensitive information such as login credentials or credit card numbers.</a:t>
            </a:r>
            <a:endParaRPr b="0" i="0" sz="2200" u="none" cap="none" strike="noStrike">
              <a:solidFill>
                <a:srgbClr val="000000"/>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Keyloggers can be both hardware-based and software-based, depending on the application.</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297" name="Google Shape;297;g38f1e5fd074_0_29"/>
          <p:cNvPicPr preferRelativeResize="0"/>
          <p:nvPr/>
        </p:nvPicPr>
        <p:blipFill rotWithShape="1">
          <a:blip r:embed="rId3">
            <a:alphaModFix/>
          </a:blip>
          <a:srcRect b="0" l="0" r="0" t="0"/>
          <a:stretch/>
        </p:blipFill>
        <p:spPr>
          <a:xfrm>
            <a:off x="2930625" y="2788450"/>
            <a:ext cx="6672526" cy="3032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8f1e5fd074_0_36"/>
          <p:cNvSpPr txBox="1"/>
          <p:nvPr>
            <p:ph type="title"/>
          </p:nvPr>
        </p:nvSpPr>
        <p:spPr>
          <a:xfrm>
            <a:off x="0" y="0"/>
            <a:ext cx="12192000" cy="7773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Botnets</a:t>
            </a:r>
            <a:endParaRPr sz="4000">
              <a:solidFill>
                <a:schemeClr val="lt1"/>
              </a:solidFill>
              <a:latin typeface="Gill Sans"/>
              <a:ea typeface="Gill Sans"/>
              <a:cs typeface="Gill Sans"/>
              <a:sym typeface="Gill Sans"/>
            </a:endParaRPr>
          </a:p>
        </p:txBody>
      </p:sp>
      <p:sp>
        <p:nvSpPr>
          <p:cNvPr id="303" name="Google Shape;303;g38f1e5fd074_0_36"/>
          <p:cNvSpPr txBox="1"/>
          <p:nvPr/>
        </p:nvSpPr>
        <p:spPr>
          <a:xfrm>
            <a:off x="444250" y="1055075"/>
            <a:ext cx="11615100" cy="23397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A botnet is a network of compromised computers controlled by a central server. Cybercriminals use botnets to carry out various malicious activities, including distributed denial-of-service (DDoS) attacks. An attacker can seek out vulnerable devices and take control of those devices to build a botnet.</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304" name="Google Shape;304;g38f1e5fd074_0_36"/>
          <p:cNvPicPr preferRelativeResize="0"/>
          <p:nvPr/>
        </p:nvPicPr>
        <p:blipFill rotWithShape="1">
          <a:blip r:embed="rId3">
            <a:alphaModFix/>
          </a:blip>
          <a:srcRect b="0" l="0" r="0" t="0"/>
          <a:stretch/>
        </p:blipFill>
        <p:spPr>
          <a:xfrm>
            <a:off x="2626328" y="2889800"/>
            <a:ext cx="8120950" cy="28113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8f1e5fd074_0_43"/>
          <p:cNvSpPr txBox="1"/>
          <p:nvPr>
            <p:ph type="title"/>
          </p:nvPr>
        </p:nvSpPr>
        <p:spPr>
          <a:xfrm>
            <a:off x="0" y="0"/>
            <a:ext cx="12192000" cy="7773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Rootkits</a:t>
            </a:r>
            <a:endParaRPr sz="4000">
              <a:solidFill>
                <a:schemeClr val="lt1"/>
              </a:solidFill>
              <a:latin typeface="Gill Sans"/>
              <a:ea typeface="Gill Sans"/>
              <a:cs typeface="Gill Sans"/>
              <a:sym typeface="Gill Sans"/>
            </a:endParaRPr>
          </a:p>
        </p:txBody>
      </p:sp>
      <p:sp>
        <p:nvSpPr>
          <p:cNvPr id="310" name="Google Shape;310;g38f1e5fd074_0_43"/>
          <p:cNvSpPr txBox="1"/>
          <p:nvPr/>
        </p:nvSpPr>
        <p:spPr>
          <a:xfrm>
            <a:off x="444250" y="1055075"/>
            <a:ext cx="11615100" cy="23397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Rootkits are designed to hide malware and malicious activities from detection by security software and administrators. They often gain deep access to the operating system. Rootkits are difficult to find once they infect a system.</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311" name="Google Shape;311;g38f1e5fd074_0_43"/>
          <p:cNvPicPr preferRelativeResize="0"/>
          <p:nvPr/>
        </p:nvPicPr>
        <p:blipFill rotWithShape="1">
          <a:blip r:embed="rId3">
            <a:alphaModFix/>
          </a:blip>
          <a:srcRect b="0" l="0" r="0" t="0"/>
          <a:stretch/>
        </p:blipFill>
        <p:spPr>
          <a:xfrm>
            <a:off x="3341075" y="2561575"/>
            <a:ext cx="5618200" cy="33709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8f1e5fd074_0_50"/>
          <p:cNvSpPr txBox="1"/>
          <p:nvPr>
            <p:ph type="title"/>
          </p:nvPr>
        </p:nvSpPr>
        <p:spPr>
          <a:xfrm>
            <a:off x="0" y="0"/>
            <a:ext cx="12192000" cy="7773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Fileless Malware</a:t>
            </a:r>
            <a:endParaRPr sz="4000">
              <a:solidFill>
                <a:schemeClr val="lt1"/>
              </a:solidFill>
              <a:latin typeface="Gill Sans"/>
              <a:ea typeface="Gill Sans"/>
              <a:cs typeface="Gill Sans"/>
              <a:sym typeface="Gill Sans"/>
            </a:endParaRPr>
          </a:p>
        </p:txBody>
      </p:sp>
      <p:sp>
        <p:nvSpPr>
          <p:cNvPr id="317" name="Google Shape;317;g38f1e5fd074_0_50"/>
          <p:cNvSpPr txBox="1"/>
          <p:nvPr/>
        </p:nvSpPr>
        <p:spPr>
          <a:xfrm>
            <a:off x="444250" y="1055075"/>
            <a:ext cx="11615100" cy="23397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This type of malware operates in memory, leaving no trace on the disk, which makes it difficult to detect. It often relies on legitimate system tools to carry out malicious actions.</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318" name="Google Shape;318;g38f1e5fd074_0_50"/>
          <p:cNvPicPr preferRelativeResize="0"/>
          <p:nvPr/>
        </p:nvPicPr>
        <p:blipFill rotWithShape="1">
          <a:blip r:embed="rId3">
            <a:alphaModFix/>
          </a:blip>
          <a:srcRect b="0" l="0" r="0" t="0"/>
          <a:stretch/>
        </p:blipFill>
        <p:spPr>
          <a:xfrm>
            <a:off x="2790850" y="2600725"/>
            <a:ext cx="7880226" cy="3250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8f1e5fd074_0_57"/>
          <p:cNvSpPr txBox="1"/>
          <p:nvPr>
            <p:ph type="title"/>
          </p:nvPr>
        </p:nvSpPr>
        <p:spPr>
          <a:xfrm>
            <a:off x="0" y="0"/>
            <a:ext cx="12192000" cy="7773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Mobile Malware</a:t>
            </a:r>
            <a:endParaRPr sz="4000">
              <a:solidFill>
                <a:schemeClr val="lt1"/>
              </a:solidFill>
              <a:latin typeface="Gill Sans"/>
              <a:ea typeface="Gill Sans"/>
              <a:cs typeface="Gill Sans"/>
              <a:sym typeface="Gill Sans"/>
            </a:endParaRPr>
          </a:p>
        </p:txBody>
      </p:sp>
      <p:sp>
        <p:nvSpPr>
          <p:cNvPr id="324" name="Google Shape;324;g38f1e5fd074_0_57"/>
          <p:cNvSpPr txBox="1"/>
          <p:nvPr/>
        </p:nvSpPr>
        <p:spPr>
          <a:xfrm>
            <a:off x="444250" y="1055075"/>
            <a:ext cx="11615100" cy="23397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Malware targeting mobile devices, such as smartphones and tablets, can include viruses, Trojans, and spyware designed to compromise mobile operating systems.</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325" name="Google Shape;325;g38f1e5fd074_0_57"/>
          <p:cNvPicPr preferRelativeResize="0"/>
          <p:nvPr/>
        </p:nvPicPr>
        <p:blipFill rotWithShape="1">
          <a:blip r:embed="rId3">
            <a:alphaModFix/>
          </a:blip>
          <a:srcRect b="0" l="0" r="0" t="0"/>
          <a:stretch/>
        </p:blipFill>
        <p:spPr>
          <a:xfrm>
            <a:off x="2415575" y="2465175"/>
            <a:ext cx="7588876" cy="32727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38f1e5fd074_0_64"/>
          <p:cNvSpPr txBox="1"/>
          <p:nvPr>
            <p:ph type="title"/>
          </p:nvPr>
        </p:nvSpPr>
        <p:spPr>
          <a:xfrm>
            <a:off x="0" y="0"/>
            <a:ext cx="12192000" cy="7773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Remote Access Trojans (RATs)</a:t>
            </a:r>
            <a:endParaRPr sz="4000">
              <a:solidFill>
                <a:schemeClr val="lt1"/>
              </a:solidFill>
              <a:latin typeface="Gill Sans"/>
              <a:ea typeface="Gill Sans"/>
              <a:cs typeface="Gill Sans"/>
              <a:sym typeface="Gill Sans"/>
            </a:endParaRPr>
          </a:p>
        </p:txBody>
      </p:sp>
      <p:sp>
        <p:nvSpPr>
          <p:cNvPr id="331" name="Google Shape;331;g38f1e5fd074_0_64"/>
          <p:cNvSpPr txBox="1"/>
          <p:nvPr/>
        </p:nvSpPr>
        <p:spPr>
          <a:xfrm>
            <a:off x="444250" y="1055075"/>
            <a:ext cx="11300400" cy="26781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accent3"/>
              </a:buClr>
              <a:buSzPts val="3000"/>
              <a:buFont typeface="Times New Roman"/>
              <a:buChar char="■"/>
            </a:pPr>
            <a:r>
              <a:rPr b="0" i="0" lang="en-US" sz="2200" u="none" cap="none" strike="noStrike">
                <a:solidFill>
                  <a:srgbClr val="000000"/>
                </a:solidFill>
                <a:latin typeface="Times New Roman"/>
                <a:ea typeface="Times New Roman"/>
                <a:cs typeface="Times New Roman"/>
                <a:sym typeface="Times New Roman"/>
              </a:rPr>
              <a:t>RATs allow attackers to remotely control a victim's computer, often for unauthorized access, data theft, or surveillance.</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332" name="Google Shape;332;g38f1e5fd074_0_64"/>
          <p:cNvPicPr preferRelativeResize="0"/>
          <p:nvPr/>
        </p:nvPicPr>
        <p:blipFill rotWithShape="1">
          <a:blip r:embed="rId3">
            <a:alphaModFix/>
          </a:blip>
          <a:srcRect b="11472" l="0" r="0" t="0"/>
          <a:stretch/>
        </p:blipFill>
        <p:spPr>
          <a:xfrm>
            <a:off x="2480350" y="2113500"/>
            <a:ext cx="7968950" cy="33932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8f1e5fd074_0_71"/>
          <p:cNvSpPr txBox="1"/>
          <p:nvPr>
            <p:ph type="title"/>
          </p:nvPr>
        </p:nvSpPr>
        <p:spPr>
          <a:xfrm>
            <a:off x="0" y="0"/>
            <a:ext cx="12192000" cy="7773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Malware Components</a:t>
            </a:r>
            <a:endParaRPr sz="4000">
              <a:solidFill>
                <a:schemeClr val="lt1"/>
              </a:solidFill>
              <a:latin typeface="Gill Sans"/>
              <a:ea typeface="Gill Sans"/>
              <a:cs typeface="Gill Sans"/>
              <a:sym typeface="Gill Sans"/>
            </a:endParaRPr>
          </a:p>
        </p:txBody>
      </p:sp>
      <p:sp>
        <p:nvSpPr>
          <p:cNvPr id="338" name="Google Shape;338;g38f1e5fd074_0_71"/>
          <p:cNvSpPr txBox="1"/>
          <p:nvPr/>
        </p:nvSpPr>
        <p:spPr>
          <a:xfrm>
            <a:off x="351700" y="1055075"/>
            <a:ext cx="11633700" cy="5777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200"/>
              <a:buFont typeface="Arial"/>
              <a:buNone/>
            </a:pPr>
            <a:r>
              <a:rPr b="1" i="0" lang="en-US" sz="2200" u="none" cap="none" strike="noStrike">
                <a:solidFill>
                  <a:srgbClr val="000000"/>
                </a:solidFill>
                <a:latin typeface="Times New Roman"/>
                <a:ea typeface="Times New Roman"/>
                <a:cs typeface="Times New Roman"/>
                <a:sym typeface="Times New Roman"/>
              </a:rPr>
              <a:t>1. Loader:</a:t>
            </a:r>
            <a:r>
              <a:rPr b="0" i="0" lang="en-US" sz="2200" u="none" cap="none" strike="noStrike">
                <a:solidFill>
                  <a:srgbClr val="000000"/>
                </a:solidFill>
                <a:latin typeface="Times New Roman"/>
                <a:ea typeface="Times New Roman"/>
                <a:cs typeface="Times New Roman"/>
                <a:sym typeface="Times New Roman"/>
              </a:rPr>
              <a:t> The loader is responsible for initiating the malware's execution. It often serves as the initial entry point, and its primary task is to load and run the malicious code.</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0000"/>
              </a:buClr>
              <a:buSzPts val="2200"/>
              <a:buFont typeface="Arial"/>
              <a:buNone/>
            </a:pPr>
            <a:r>
              <a:rPr b="1" i="0" lang="en-US" sz="2200" u="none" cap="none" strike="noStrike">
                <a:solidFill>
                  <a:srgbClr val="000000"/>
                </a:solidFill>
                <a:latin typeface="Times New Roman"/>
                <a:ea typeface="Times New Roman"/>
                <a:cs typeface="Times New Roman"/>
                <a:sym typeface="Times New Roman"/>
              </a:rPr>
              <a:t>2. Payload:</a:t>
            </a:r>
            <a:r>
              <a:rPr b="0" i="0" lang="en-US" sz="2200" u="none" cap="none" strike="noStrike">
                <a:solidFill>
                  <a:srgbClr val="000000"/>
                </a:solidFill>
                <a:latin typeface="Times New Roman"/>
                <a:ea typeface="Times New Roman"/>
                <a:cs typeface="Times New Roman"/>
                <a:sym typeface="Times New Roman"/>
              </a:rPr>
              <a:t> The payload is the core malicious code of the malware. It carries out the specific tasks that the malware is designed for, such as stealing data, spreading to other systems, or causing damage. The payload can be encrypted or obfuscated to avoid detection.</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0000"/>
              </a:buClr>
              <a:buSzPts val="2200"/>
              <a:buFont typeface="Arial"/>
              <a:buNone/>
            </a:pPr>
            <a:r>
              <a:rPr b="1" i="0" lang="en-US" sz="2200" u="none" cap="none" strike="noStrike">
                <a:solidFill>
                  <a:srgbClr val="000000"/>
                </a:solidFill>
                <a:latin typeface="Times New Roman"/>
                <a:ea typeface="Times New Roman"/>
                <a:cs typeface="Times New Roman"/>
                <a:sym typeface="Times New Roman"/>
              </a:rPr>
              <a:t>3. Command and Control (C2) Server Communication: </a:t>
            </a:r>
            <a:r>
              <a:rPr b="0" i="0" lang="en-US" sz="2200" u="none" cap="none" strike="noStrike">
                <a:solidFill>
                  <a:srgbClr val="000000"/>
                </a:solidFill>
                <a:latin typeface="Times New Roman"/>
                <a:ea typeface="Times New Roman"/>
                <a:cs typeface="Times New Roman"/>
                <a:sym typeface="Times New Roman"/>
              </a:rPr>
              <a:t>Many malware strains communicate with a remote command and control server controlled by the attacker. This communication allows the malware to receive instructions, upload stolen data, or download updates. It's a crucial component for remote control and data exfiltration.</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8f1e5fd074_0_77"/>
          <p:cNvSpPr txBox="1"/>
          <p:nvPr>
            <p:ph type="title"/>
          </p:nvPr>
        </p:nvSpPr>
        <p:spPr>
          <a:xfrm>
            <a:off x="0" y="0"/>
            <a:ext cx="12192000" cy="7773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Malware Components</a:t>
            </a:r>
            <a:endParaRPr sz="4000">
              <a:solidFill>
                <a:schemeClr val="lt1"/>
              </a:solidFill>
              <a:latin typeface="Gill Sans"/>
              <a:ea typeface="Gill Sans"/>
              <a:cs typeface="Gill Sans"/>
              <a:sym typeface="Gill Sans"/>
            </a:endParaRPr>
          </a:p>
        </p:txBody>
      </p:sp>
      <p:sp>
        <p:nvSpPr>
          <p:cNvPr id="344" name="Google Shape;344;g38f1e5fd074_0_77"/>
          <p:cNvSpPr txBox="1"/>
          <p:nvPr/>
        </p:nvSpPr>
        <p:spPr>
          <a:xfrm>
            <a:off x="351700" y="1055075"/>
            <a:ext cx="11633700" cy="5196300"/>
          </a:xfrm>
          <a:prstGeom prst="rect">
            <a:avLst/>
          </a:prstGeom>
          <a:noFill/>
          <a:ln>
            <a:noFill/>
          </a:ln>
        </p:spPr>
        <p:txBody>
          <a:bodyPr anchorCtr="0" anchor="t" bIns="91425" lIns="91425" spcFirstLastPara="1" rIns="91425" wrap="square" tIns="91425">
            <a:spAutoFit/>
          </a:bodyPr>
          <a:lstStyle/>
          <a:p>
            <a:pPr indent="0" lvl="0" marL="139700" marR="0" rtl="0" algn="just">
              <a:lnSpc>
                <a:spcPct val="115000"/>
              </a:lnSpc>
              <a:spcBef>
                <a:spcPts val="0"/>
              </a:spcBef>
              <a:spcAft>
                <a:spcPts val="0"/>
              </a:spcAft>
              <a:buClr>
                <a:schemeClr val="dk1"/>
              </a:buClr>
              <a:buSzPts val="2800"/>
              <a:buFont typeface="Arial"/>
              <a:buNone/>
            </a:pPr>
            <a:r>
              <a:rPr b="1" i="0" lang="en-US" sz="2200" u="none" cap="none" strike="noStrike">
                <a:solidFill>
                  <a:srgbClr val="1D1D1D"/>
                </a:solidFill>
                <a:latin typeface="Times New Roman"/>
                <a:ea typeface="Times New Roman"/>
                <a:cs typeface="Times New Roman"/>
                <a:sym typeface="Times New Roman"/>
              </a:rPr>
              <a:t>4. Persistence Mechanism:</a:t>
            </a:r>
            <a:r>
              <a:rPr b="0" i="0" lang="en-US" sz="2200" u="none" cap="none" strike="noStrike">
                <a:solidFill>
                  <a:srgbClr val="1D1D1D"/>
                </a:solidFill>
                <a:latin typeface="Times New Roman"/>
                <a:ea typeface="Times New Roman"/>
                <a:cs typeface="Times New Roman"/>
                <a:sym typeface="Times New Roman"/>
              </a:rPr>
              <a:t> To maintain a presence on the infected system, malware often employs a persistence mechanism. This could involve modifying the Windows Registry, creating startup entries, or dropping hidden files that ensure the malware is executed each time the system restarts.</a:t>
            </a:r>
            <a:endParaRPr b="0" i="0" sz="2200" u="none" cap="none" strike="noStrike">
              <a:solidFill>
                <a:srgbClr val="1D1D1D"/>
              </a:solidFill>
              <a:latin typeface="Times New Roman"/>
              <a:ea typeface="Times New Roman"/>
              <a:cs typeface="Times New Roman"/>
              <a:sym typeface="Times New Roman"/>
            </a:endParaRPr>
          </a:p>
          <a:p>
            <a:pPr indent="0" lvl="0" marL="139700" marR="0" rtl="0" algn="just">
              <a:lnSpc>
                <a:spcPct val="115000"/>
              </a:lnSpc>
              <a:spcBef>
                <a:spcPts val="0"/>
              </a:spcBef>
              <a:spcAft>
                <a:spcPts val="0"/>
              </a:spcAft>
              <a:buClr>
                <a:schemeClr val="dk1"/>
              </a:buClr>
              <a:buSzPts val="2800"/>
              <a:buFont typeface="Arial"/>
              <a:buNone/>
            </a:pPr>
            <a:r>
              <a:t/>
            </a:r>
            <a:endParaRPr b="0" i="0" sz="2200" u="none" cap="none" strike="noStrike">
              <a:solidFill>
                <a:srgbClr val="1D1D1D"/>
              </a:solidFill>
              <a:latin typeface="Times New Roman"/>
              <a:ea typeface="Times New Roman"/>
              <a:cs typeface="Times New Roman"/>
              <a:sym typeface="Times New Roman"/>
            </a:endParaRPr>
          </a:p>
          <a:p>
            <a:pPr indent="0" lvl="0" marL="139700" marR="0" rtl="0" algn="just">
              <a:lnSpc>
                <a:spcPct val="115000"/>
              </a:lnSpc>
              <a:spcBef>
                <a:spcPts val="0"/>
              </a:spcBef>
              <a:spcAft>
                <a:spcPts val="0"/>
              </a:spcAft>
              <a:buClr>
                <a:schemeClr val="dk1"/>
              </a:buClr>
              <a:buSzPts val="2800"/>
              <a:buFont typeface="Arial"/>
              <a:buNone/>
            </a:pPr>
            <a:r>
              <a:rPr b="1" i="0" lang="en-US" sz="2200" u="none" cap="none" strike="noStrike">
                <a:solidFill>
                  <a:srgbClr val="1D1D1D"/>
                </a:solidFill>
                <a:latin typeface="Times New Roman"/>
                <a:ea typeface="Times New Roman"/>
                <a:cs typeface="Times New Roman"/>
                <a:sym typeface="Times New Roman"/>
              </a:rPr>
              <a:t>5. Evasion Techniques:</a:t>
            </a:r>
            <a:r>
              <a:rPr b="0" i="0" lang="en-US" sz="2200" u="none" cap="none" strike="noStrike">
                <a:solidFill>
                  <a:srgbClr val="1D1D1D"/>
                </a:solidFill>
                <a:latin typeface="Times New Roman"/>
                <a:ea typeface="Times New Roman"/>
                <a:cs typeface="Times New Roman"/>
                <a:sym typeface="Times New Roman"/>
              </a:rPr>
              <a:t> Malware may include evasion techniques to avoid detection by security software. This could involve polymorphic code (changing its appearance with each infection), rootkit functionality (hiding its presence), or anti-analysis measures (detecting and evading analysis tools). </a:t>
            </a:r>
            <a:endParaRPr b="0" i="0" sz="2200" u="none" cap="none" strike="noStrike">
              <a:solidFill>
                <a:srgbClr val="1D1D1D"/>
              </a:solidFill>
              <a:latin typeface="Times New Roman"/>
              <a:ea typeface="Times New Roman"/>
              <a:cs typeface="Times New Roman"/>
              <a:sym typeface="Times New Roman"/>
            </a:endParaRPr>
          </a:p>
          <a:p>
            <a:pPr indent="0" lvl="0" marL="139700" marR="0" rtl="0" algn="just">
              <a:lnSpc>
                <a:spcPct val="115000"/>
              </a:lnSpc>
              <a:spcBef>
                <a:spcPts val="0"/>
              </a:spcBef>
              <a:spcAft>
                <a:spcPts val="0"/>
              </a:spcAft>
              <a:buClr>
                <a:schemeClr val="dk1"/>
              </a:buClr>
              <a:buSzPts val="2800"/>
              <a:buFont typeface="Arial"/>
              <a:buNone/>
            </a:pPr>
            <a:r>
              <a:t/>
            </a:r>
            <a:endParaRPr b="0" i="0" sz="2200" u="none" cap="none" strike="noStrike">
              <a:solidFill>
                <a:srgbClr val="1D1D1D"/>
              </a:solidFill>
              <a:latin typeface="Times New Roman"/>
              <a:ea typeface="Times New Roman"/>
              <a:cs typeface="Times New Roman"/>
              <a:sym typeface="Times New Roman"/>
            </a:endParaRPr>
          </a:p>
          <a:p>
            <a:pPr indent="0" lvl="0" marL="139700" marR="0" rtl="0" algn="just">
              <a:lnSpc>
                <a:spcPct val="115000"/>
              </a:lnSpc>
              <a:spcBef>
                <a:spcPts val="0"/>
              </a:spcBef>
              <a:spcAft>
                <a:spcPts val="0"/>
              </a:spcAft>
              <a:buClr>
                <a:srgbClr val="000000"/>
              </a:buClr>
              <a:buSzPts val="2200"/>
              <a:buFont typeface="Arial"/>
              <a:buNone/>
            </a:pPr>
            <a:r>
              <a:rPr b="1" i="0" lang="en-US" sz="2200" u="none" cap="none" strike="noStrike">
                <a:solidFill>
                  <a:srgbClr val="1D1D1D"/>
                </a:solidFill>
                <a:latin typeface="Times New Roman"/>
                <a:ea typeface="Times New Roman"/>
                <a:cs typeface="Times New Roman"/>
                <a:sym typeface="Times New Roman"/>
              </a:rPr>
              <a:t>6. Data Exfiltration Module:</a:t>
            </a:r>
            <a:r>
              <a:rPr b="0" i="0" lang="en-US" sz="2200" u="none" cap="none" strike="noStrike">
                <a:solidFill>
                  <a:srgbClr val="1D1D1D"/>
                </a:solidFill>
                <a:latin typeface="Times New Roman"/>
                <a:ea typeface="Times New Roman"/>
                <a:cs typeface="Times New Roman"/>
                <a:sym typeface="Times New Roman"/>
              </a:rPr>
              <a:t> If the malware's goal is to steal data, it will often include a component to exfiltrate the stolen information. This can involve compressing, encrypting, and transmitting data to a remote server controlled by the attacker.</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8f1e5fd074_0_82"/>
          <p:cNvSpPr txBox="1"/>
          <p:nvPr>
            <p:ph type="title"/>
          </p:nvPr>
        </p:nvSpPr>
        <p:spPr>
          <a:xfrm>
            <a:off x="0" y="0"/>
            <a:ext cx="12192000" cy="7773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Malware Analysis</a:t>
            </a:r>
            <a:endParaRPr sz="4000">
              <a:solidFill>
                <a:schemeClr val="lt1"/>
              </a:solidFill>
              <a:latin typeface="Gill Sans"/>
              <a:ea typeface="Gill Sans"/>
              <a:cs typeface="Gill Sans"/>
              <a:sym typeface="Gill Sans"/>
            </a:endParaRPr>
          </a:p>
        </p:txBody>
      </p:sp>
      <p:sp>
        <p:nvSpPr>
          <p:cNvPr id="350" name="Google Shape;350;g38f1e5fd074_0_82"/>
          <p:cNvSpPr txBox="1"/>
          <p:nvPr/>
        </p:nvSpPr>
        <p:spPr>
          <a:xfrm>
            <a:off x="351700" y="1055075"/>
            <a:ext cx="11633700" cy="5324700"/>
          </a:xfrm>
          <a:prstGeom prst="rect">
            <a:avLst/>
          </a:prstGeom>
          <a:noFill/>
          <a:ln>
            <a:noFill/>
          </a:ln>
        </p:spPr>
        <p:txBody>
          <a:bodyPr anchorCtr="0" anchor="t" bIns="91425" lIns="91425" spcFirstLastPara="1" rIns="91425" wrap="square" tIns="91425">
            <a:spAutoFit/>
          </a:bodyPr>
          <a:lstStyle/>
          <a:p>
            <a:pPr indent="0" lvl="0" marL="139700" marR="0" rtl="0" algn="just">
              <a:lnSpc>
                <a:spcPct val="115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Malware analysis is the process of determining the detailed functionality, purpose, and impact of an identified malware. This can be done as a part of malware research, incident management, or identifying indications of compromise for any software.</a:t>
            </a:r>
            <a:endParaRPr b="0" i="0" sz="2200" u="none" cap="none" strike="noStrike">
              <a:solidFill>
                <a:srgbClr val="000000"/>
              </a:solidFill>
              <a:latin typeface="Times New Roman"/>
              <a:ea typeface="Times New Roman"/>
              <a:cs typeface="Times New Roman"/>
              <a:sym typeface="Times New Roman"/>
            </a:endParaRPr>
          </a:p>
          <a:p>
            <a:pPr indent="0" lvl="0" marL="139700" marR="0" rtl="0" algn="just">
              <a:lnSpc>
                <a:spcPct val="115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In general, malware analysis can be categorized into two types:</a:t>
            </a:r>
            <a:endParaRPr b="0" i="0" sz="2200" u="none" cap="none" strike="noStrike">
              <a:solidFill>
                <a:srgbClr val="000000"/>
              </a:solidFill>
              <a:latin typeface="Times New Roman"/>
              <a:ea typeface="Times New Roman"/>
              <a:cs typeface="Times New Roman"/>
              <a:sym typeface="Times New Roman"/>
            </a:endParaRPr>
          </a:p>
          <a:p>
            <a:pPr indent="0" lvl="0" marL="139700" marR="0" rtl="0" algn="just">
              <a:lnSpc>
                <a:spcPct val="115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just">
              <a:lnSpc>
                <a:spcPct val="115000"/>
              </a:lnSpc>
              <a:spcBef>
                <a:spcPts val="0"/>
              </a:spcBef>
              <a:spcAft>
                <a:spcPts val="0"/>
              </a:spcAft>
              <a:buClr>
                <a:srgbClr val="000000"/>
              </a:buClr>
              <a:buSzPts val="2200"/>
              <a:buFont typeface="Times New Roman"/>
              <a:buAutoNum type="arabicPeriod"/>
            </a:pPr>
            <a:r>
              <a:rPr b="1" i="0" lang="en-US" sz="2200" u="none" cap="none" strike="noStrike">
                <a:solidFill>
                  <a:srgbClr val="000000"/>
                </a:solidFill>
                <a:latin typeface="Times New Roman"/>
                <a:ea typeface="Times New Roman"/>
                <a:cs typeface="Times New Roman"/>
                <a:sym typeface="Times New Roman"/>
              </a:rPr>
              <a:t>Static Analysis:</a:t>
            </a:r>
            <a:r>
              <a:rPr b="0" i="0" lang="en-US" sz="2200" u="none" cap="none" strike="noStrike">
                <a:solidFill>
                  <a:srgbClr val="000000"/>
                </a:solidFill>
                <a:latin typeface="Times New Roman"/>
                <a:ea typeface="Times New Roman"/>
                <a:cs typeface="Times New Roman"/>
                <a:sym typeface="Times New Roman"/>
              </a:rPr>
              <a:t> Dissecting different components of the malware, such as memory dumps, disassembled binaries, hashes, strings, </a:t>
            </a:r>
            <a:r>
              <a:rPr lang="en-US" sz="2200">
                <a:latin typeface="Times New Roman"/>
                <a:ea typeface="Times New Roman"/>
                <a:cs typeface="Times New Roman"/>
                <a:sym typeface="Times New Roman"/>
              </a:rPr>
              <a:t>etc</a:t>
            </a:r>
            <a:r>
              <a:rPr b="0" i="0" lang="en-US" sz="2200" u="none" cap="none" strike="noStrike">
                <a:solidFill>
                  <a:srgbClr val="000000"/>
                </a:solidFill>
                <a:latin typeface="Times New Roman"/>
                <a:ea typeface="Times New Roman"/>
                <a:cs typeface="Times New Roman"/>
                <a:sym typeface="Times New Roman"/>
              </a:rPr>
              <a:t> to find out the nature of the malware, without running the program.</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just">
              <a:lnSpc>
                <a:spcPct val="115000"/>
              </a:lnSpc>
              <a:spcBef>
                <a:spcPts val="1000"/>
              </a:spcBef>
              <a:spcAft>
                <a:spcPts val="0"/>
              </a:spcAft>
              <a:buClr>
                <a:srgbClr val="000000"/>
              </a:buClr>
              <a:buSzPts val="2200"/>
              <a:buFont typeface="Times New Roman"/>
              <a:buAutoNum type="arabicPeriod"/>
            </a:pPr>
            <a:r>
              <a:rPr b="1" i="0" lang="en-US" sz="2200" u="none" cap="none" strike="noStrike">
                <a:solidFill>
                  <a:srgbClr val="000000"/>
                </a:solidFill>
                <a:latin typeface="Times New Roman"/>
                <a:ea typeface="Times New Roman"/>
                <a:cs typeface="Times New Roman"/>
                <a:sym typeface="Times New Roman"/>
              </a:rPr>
              <a:t>Dynamic Analysis:</a:t>
            </a:r>
            <a:r>
              <a:rPr b="0" i="0" lang="en-US" sz="2200" u="none" cap="none" strike="noStrike">
                <a:solidFill>
                  <a:srgbClr val="000000"/>
                </a:solidFill>
                <a:latin typeface="Times New Roman"/>
                <a:ea typeface="Times New Roman"/>
                <a:cs typeface="Times New Roman"/>
                <a:sym typeface="Times New Roman"/>
              </a:rPr>
              <a:t> Observe and analyze the behavior of the malware after running it in a sandboxed environment. The malware is run in a virtual machine where a security expert observes its runtime activities to gather more information.</a:t>
            </a:r>
            <a:endParaRPr b="0" i="0" sz="2200" u="none" cap="none" strike="noStrike">
              <a:solidFill>
                <a:srgbClr val="000000"/>
              </a:solidFill>
              <a:latin typeface="Times New Roman"/>
              <a:ea typeface="Times New Roman"/>
              <a:cs typeface="Times New Roman"/>
              <a:sym typeface="Times New Roman"/>
            </a:endParaRPr>
          </a:p>
          <a:p>
            <a:pPr indent="0" lvl="0" marL="139700" marR="0" rtl="0" algn="just">
              <a:lnSpc>
                <a:spcPct val="115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bc34c55794_0_124"/>
          <p:cNvSpPr txBox="1"/>
          <p:nvPr/>
        </p:nvSpPr>
        <p:spPr>
          <a:xfrm>
            <a:off x="3389800" y="2462149"/>
            <a:ext cx="4860000" cy="65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100"/>
              <a:buFont typeface="Arial"/>
              <a:buNone/>
            </a:pPr>
            <a:r>
              <a:rPr b="1" i="0" lang="en-US" sz="6100" u="none" cap="none" strike="noStrike">
                <a:solidFill>
                  <a:schemeClr val="accent3"/>
                </a:solidFill>
                <a:latin typeface="Roboto"/>
                <a:ea typeface="Roboto"/>
                <a:cs typeface="Roboto"/>
                <a:sym typeface="Roboto"/>
              </a:rPr>
              <a:t>Thank You</a:t>
            </a:r>
            <a:endParaRPr b="0" i="0" sz="3700" u="none" cap="none" strike="noStrike">
              <a:solidFill>
                <a:schemeClr val="accent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55"/>
                                        </p:tgtEl>
                                        <p:attrNameLst>
                                          <p:attrName>style.visibility</p:attrName>
                                        </p:attrNameLst>
                                      </p:cBhvr>
                                      <p:to>
                                        <p:strVal val="visible"/>
                                      </p:to>
                                    </p:set>
                                    <p:anim calcmode="lin" valueType="num">
                                      <p:cBhvr additive="base">
                                        <p:cTn dur="500"/>
                                        <p:tgtEl>
                                          <p:spTgt spid="35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2020-06-05T17:52:47Z</dcterms:created>
  <dc:creator>Md. Azizul Hakim</dc:creator>
</cp:coreProperties>
</file>